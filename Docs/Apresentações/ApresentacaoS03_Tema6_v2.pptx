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58" r:id="rId3"/>
    <p:sldId id="267" r:id="rId4"/>
    <p:sldId id="268" r:id="rId5"/>
    <p:sldId id="259" r:id="rId6"/>
    <p:sldId id="260" r:id="rId7"/>
    <p:sldId id="262" r:id="rId8"/>
    <p:sldId id="280" r:id="rId9"/>
    <p:sldId id="283" r:id="rId10"/>
    <p:sldId id="288" r:id="rId11"/>
    <p:sldId id="289" r:id="rId12"/>
    <p:sldId id="278" r:id="rId13"/>
  </p:sldIdLst>
  <p:sldSz cx="9144000" cy="5143500" type="screen16x9"/>
  <p:notesSz cx="6858000" cy="9144000"/>
  <p:embeddedFontLst>
    <p:embeddedFont>
      <p:font typeface="Advent Pro" panose="020B0604020202020204" charset="0"/>
      <p:regular r:id="rId15"/>
      <p:bold r:id="rId16"/>
      <p:italic r:id="rId17"/>
      <p:boldItalic r:id="rId18"/>
    </p:embeddedFont>
    <p:embeddedFont>
      <p:font typeface="Advent Pro Medium" panose="020B060402020202020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Black" panose="020F0502020204030203" pitchFamily="34" charset="0"/>
      <p:bold r:id="rId27"/>
      <p:boldItalic r:id="rId28"/>
    </p:embeddedFont>
    <p:embeddedFont>
      <p:font typeface="Orbitron ExtraBold" panose="020B0604020202020204" charset="0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C7648-B5A4-4FC1-931E-797F0ADB556B}">
  <a:tblStyle styleId="{842C7648-B5A4-4FC1-931E-797F0ADB55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Google Shape;6115;g6edfa80311_0_1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6" name="Google Shape;6116;g6edfa80311_0_1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D177DFC5-F59F-FEAC-9136-D485546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4462A122-D3C0-51D8-08E8-2416C1213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8E1F3D5C-72B1-E2EE-7158-F33FB396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562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4E6A4E9A-420A-C875-DD63-F0240AB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4920DAB7-0CAE-F4D7-7373-1BEBB8C83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8568CE6F-3332-7E1B-D71D-0FC68A1D7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46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4">
          <a:extLst>
            <a:ext uri="{FF2B5EF4-FFF2-40B4-BE49-F238E27FC236}">
              <a16:creationId xmlns:a16="http://schemas.microsoft.com/office/drawing/2014/main" id="{84B283A2-238F-738A-563B-BEACD389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Google Shape;6115;g6edfa80311_0_1928:notes">
            <a:extLst>
              <a:ext uri="{FF2B5EF4-FFF2-40B4-BE49-F238E27FC236}">
                <a16:creationId xmlns:a16="http://schemas.microsoft.com/office/drawing/2014/main" id="{E919D965-85EF-72E9-A20D-05A36F2F5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6" name="Google Shape;6116;g6edfa80311_0_1928:notes">
            <a:extLst>
              <a:ext uri="{FF2B5EF4-FFF2-40B4-BE49-F238E27FC236}">
                <a16:creationId xmlns:a16="http://schemas.microsoft.com/office/drawing/2014/main" id="{F2DD2EC6-2788-8E7F-4F75-D0C4BB963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14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8BBB2EA5-5405-9795-2BFF-5F4BAB36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C627EB41-95EC-1962-1F92-62EF80D7F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5DF8BBD8-73FE-F175-DC0C-FA9E2B6CF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974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8" name="Google Shape;7138;g6edfa80311_0_37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9" name="Google Shape;7139;g6edfa80311_0_37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AND_BODY_1_1_1_1">
    <p:bg>
      <p:bgPr>
        <a:solidFill>
          <a:schemeClr val="accent6"/>
        </a:solidFill>
        <a:effectLst/>
      </p:bgPr>
    </p:bg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1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19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09" name="Google Shape;3009;p19"/>
          <p:cNvSpPr txBox="1">
            <a:spLocks noGrp="1"/>
          </p:cNvSpPr>
          <p:nvPr>
            <p:ph type="subTitle" idx="1"/>
          </p:nvPr>
        </p:nvSpPr>
        <p:spPr>
          <a:xfrm>
            <a:off x="159817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0" name="Google Shape;3010;p19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1" name="Google Shape;3011;p19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2" name="Google Shape;3012;p19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3" name="Google Shape;3013;p19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4" name="Google Shape;3014;p19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5" name="Google Shape;3015;p19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4" r:id="rId9"/>
    <p:sldLayoutId id="2147483665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Diagramas/diagrama-casos-de-uso-S03.j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Diagramas/diagrama-classes-S03.jpe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Diagramas/diagrama-classes-S03.jpe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214796" y="2030953"/>
            <a:ext cx="6714407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PAINEL DE ADMINISTRAÇÃO</a:t>
            </a:r>
            <a:endParaRPr dirty="0"/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6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7D0B1098-6AE1-0840-3CCB-43A878B3327A}"/>
              </a:ext>
            </a:extLst>
          </p:cNvPr>
          <p:cNvSpPr/>
          <p:nvPr/>
        </p:nvSpPr>
        <p:spPr>
          <a:xfrm>
            <a:off x="992396" y="2292936"/>
            <a:ext cx="7159202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</a:t>
            </a:r>
            <a:endParaRPr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1" name="Google Shape;5611;p31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2797386" y="1170208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ESCOPO DO TEMA</a:t>
            </a:r>
            <a:endParaRPr sz="1400" dirty="0"/>
          </a:p>
        </p:txBody>
      </p:sp>
      <p:sp>
        <p:nvSpPr>
          <p:cNvPr id="5612" name="Google Shape;5612;p31"/>
          <p:cNvSpPr txBox="1">
            <a:spLocks noGrp="1"/>
          </p:cNvSpPr>
          <p:nvPr>
            <p:ph type="subTitle" idx="1"/>
          </p:nvPr>
        </p:nvSpPr>
        <p:spPr>
          <a:xfrm>
            <a:off x="2797386" y="1430016"/>
            <a:ext cx="3549227" cy="655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Quais as responsabilidades e dependências do painel de administração?</a:t>
            </a:r>
            <a:endParaRPr dirty="0"/>
          </a:p>
        </p:txBody>
      </p:sp>
      <p:sp>
        <p:nvSpPr>
          <p:cNvPr id="5613" name="Google Shape;5613;p31">
            <a:hlinkClick r:id="rId4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2797386" y="2131806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DIAGRAMA DE CASOS DE USO</a:t>
            </a:r>
            <a:endParaRPr sz="14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B3AA9F7-8D45-7C17-6EDD-6362BDF849AA}"/>
              </a:ext>
            </a:extLst>
          </p:cNvPr>
          <p:cNvCxnSpPr>
            <a:cxnSpLocks/>
          </p:cNvCxnSpPr>
          <p:nvPr/>
        </p:nvCxnSpPr>
        <p:spPr>
          <a:xfrm>
            <a:off x="1022773" y="2073909"/>
            <a:ext cx="7084907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614" name="Google Shape;5614;p31"/>
          <p:cNvSpPr txBox="1">
            <a:spLocks noGrp="1"/>
          </p:cNvSpPr>
          <p:nvPr>
            <p:ph type="subTitle" idx="4"/>
          </p:nvPr>
        </p:nvSpPr>
        <p:spPr>
          <a:xfrm>
            <a:off x="2797386" y="2391615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Casos de uso do painel de administração</a:t>
            </a:r>
            <a:endParaRPr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654F2E-FD85-1976-966E-2B428AAA9EC6}"/>
              </a:ext>
            </a:extLst>
          </p:cNvPr>
          <p:cNvCxnSpPr>
            <a:cxnSpLocks/>
          </p:cNvCxnSpPr>
          <p:nvPr/>
        </p:nvCxnSpPr>
        <p:spPr>
          <a:xfrm>
            <a:off x="1022773" y="2886696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DEBB4B4-8ABA-1349-A0FD-235A70EACC83}"/>
              </a:ext>
            </a:extLst>
          </p:cNvPr>
          <p:cNvSpPr/>
          <p:nvPr/>
        </p:nvSpPr>
        <p:spPr>
          <a:xfrm>
            <a:off x="890691" y="3568992"/>
            <a:ext cx="7184128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Google Shape;5613;p31">
            <a:hlinkClick r:id="rId4" action="ppaction://hlinksldjump"/>
            <a:extLst>
              <a:ext uri="{FF2B5EF4-FFF2-40B4-BE49-F238E27FC236}">
                <a16:creationId xmlns:a16="http://schemas.microsoft.com/office/drawing/2014/main" id="{02A38C72-457C-7B66-EA80-5C8E41B367D6}"/>
              </a:ext>
            </a:extLst>
          </p:cNvPr>
          <p:cNvSpPr txBox="1">
            <a:spLocks/>
          </p:cNvSpPr>
          <p:nvPr/>
        </p:nvSpPr>
        <p:spPr>
          <a:xfrm>
            <a:off x="2793566" y="3842530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400" dirty="0"/>
              <a:t>APLICAÇÃO DO SOLID</a:t>
            </a:r>
          </a:p>
        </p:txBody>
      </p:sp>
      <p:sp>
        <p:nvSpPr>
          <p:cNvPr id="4" name="Google Shape;5614;p31">
            <a:extLst>
              <a:ext uri="{FF2B5EF4-FFF2-40B4-BE49-F238E27FC236}">
                <a16:creationId xmlns:a16="http://schemas.microsoft.com/office/drawing/2014/main" id="{9E7A80B6-2D59-E2FB-DC9B-EE19A2100206}"/>
              </a:ext>
            </a:extLst>
          </p:cNvPr>
          <p:cNvSpPr txBox="1">
            <a:spLocks/>
          </p:cNvSpPr>
          <p:nvPr/>
        </p:nvSpPr>
        <p:spPr>
          <a:xfrm>
            <a:off x="2793566" y="4102339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Princípios SOLID aplicados no projeto</a:t>
            </a:r>
          </a:p>
        </p:txBody>
      </p:sp>
      <p:sp>
        <p:nvSpPr>
          <p:cNvPr id="5615" name="Google Shape;5615;p31">
            <a:hlinkClick r:id="rId5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2797386" y="2986299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DIAGRAMA DE CLASSES</a:t>
            </a:r>
            <a:endParaRPr sz="1400" dirty="0"/>
          </a:p>
        </p:txBody>
      </p: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2797386" y="3278704"/>
            <a:ext cx="3549227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Classes do painel de administração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05E354D-CCA7-35C3-32C8-CE96B8A28BCA}"/>
              </a:ext>
            </a:extLst>
          </p:cNvPr>
          <p:cNvCxnSpPr>
            <a:cxnSpLocks/>
          </p:cNvCxnSpPr>
          <p:nvPr/>
        </p:nvCxnSpPr>
        <p:spPr>
          <a:xfrm>
            <a:off x="1022773" y="3777392"/>
            <a:ext cx="7052046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025" name="Google Shape;6025;p40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 do Tema</a:t>
            </a:r>
            <a:endParaRPr dirty="0"/>
          </a:p>
        </p:txBody>
      </p:sp>
      <p:grpSp>
        <p:nvGrpSpPr>
          <p:cNvPr id="6027" name="Google Shape;6027;p40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7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4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</a:t>
            </a:r>
            <a:endParaRPr dirty="0"/>
          </a:p>
        </p:txBody>
      </p:sp>
      <p:sp>
        <p:nvSpPr>
          <p:cNvPr id="6119" name="Google Shape;6119;p41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DASHBOARDS</a:t>
            </a:r>
            <a:endParaRPr dirty="0"/>
          </a:p>
        </p:txBody>
      </p:sp>
      <p:sp>
        <p:nvSpPr>
          <p:cNvPr id="6120" name="Google Shape;6120;p41"/>
          <p:cNvSpPr txBox="1">
            <a:spLocks noGrp="1"/>
          </p:cNvSpPr>
          <p:nvPr>
            <p:ph type="subTitle" idx="1"/>
          </p:nvPr>
        </p:nvSpPr>
        <p:spPr>
          <a:xfrm>
            <a:off x="1598174" y="2174828"/>
            <a:ext cx="2768017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Visualizar dados relevantes do sistema de maneira visual, como </a:t>
            </a:r>
            <a:r>
              <a:rPr lang="en" dirty="0">
                <a:solidFill>
                  <a:schemeClr val="accent1"/>
                </a:solidFill>
              </a:rPr>
              <a:t>Jogadores</a:t>
            </a:r>
            <a:r>
              <a:rPr lang="en" dirty="0"/>
              <a:t>, </a:t>
            </a:r>
            <a:r>
              <a:rPr lang="en" dirty="0">
                <a:solidFill>
                  <a:schemeClr val="accent1"/>
                </a:solidFill>
              </a:rPr>
              <a:t>Cartas</a:t>
            </a:r>
            <a:r>
              <a:rPr lang="en" dirty="0"/>
              <a:t> e </a:t>
            </a:r>
            <a:r>
              <a:rPr lang="en" dirty="0">
                <a:solidFill>
                  <a:schemeClr val="accent1"/>
                </a:solidFill>
              </a:rPr>
              <a:t>Trocas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1" name="Google Shape;6121;p41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BANIR/DESBANIR</a:t>
            </a:r>
            <a:endParaRPr dirty="0"/>
          </a:p>
        </p:txBody>
      </p:sp>
      <p:sp>
        <p:nvSpPr>
          <p:cNvPr id="6122" name="Google Shape;6122;p41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Alterar o estado de um usuário para ‘</a:t>
            </a:r>
            <a:r>
              <a:rPr lang="pt-BR" dirty="0">
                <a:solidFill>
                  <a:schemeClr val="accent1"/>
                </a:solidFill>
              </a:rPr>
              <a:t>Banido</a:t>
            </a:r>
            <a:r>
              <a:rPr lang="pt-BR" dirty="0"/>
              <a:t>’</a:t>
            </a:r>
            <a:endParaRPr dirty="0"/>
          </a:p>
        </p:txBody>
      </p:sp>
      <p:sp>
        <p:nvSpPr>
          <p:cNvPr id="6123" name="Google Shape;6123;p41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PROMOVER ADM</a:t>
            </a:r>
            <a:endParaRPr dirty="0"/>
          </a:p>
        </p:txBody>
      </p:sp>
      <p:sp>
        <p:nvSpPr>
          <p:cNvPr id="6124" name="Google Shape;6124;p41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Definir outros usuários como </a:t>
            </a:r>
            <a:r>
              <a:rPr lang="en" dirty="0">
                <a:solidFill>
                  <a:schemeClr val="accent1"/>
                </a:solidFill>
              </a:rPr>
              <a:t>administradores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5" name="Google Shape;6125;p41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978924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AUDITAR DADOS</a:t>
            </a:r>
            <a:endParaRPr dirty="0"/>
          </a:p>
        </p:txBody>
      </p:sp>
      <p:sp>
        <p:nvSpPr>
          <p:cNvPr id="6126" name="Google Shape;6126;p41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Manter um </a:t>
            </a:r>
            <a:r>
              <a:rPr lang="en" dirty="0">
                <a:solidFill>
                  <a:schemeClr val="accent1"/>
                </a:solidFill>
              </a:rPr>
              <a:t>histórico</a:t>
            </a:r>
            <a:r>
              <a:rPr lang="en" dirty="0"/>
              <a:t> das informações trafegadas no sistema</a:t>
            </a:r>
            <a:endParaRPr dirty="0"/>
          </a:p>
        </p:txBody>
      </p:sp>
      <p:grpSp>
        <p:nvGrpSpPr>
          <p:cNvPr id="6135" name="Google Shape;6135;p41"/>
          <p:cNvGrpSpPr/>
          <p:nvPr/>
        </p:nvGrpSpPr>
        <p:grpSpPr>
          <a:xfrm>
            <a:off x="5020588" y="3554650"/>
            <a:ext cx="531825" cy="474000"/>
            <a:chOff x="5509325" y="2690550"/>
            <a:chExt cx="531825" cy="474000"/>
          </a:xfrm>
        </p:grpSpPr>
        <p:sp>
          <p:nvSpPr>
            <p:cNvPr id="6136" name="Google Shape;6136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12486" y="17573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41"/>
            <p:cNvSpPr/>
            <p:nvPr/>
          </p:nvSpPr>
          <p:spPr>
            <a:xfrm>
              <a:off x="5509325" y="2690550"/>
              <a:ext cx="531825" cy="404625"/>
            </a:xfrm>
            <a:custGeom>
              <a:avLst/>
              <a:gdLst/>
              <a:ahLst/>
              <a:cxnLst/>
              <a:rect l="l" t="t" r="r" b="b"/>
              <a:pathLst>
                <a:path w="21273" h="16185" extrusionOk="0">
                  <a:moveTo>
                    <a:pt x="0" y="1"/>
                  </a:moveTo>
                  <a:lnTo>
                    <a:pt x="0" y="2311"/>
                  </a:lnTo>
                  <a:lnTo>
                    <a:pt x="0" y="16185"/>
                  </a:lnTo>
                  <a:lnTo>
                    <a:pt x="2312" y="16185"/>
                  </a:lnTo>
                  <a:lnTo>
                    <a:pt x="2312" y="2311"/>
                  </a:lnTo>
                  <a:lnTo>
                    <a:pt x="21273" y="2311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41"/>
            <p:cNvSpPr/>
            <p:nvPr/>
          </p:nvSpPr>
          <p:spPr>
            <a:xfrm>
              <a:off x="5659625" y="2794575"/>
              <a:ext cx="242800" cy="208150"/>
            </a:xfrm>
            <a:custGeom>
              <a:avLst/>
              <a:gdLst/>
              <a:ahLst/>
              <a:cxnLst/>
              <a:rect l="l" t="t" r="r" b="b"/>
              <a:pathLst>
                <a:path w="9712" h="8326" extrusionOk="0">
                  <a:moveTo>
                    <a:pt x="1387" y="1"/>
                  </a:moveTo>
                  <a:lnTo>
                    <a:pt x="1387" y="1388"/>
                  </a:lnTo>
                  <a:lnTo>
                    <a:pt x="1" y="1388"/>
                  </a:lnTo>
                  <a:lnTo>
                    <a:pt x="1" y="5551"/>
                  </a:lnTo>
                  <a:lnTo>
                    <a:pt x="1387" y="5551"/>
                  </a:lnTo>
                  <a:lnTo>
                    <a:pt x="1387" y="6937"/>
                  </a:lnTo>
                  <a:lnTo>
                    <a:pt x="4162" y="6937"/>
                  </a:lnTo>
                  <a:lnTo>
                    <a:pt x="4162" y="8325"/>
                  </a:lnTo>
                  <a:lnTo>
                    <a:pt x="5550" y="8325"/>
                  </a:lnTo>
                  <a:lnTo>
                    <a:pt x="5550" y="6937"/>
                  </a:lnTo>
                  <a:lnTo>
                    <a:pt x="8324" y="6937"/>
                  </a:lnTo>
                  <a:lnTo>
                    <a:pt x="8324" y="5551"/>
                  </a:lnTo>
                  <a:lnTo>
                    <a:pt x="9712" y="5551"/>
                  </a:lnTo>
                  <a:lnTo>
                    <a:pt x="9712" y="1388"/>
                  </a:lnTo>
                  <a:lnTo>
                    <a:pt x="8324" y="1388"/>
                  </a:lnTo>
                  <a:lnTo>
                    <a:pt x="8324" y="1"/>
                  </a:lnTo>
                  <a:lnTo>
                    <a:pt x="5550" y="1"/>
                  </a:lnTo>
                  <a:lnTo>
                    <a:pt x="5550" y="1388"/>
                  </a:lnTo>
                  <a:lnTo>
                    <a:pt x="4162" y="1388"/>
                  </a:lnTo>
                  <a:lnTo>
                    <a:pt x="41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41"/>
            <p:cNvSpPr/>
            <p:nvPr/>
          </p:nvSpPr>
          <p:spPr>
            <a:xfrm>
              <a:off x="5786800" y="30951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9711" y="17573"/>
                  </a:lnTo>
                  <a:lnTo>
                    <a:pt x="9711" y="14798"/>
                  </a:lnTo>
                  <a:lnTo>
                    <a:pt x="1388" y="14798"/>
                  </a:lnTo>
                  <a:lnTo>
                    <a:pt x="1388" y="1387"/>
                  </a:lnTo>
                  <a:lnTo>
                    <a:pt x="19885" y="1387"/>
                  </a:lnTo>
                  <a:lnTo>
                    <a:pt x="19885" y="14798"/>
                  </a:lnTo>
                  <a:lnTo>
                    <a:pt x="12486" y="14798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7" name="Google Shape;6157;p41"/>
          <p:cNvGrpSpPr/>
          <p:nvPr/>
        </p:nvGrpSpPr>
        <p:grpSpPr>
          <a:xfrm>
            <a:off x="891025" y="3483318"/>
            <a:ext cx="506937" cy="616680"/>
            <a:chOff x="4286175" y="4091875"/>
            <a:chExt cx="370000" cy="531850"/>
          </a:xfrm>
        </p:grpSpPr>
        <p:sp>
          <p:nvSpPr>
            <p:cNvPr id="6158" name="Google Shape;6158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14800" y="12948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2313" y="12948"/>
                  </a:lnTo>
                  <a:lnTo>
                    <a:pt x="2313" y="2313"/>
                  </a:lnTo>
                  <a:lnTo>
                    <a:pt x="14800" y="2313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41"/>
            <p:cNvSpPr/>
            <p:nvPr/>
          </p:nvSpPr>
          <p:spPr>
            <a:xfrm>
              <a:off x="4401775" y="4091875"/>
              <a:ext cx="138800" cy="34725"/>
            </a:xfrm>
            <a:custGeom>
              <a:avLst/>
              <a:gdLst/>
              <a:ahLst/>
              <a:cxnLst/>
              <a:rect l="l" t="t" r="r" b="b"/>
              <a:pathLst>
                <a:path w="5552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5551" y="1389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41"/>
            <p:cNvSpPr/>
            <p:nvPr/>
          </p:nvSpPr>
          <p:spPr>
            <a:xfrm>
              <a:off x="4286175" y="4161275"/>
              <a:ext cx="370000" cy="462450"/>
            </a:xfrm>
            <a:custGeom>
              <a:avLst/>
              <a:gdLst/>
              <a:ahLst/>
              <a:cxnLst/>
              <a:rect l="l" t="t" r="r" b="b"/>
              <a:pathLst>
                <a:path w="14800" h="18498" extrusionOk="0">
                  <a:moveTo>
                    <a:pt x="13412" y="6936"/>
                  </a:moveTo>
                  <a:lnTo>
                    <a:pt x="13412" y="17111"/>
                  </a:lnTo>
                  <a:lnTo>
                    <a:pt x="1388" y="17111"/>
                  </a:lnTo>
                  <a:lnTo>
                    <a:pt x="1388" y="6936"/>
                  </a:lnTo>
                  <a:close/>
                  <a:moveTo>
                    <a:pt x="1851" y="1"/>
                  </a:moveTo>
                  <a:lnTo>
                    <a:pt x="1851" y="5550"/>
                  </a:lnTo>
                  <a:lnTo>
                    <a:pt x="0" y="5550"/>
                  </a:lnTo>
                  <a:lnTo>
                    <a:pt x="0" y="18497"/>
                  </a:lnTo>
                  <a:lnTo>
                    <a:pt x="14800" y="18497"/>
                  </a:lnTo>
                  <a:lnTo>
                    <a:pt x="14800" y="5550"/>
                  </a:lnTo>
                  <a:lnTo>
                    <a:pt x="12950" y="5550"/>
                  </a:lnTo>
                  <a:lnTo>
                    <a:pt x="12950" y="1"/>
                  </a:lnTo>
                  <a:lnTo>
                    <a:pt x="11562" y="1"/>
                  </a:lnTo>
                  <a:lnTo>
                    <a:pt x="11562" y="5550"/>
                  </a:lnTo>
                  <a:lnTo>
                    <a:pt x="3239" y="5550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41"/>
            <p:cNvSpPr/>
            <p:nvPr/>
          </p:nvSpPr>
          <p:spPr>
            <a:xfrm>
              <a:off x="4367125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41"/>
            <p:cNvSpPr/>
            <p:nvPr/>
          </p:nvSpPr>
          <p:spPr>
            <a:xfrm>
              <a:off x="4540550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41"/>
            <p:cNvSpPr/>
            <p:nvPr/>
          </p:nvSpPr>
          <p:spPr>
            <a:xfrm>
              <a:off x="4436475" y="4404050"/>
              <a:ext cx="69400" cy="127200"/>
            </a:xfrm>
            <a:custGeom>
              <a:avLst/>
              <a:gdLst/>
              <a:ahLst/>
              <a:cxnLst/>
              <a:rect l="l" t="t" r="r" b="b"/>
              <a:pathLst>
                <a:path w="2776" h="5088" extrusionOk="0">
                  <a:moveTo>
                    <a:pt x="1" y="1"/>
                  </a:moveTo>
                  <a:lnTo>
                    <a:pt x="1" y="2775"/>
                  </a:lnTo>
                  <a:lnTo>
                    <a:pt x="925" y="2775"/>
                  </a:lnTo>
                  <a:lnTo>
                    <a:pt x="925" y="5088"/>
                  </a:lnTo>
                  <a:lnTo>
                    <a:pt x="1851" y="5088"/>
                  </a:lnTo>
                  <a:lnTo>
                    <a:pt x="1851" y="2775"/>
                  </a:lnTo>
                  <a:lnTo>
                    <a:pt x="2775" y="2775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5" name="Google Shape;6165;p41"/>
          <p:cNvSpPr/>
          <p:nvPr/>
        </p:nvSpPr>
        <p:spPr>
          <a:xfrm>
            <a:off x="8723150" y="1099650"/>
            <a:ext cx="28800" cy="2944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6" name="Google Shape;6166;p4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6167" name="Google Shape;6167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1" name="Google Shape;6171;p4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6172" name="Google Shape;6172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6" name="Google Shape;6176;p41"/>
          <p:cNvSpPr/>
          <p:nvPr/>
        </p:nvSpPr>
        <p:spPr>
          <a:xfrm>
            <a:off x="8689850" y="86532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7" name="Google Shape;6177;p41"/>
          <p:cNvSpPr/>
          <p:nvPr/>
        </p:nvSpPr>
        <p:spPr>
          <a:xfrm rot="10800000">
            <a:off x="8689850" y="419567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6127;p41">
            <a:extLst>
              <a:ext uri="{FF2B5EF4-FFF2-40B4-BE49-F238E27FC236}">
                <a16:creationId xmlns:a16="http://schemas.microsoft.com/office/drawing/2014/main" id="{D295719B-C1F0-40C9-A639-DF3864BCB041}"/>
              </a:ext>
            </a:extLst>
          </p:cNvPr>
          <p:cNvGrpSpPr/>
          <p:nvPr/>
        </p:nvGrpSpPr>
        <p:grpSpPr>
          <a:xfrm>
            <a:off x="878568" y="2017513"/>
            <a:ext cx="531850" cy="531800"/>
            <a:chOff x="6330975" y="2546400"/>
            <a:chExt cx="531850" cy="531800"/>
          </a:xfrm>
        </p:grpSpPr>
        <p:sp>
          <p:nvSpPr>
            <p:cNvPr id="3" name="Google Shape;6128;p41">
              <a:extLst>
                <a:ext uri="{FF2B5EF4-FFF2-40B4-BE49-F238E27FC236}">
                  <a16:creationId xmlns:a16="http://schemas.microsoft.com/office/drawing/2014/main" id="{475FDC03-6CC9-98E4-AA90-B47EA0CC93EA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0" y="1"/>
                  </a:move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129;p41">
              <a:extLst>
                <a:ext uri="{FF2B5EF4-FFF2-40B4-BE49-F238E27FC236}">
                  <a16:creationId xmlns:a16="http://schemas.microsoft.com/office/drawing/2014/main" id="{5F4A8E26-402B-5A65-1902-EB16B2F44983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1" y="0"/>
                  </a:move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130;p41">
              <a:extLst>
                <a:ext uri="{FF2B5EF4-FFF2-40B4-BE49-F238E27FC236}">
                  <a16:creationId xmlns:a16="http://schemas.microsoft.com/office/drawing/2014/main" id="{AB2B8E08-3622-E183-DB41-C5DE12536A55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0" y="1"/>
                  </a:move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131;p41">
              <a:extLst>
                <a:ext uri="{FF2B5EF4-FFF2-40B4-BE49-F238E27FC236}">
                  <a16:creationId xmlns:a16="http://schemas.microsoft.com/office/drawing/2014/main" id="{F7BAFFAD-9253-487F-8D17-7AF57D6318A3}"/>
                </a:ext>
              </a:extLst>
            </p:cNvPr>
            <p:cNvSpPr/>
            <p:nvPr/>
          </p:nvSpPr>
          <p:spPr>
            <a:xfrm>
              <a:off x="6330975" y="2546400"/>
              <a:ext cx="531850" cy="531800"/>
            </a:xfrm>
            <a:custGeom>
              <a:avLst/>
              <a:gdLst/>
              <a:ahLst/>
              <a:cxnLst/>
              <a:rect l="l" t="t" r="r" b="b"/>
              <a:pathLst>
                <a:path w="21274" h="21272" extrusionOk="0">
                  <a:moveTo>
                    <a:pt x="1" y="0"/>
                  </a:moveTo>
                  <a:lnTo>
                    <a:pt x="1" y="19885"/>
                  </a:lnTo>
                  <a:lnTo>
                    <a:pt x="1" y="21271"/>
                  </a:lnTo>
                  <a:lnTo>
                    <a:pt x="21273" y="21271"/>
                  </a:lnTo>
                  <a:lnTo>
                    <a:pt x="21273" y="19885"/>
                  </a:lnTo>
                  <a:lnTo>
                    <a:pt x="1389" y="1988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132;p41">
              <a:extLst>
                <a:ext uri="{FF2B5EF4-FFF2-40B4-BE49-F238E27FC236}">
                  <a16:creationId xmlns:a16="http://schemas.microsoft.com/office/drawing/2014/main" id="{57692711-1F37-B3FF-8C75-CA6CB04BA93B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3238" y="1389"/>
                  </a:moveTo>
                  <a:lnTo>
                    <a:pt x="3238" y="15724"/>
                  </a:lnTo>
                  <a:lnTo>
                    <a:pt x="1388" y="15724"/>
                  </a:lnTo>
                  <a:lnTo>
                    <a:pt x="1388" y="1389"/>
                  </a:lnTo>
                  <a:close/>
                  <a:moveTo>
                    <a:pt x="0" y="1"/>
                  </a:moveTo>
                  <a:lnTo>
                    <a:pt x="0" y="1389"/>
                  </a:lnTo>
                  <a:lnTo>
                    <a:pt x="0" y="15724"/>
                  </a:ln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133;p41">
              <a:extLst>
                <a:ext uri="{FF2B5EF4-FFF2-40B4-BE49-F238E27FC236}">
                  <a16:creationId xmlns:a16="http://schemas.microsoft.com/office/drawing/2014/main" id="{50235A78-35A8-0A53-833B-574BADB6AD02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3237" y="1388"/>
                  </a:moveTo>
                  <a:lnTo>
                    <a:pt x="3237" y="10637"/>
                  </a:lnTo>
                  <a:lnTo>
                    <a:pt x="1387" y="10637"/>
                  </a:lnTo>
                  <a:lnTo>
                    <a:pt x="1387" y="1388"/>
                  </a:lnTo>
                  <a:close/>
                  <a:moveTo>
                    <a:pt x="1" y="0"/>
                  </a:moveTo>
                  <a:lnTo>
                    <a:pt x="1" y="1388"/>
                  </a:lnTo>
                  <a:lnTo>
                    <a:pt x="1" y="10637"/>
                  </a:ln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134;p41">
              <a:extLst>
                <a:ext uri="{FF2B5EF4-FFF2-40B4-BE49-F238E27FC236}">
                  <a16:creationId xmlns:a16="http://schemas.microsoft.com/office/drawing/2014/main" id="{6683868E-1054-2631-5209-D5C53577A6F8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3238" y="1387"/>
                  </a:moveTo>
                  <a:lnTo>
                    <a:pt x="3238" y="4625"/>
                  </a:lnTo>
                  <a:lnTo>
                    <a:pt x="1388" y="4625"/>
                  </a:lnTo>
                  <a:lnTo>
                    <a:pt x="1388" y="1387"/>
                  </a:lnTo>
                  <a:close/>
                  <a:moveTo>
                    <a:pt x="0" y="1"/>
                  </a:moveTo>
                  <a:lnTo>
                    <a:pt x="0" y="1387"/>
                  </a:lnTo>
                  <a:lnTo>
                    <a:pt x="0" y="4625"/>
                  </a:ln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6701;p42">
            <a:extLst>
              <a:ext uri="{FF2B5EF4-FFF2-40B4-BE49-F238E27FC236}">
                <a16:creationId xmlns:a16="http://schemas.microsoft.com/office/drawing/2014/main" id="{44F99AA9-0E09-1005-32EB-40A66BE75B65}"/>
              </a:ext>
            </a:extLst>
          </p:cNvPr>
          <p:cNvGrpSpPr/>
          <p:nvPr/>
        </p:nvGrpSpPr>
        <p:grpSpPr>
          <a:xfrm>
            <a:off x="5020538" y="2017513"/>
            <a:ext cx="531875" cy="531825"/>
            <a:chOff x="1679550" y="1058600"/>
            <a:chExt cx="531875" cy="531825"/>
          </a:xfrm>
        </p:grpSpPr>
        <p:sp>
          <p:nvSpPr>
            <p:cNvPr id="11" name="Google Shape;6702;p42">
              <a:extLst>
                <a:ext uri="{FF2B5EF4-FFF2-40B4-BE49-F238E27FC236}">
                  <a16:creationId xmlns:a16="http://schemas.microsoft.com/office/drawing/2014/main" id="{9FE31AB7-E5BE-D68F-7423-E62C2E7DADB6}"/>
                </a:ext>
              </a:extLst>
            </p:cNvPr>
            <p:cNvSpPr/>
            <p:nvPr/>
          </p:nvSpPr>
          <p:spPr>
            <a:xfrm>
              <a:off x="1679575" y="1058600"/>
              <a:ext cx="531850" cy="531825"/>
            </a:xfrm>
            <a:custGeom>
              <a:avLst/>
              <a:gdLst/>
              <a:ahLst/>
              <a:cxnLst/>
              <a:rect l="l" t="t" r="r" b="b"/>
              <a:pathLst>
                <a:path w="21274" h="21273" extrusionOk="0">
                  <a:moveTo>
                    <a:pt x="10174" y="0"/>
                  </a:move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9886"/>
                  </a:lnTo>
                  <a:lnTo>
                    <a:pt x="7400" y="19886"/>
                  </a:lnTo>
                  <a:lnTo>
                    <a:pt x="7400" y="21273"/>
                  </a:lnTo>
                  <a:lnTo>
                    <a:pt x="18498" y="21273"/>
                  </a:lnTo>
                  <a:lnTo>
                    <a:pt x="18498" y="19886"/>
                  </a:lnTo>
                  <a:lnTo>
                    <a:pt x="19886" y="19886"/>
                  </a:lnTo>
                  <a:lnTo>
                    <a:pt x="19886" y="19424"/>
                  </a:lnTo>
                  <a:lnTo>
                    <a:pt x="19886" y="18498"/>
                  </a:lnTo>
                  <a:lnTo>
                    <a:pt x="19886" y="17112"/>
                  </a:lnTo>
                  <a:lnTo>
                    <a:pt x="21273" y="17112"/>
                  </a:lnTo>
                  <a:lnTo>
                    <a:pt x="21273" y="8787"/>
                  </a:lnTo>
                  <a:lnTo>
                    <a:pt x="19886" y="8787"/>
                  </a:lnTo>
                  <a:lnTo>
                    <a:pt x="19886" y="7399"/>
                  </a:lnTo>
                  <a:lnTo>
                    <a:pt x="15723" y="7399"/>
                  </a:lnTo>
                  <a:lnTo>
                    <a:pt x="15723" y="6013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03;p42">
              <a:extLst>
                <a:ext uri="{FF2B5EF4-FFF2-40B4-BE49-F238E27FC236}">
                  <a16:creationId xmlns:a16="http://schemas.microsoft.com/office/drawing/2014/main" id="{8DA0DF2E-5246-5939-25EA-C0531702D758}"/>
                </a:ext>
              </a:extLst>
            </p:cNvPr>
            <p:cNvSpPr/>
            <p:nvPr/>
          </p:nvSpPr>
          <p:spPr>
            <a:xfrm>
              <a:off x="1679575" y="1312975"/>
              <a:ext cx="150300" cy="242800"/>
            </a:xfrm>
            <a:custGeom>
              <a:avLst/>
              <a:gdLst/>
              <a:ahLst/>
              <a:cxnLst/>
              <a:rect l="l" t="t" r="r" b="b"/>
              <a:pathLst>
                <a:path w="6012" h="9712" extrusionOk="0">
                  <a:moveTo>
                    <a:pt x="1" y="0"/>
                  </a:moveTo>
                  <a:lnTo>
                    <a:pt x="1" y="1387"/>
                  </a:lnTo>
                  <a:lnTo>
                    <a:pt x="1" y="8323"/>
                  </a:lnTo>
                  <a:lnTo>
                    <a:pt x="1" y="9711"/>
                  </a:lnTo>
                  <a:lnTo>
                    <a:pt x="6012" y="9711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04;p42">
              <a:extLst>
                <a:ext uri="{FF2B5EF4-FFF2-40B4-BE49-F238E27FC236}">
                  <a16:creationId xmlns:a16="http://schemas.microsoft.com/office/drawing/2014/main" id="{A26C58CA-7B2A-7F77-2F0B-4E68DAB00AFF}"/>
                </a:ext>
              </a:extLst>
            </p:cNvPr>
            <p:cNvSpPr/>
            <p:nvPr/>
          </p:nvSpPr>
          <p:spPr>
            <a:xfrm>
              <a:off x="1679575" y="1058600"/>
              <a:ext cx="393100" cy="323750"/>
            </a:xfrm>
            <a:custGeom>
              <a:avLst/>
              <a:gdLst/>
              <a:ahLst/>
              <a:cxnLst/>
              <a:rect l="l" t="t" r="r" b="b"/>
              <a:pathLst>
                <a:path w="15724" h="12950" extrusionOk="0">
                  <a:moveTo>
                    <a:pt x="10174" y="0"/>
                  </a:moveTo>
                  <a:lnTo>
                    <a:pt x="10174" y="1388"/>
                  </a:lnTo>
                  <a:lnTo>
                    <a:pt x="10174" y="1850"/>
                  </a:lnTo>
                  <a:lnTo>
                    <a:pt x="10174" y="2776"/>
                  </a:ln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2949"/>
                  </a:lnTo>
                  <a:lnTo>
                    <a:pt x="7400" y="12949"/>
                  </a:lnTo>
                  <a:lnTo>
                    <a:pt x="7400" y="11562"/>
                  </a:lnTo>
                  <a:lnTo>
                    <a:pt x="8786" y="11562"/>
                  </a:lnTo>
                  <a:lnTo>
                    <a:pt x="8786" y="10175"/>
                  </a:lnTo>
                  <a:lnTo>
                    <a:pt x="10174" y="10175"/>
                  </a:lnTo>
                  <a:lnTo>
                    <a:pt x="10174" y="7399"/>
                  </a:lnTo>
                  <a:lnTo>
                    <a:pt x="11561" y="7399"/>
                  </a:lnTo>
                  <a:lnTo>
                    <a:pt x="11561" y="2776"/>
                  </a:lnTo>
                  <a:lnTo>
                    <a:pt x="15723" y="2776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05;p42">
              <a:extLst>
                <a:ext uri="{FF2B5EF4-FFF2-40B4-BE49-F238E27FC236}">
                  <a16:creationId xmlns:a16="http://schemas.microsoft.com/office/drawing/2014/main" id="{F682CFF1-1CE6-99BA-8396-3701C6B87D42}"/>
                </a:ext>
              </a:extLst>
            </p:cNvPr>
            <p:cNvSpPr/>
            <p:nvPr/>
          </p:nvSpPr>
          <p:spPr>
            <a:xfrm>
              <a:off x="2107350" y="1486375"/>
              <a:ext cx="69375" cy="69400"/>
            </a:xfrm>
            <a:custGeom>
              <a:avLst/>
              <a:gdLst/>
              <a:ahLst/>
              <a:cxnLst/>
              <a:rect l="l" t="t" r="r" b="b"/>
              <a:pathLst>
                <a:path w="2775" h="2776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2775" y="2775"/>
                  </a:lnTo>
                  <a:lnTo>
                    <a:pt x="2775" y="1387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06;p42">
              <a:extLst>
                <a:ext uri="{FF2B5EF4-FFF2-40B4-BE49-F238E27FC236}">
                  <a16:creationId xmlns:a16="http://schemas.microsoft.com/office/drawing/2014/main" id="{5919C2A3-4224-F773-F504-F18F5A2DF358}"/>
                </a:ext>
              </a:extLst>
            </p:cNvPr>
            <p:cNvSpPr/>
            <p:nvPr/>
          </p:nvSpPr>
          <p:spPr>
            <a:xfrm>
              <a:off x="1899225" y="1208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8" y="2775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07;p42">
              <a:extLst>
                <a:ext uri="{FF2B5EF4-FFF2-40B4-BE49-F238E27FC236}">
                  <a16:creationId xmlns:a16="http://schemas.microsoft.com/office/drawing/2014/main" id="{45EA3861-3397-8C1C-0AB3-DA9D7CD09DB6}"/>
                </a:ext>
              </a:extLst>
            </p:cNvPr>
            <p:cNvSpPr/>
            <p:nvPr/>
          </p:nvSpPr>
          <p:spPr>
            <a:xfrm>
              <a:off x="1864550" y="1278275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08;p42">
              <a:extLst>
                <a:ext uri="{FF2B5EF4-FFF2-40B4-BE49-F238E27FC236}">
                  <a16:creationId xmlns:a16="http://schemas.microsoft.com/office/drawing/2014/main" id="{6FDE777A-7BA0-8FBD-DB9D-171E869680C8}"/>
                </a:ext>
              </a:extLst>
            </p:cNvPr>
            <p:cNvSpPr/>
            <p:nvPr/>
          </p:nvSpPr>
          <p:spPr>
            <a:xfrm>
              <a:off x="1864550" y="1555750"/>
              <a:ext cx="277475" cy="34675"/>
            </a:xfrm>
            <a:custGeom>
              <a:avLst/>
              <a:gdLst/>
              <a:ahLst/>
              <a:cxnLst/>
              <a:rect l="l" t="t" r="r" b="b"/>
              <a:pathLst>
                <a:path w="11099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1099" y="1387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9;p42">
              <a:extLst>
                <a:ext uri="{FF2B5EF4-FFF2-40B4-BE49-F238E27FC236}">
                  <a16:creationId xmlns:a16="http://schemas.microsoft.com/office/drawing/2014/main" id="{7DF21DCD-641D-D489-6512-EB1900C68A9E}"/>
                </a:ext>
              </a:extLst>
            </p:cNvPr>
            <p:cNvSpPr/>
            <p:nvPr/>
          </p:nvSpPr>
          <p:spPr>
            <a:xfrm>
              <a:off x="1679550" y="1312975"/>
              <a:ext cx="185025" cy="242800"/>
            </a:xfrm>
            <a:custGeom>
              <a:avLst/>
              <a:gdLst/>
              <a:ahLst/>
              <a:cxnLst/>
              <a:rect l="l" t="t" r="r" b="b"/>
              <a:pathLst>
                <a:path w="7401" h="9712" extrusionOk="0">
                  <a:moveTo>
                    <a:pt x="4626" y="1387"/>
                  </a:moveTo>
                  <a:lnTo>
                    <a:pt x="4626" y="8323"/>
                  </a:lnTo>
                  <a:lnTo>
                    <a:pt x="1388" y="8323"/>
                  </a:lnTo>
                  <a:lnTo>
                    <a:pt x="1388" y="1387"/>
                  </a:lnTo>
                  <a:close/>
                  <a:moveTo>
                    <a:pt x="0" y="0"/>
                  </a:moveTo>
                  <a:lnTo>
                    <a:pt x="0" y="9711"/>
                  </a:lnTo>
                  <a:lnTo>
                    <a:pt x="7399" y="9711"/>
                  </a:lnTo>
                  <a:lnTo>
                    <a:pt x="7399" y="8323"/>
                  </a:lnTo>
                  <a:lnTo>
                    <a:pt x="6013" y="8323"/>
                  </a:lnTo>
                  <a:lnTo>
                    <a:pt x="6013" y="1387"/>
                  </a:lnTo>
                  <a:lnTo>
                    <a:pt x="7401" y="1387"/>
                  </a:lnTo>
                  <a:lnTo>
                    <a:pt x="7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0;p42">
              <a:extLst>
                <a:ext uri="{FF2B5EF4-FFF2-40B4-BE49-F238E27FC236}">
                  <a16:creationId xmlns:a16="http://schemas.microsoft.com/office/drawing/2014/main" id="{0F1835B5-8606-8E05-FC87-42F3FF769E2D}"/>
                </a:ext>
              </a:extLst>
            </p:cNvPr>
            <p:cNvSpPr/>
            <p:nvPr/>
          </p:nvSpPr>
          <p:spPr>
            <a:xfrm>
              <a:off x="1933925" y="1058600"/>
              <a:ext cx="104075" cy="150325"/>
            </a:xfrm>
            <a:custGeom>
              <a:avLst/>
              <a:gdLst/>
              <a:ahLst/>
              <a:cxnLst/>
              <a:rect l="l" t="t" r="r" b="b"/>
              <a:pathLst>
                <a:path w="4163" h="6013" extrusionOk="0">
                  <a:moveTo>
                    <a:pt x="0" y="0"/>
                  </a:moveTo>
                  <a:lnTo>
                    <a:pt x="0" y="6013"/>
                  </a:lnTo>
                  <a:lnTo>
                    <a:pt x="1387" y="6013"/>
                  </a:lnTo>
                  <a:lnTo>
                    <a:pt x="1387" y="1388"/>
                  </a:lnTo>
                  <a:lnTo>
                    <a:pt x="4163" y="1388"/>
                  </a:lnTo>
                  <a:lnTo>
                    <a:pt x="41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11;p42">
              <a:extLst>
                <a:ext uri="{FF2B5EF4-FFF2-40B4-BE49-F238E27FC236}">
                  <a16:creationId xmlns:a16="http://schemas.microsoft.com/office/drawing/2014/main" id="{EE366304-4623-A200-E4EA-15B9FBB788FE}"/>
                </a:ext>
              </a:extLst>
            </p:cNvPr>
            <p:cNvSpPr/>
            <p:nvPr/>
          </p:nvSpPr>
          <p:spPr>
            <a:xfrm>
              <a:off x="2107350" y="1278275"/>
              <a:ext cx="104075" cy="208125"/>
            </a:xfrm>
            <a:custGeom>
              <a:avLst/>
              <a:gdLst/>
              <a:ahLst/>
              <a:cxnLst/>
              <a:rect l="l" t="t" r="r" b="b"/>
              <a:pathLst>
                <a:path w="4163" h="8325" extrusionOk="0">
                  <a:moveTo>
                    <a:pt x="2775" y="0"/>
                  </a:moveTo>
                  <a:lnTo>
                    <a:pt x="2775" y="1850"/>
                  </a:lnTo>
                  <a:lnTo>
                    <a:pt x="0" y="1850"/>
                  </a:lnTo>
                  <a:lnTo>
                    <a:pt x="0" y="3237"/>
                  </a:lnTo>
                  <a:lnTo>
                    <a:pt x="2775" y="3237"/>
                  </a:lnTo>
                  <a:lnTo>
                    <a:pt x="2775" y="5087"/>
                  </a:lnTo>
                  <a:lnTo>
                    <a:pt x="0" y="5087"/>
                  </a:lnTo>
                  <a:lnTo>
                    <a:pt x="0" y="6475"/>
                  </a:lnTo>
                  <a:lnTo>
                    <a:pt x="2775" y="6475"/>
                  </a:lnTo>
                  <a:lnTo>
                    <a:pt x="2775" y="8325"/>
                  </a:lnTo>
                  <a:lnTo>
                    <a:pt x="4162" y="8325"/>
                  </a:lnTo>
                  <a:lnTo>
                    <a:pt x="41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12;p42">
              <a:extLst>
                <a:ext uri="{FF2B5EF4-FFF2-40B4-BE49-F238E27FC236}">
                  <a16:creationId xmlns:a16="http://schemas.microsoft.com/office/drawing/2014/main" id="{F9EBB17C-472F-73CC-8917-CF8519406820}"/>
                </a:ext>
              </a:extLst>
            </p:cNvPr>
            <p:cNvSpPr/>
            <p:nvPr/>
          </p:nvSpPr>
          <p:spPr>
            <a:xfrm>
              <a:off x="2037975" y="1093300"/>
              <a:ext cx="138750" cy="185000"/>
            </a:xfrm>
            <a:custGeom>
              <a:avLst/>
              <a:gdLst/>
              <a:ahLst/>
              <a:cxnLst/>
              <a:rect l="l" t="t" r="r" b="b"/>
              <a:pathLst>
                <a:path w="5550" h="7400" extrusionOk="0">
                  <a:moveTo>
                    <a:pt x="1" y="0"/>
                  </a:moveTo>
                  <a:lnTo>
                    <a:pt x="1" y="6011"/>
                  </a:lnTo>
                  <a:lnTo>
                    <a:pt x="1" y="7399"/>
                  </a:lnTo>
                  <a:lnTo>
                    <a:pt x="5550" y="7399"/>
                  </a:lnTo>
                  <a:lnTo>
                    <a:pt x="5550" y="6011"/>
                  </a:lnTo>
                  <a:lnTo>
                    <a:pt x="1387" y="6011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5" name="Google Shape;5625;p32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D09872D-2487-AD9A-6778-D9B983394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7922E888-E7FD-D02E-3060-46ABA0624CEC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32CC2C7-8C91-2130-7FE4-8FF6C2624190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49F02D4C-4334-BE6F-8D49-BF35F4CE0CD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E727F149-A719-826B-2A3E-91694BB2A1DE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A8C7262-0668-D68C-FB69-DE66F3891B70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DA25061A-AF29-BFC1-09BD-CD4BE254B1EF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5AB2444F-3E4C-8B9A-7289-352D7095E59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608B2F70-B5DA-DA08-BD6D-573ADF35D5A2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9860320A-D388-31B5-AA5E-554F9DB133BE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7CCA54C0-CA2E-6A04-C2A9-013A18CD58AF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8AC215A-786D-B87D-0B71-DC9EB9724D3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03817671-0FB9-094D-FBBC-DBBD3873824C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619DE87E-83B2-388E-357F-2B280A99225A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5EFA704A-8F7E-9C04-7E24-5150FEF0D479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1C283F6F-C205-1AB9-08FF-3D551C1DDA84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41BB7A4D-16B2-41B0-230E-822E5D6E62DE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22A8DEA6-C01B-F6CD-FD70-7D3632F4EE95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61D2FF7-963D-C81F-6A6D-043A49AEA382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E3D27AC5-F6FE-5721-42D2-E7AE23440879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DC1850B9-8494-4BCE-9DE5-2B31AC1198AE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54FDFAAD-F070-9DA4-0B8F-1F2428FF622B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1D6E50BA-B997-C74D-2538-764D55E03617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3B1029DB-AEF9-09FF-ED62-E94EBF8DC0FB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4CDF187C-0B06-1FB9-0AAB-9681F8E851F3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75F63A7-0B79-E202-B20F-0F2917810C22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6701E748-100C-7111-621C-61BB4FEA853E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8DC1D9CF-1A7A-FF20-F7F8-C4F27B576F60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730E677F-C0D5-D900-A2DA-2F5A411722F2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2A876E6B-D564-F015-2D31-F70FD3645A19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7EAE1CCB-5AB0-FC88-2877-52ED14C27A2C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8A3267AD-1C8D-A463-96E4-D02AF6F5AA6F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7CF76847-ABC5-925E-CE77-65182F69845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07D276A0-3835-6809-2A4A-382A96DF54B7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1052B53F-9532-315E-5213-BD370EB87499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3C4FBB05-97C4-CFE9-1E5D-B7F2F1CB3270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7E78743A-EA3E-5701-787B-85F1097CDA68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2E6F9C3D-6F39-86DC-084E-C6C90AAFC4CE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FDDB2D1F-CB19-808B-7C42-C880CE509150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52E40E37-75F1-9CE6-D35F-395A0FFF9308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95B5F42E-0CA7-569C-7EEB-20F4E041449D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2B050DD1-78C1-DAA7-1394-0E8B84DF5B4E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1BBE5821-0AB9-B5D9-6572-383D61EB24E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E62C75F-36F1-2247-5132-3C48A5F89F8A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BA3E101-8AB9-CA5C-1F6A-197B99B8FA54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23B358C1-234C-2C28-A00D-A5BD10EDE840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6D7C7417-8E54-D7C8-5E8D-D74A4AA812C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277FFB07-E1F6-5908-19C1-68D7D7E91EF4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91356D00-CE5A-23AB-65F7-FAD3746E48DB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6D8ADCC1-D333-B2C5-A203-EC771F570949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57E5C0D1-C781-C2F1-D44B-51CCE1C90B58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7695F3A3-150C-D3D6-DF7D-0C46D915388C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039E9D4E-DE15-97C5-96BC-711407772498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445DE467-48A6-4E68-ED32-CDC21868D87E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E6A8FAB4-EEE2-BC88-671E-824D9CC3F4B1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736286CE-318A-6BF1-965E-B19016AEA485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8D55B28C-7BE8-2CD0-FE6E-1B189CB3A2A7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3AA45DB6-8CED-BB4E-89A4-C86059AC999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DD42C4CD-6632-C340-37C3-6F2D692FFB0E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B4391150-D7D5-9B54-D240-DB77FD8601DA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20576D16-C1A3-F5FB-2B7E-34968C84996D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EEFF2CBA-A357-1978-9313-3FB3699A6D58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EB015E65-A467-2E61-AF81-23C7FDE06563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C0C74C9F-96CC-2D29-9C6D-CB02F7E63629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4BD870E9-E385-DC80-3DD9-E006672E393F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76FCE4B3-C556-46C4-FF95-D593213FB377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6EE41863-6771-36B3-7991-FACC35FE2CB8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C5AAB484-18FF-8D84-2AFA-450F9BBD07E8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8EEE23C4-81F8-2494-0A97-E1647D701C28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BC7E1BF4-AE55-6F62-DF62-EE04DA0BED89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B6DFD704-B078-92D0-71C2-0EB9B7881DAF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3A3AFF81-5DE1-1860-CA88-CA63AEA51B8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6C6292A-9492-0121-921D-9A282C2806DD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AE530738-9AE3-4199-676B-E7C08D3E5AE0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922B6AB0-7174-A6B8-F184-3C312239781D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2C980F2E-BB2B-C09A-6B7B-3A8205B4779A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2698C7B-7C0E-CC74-857B-2643EE0C9980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D816C13-5796-E468-B902-8F51735DDD84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1E142D7E-141F-96AF-2A29-336997B94964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5E2EEEC6-6C61-2920-7A93-186090C90297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AF06130A-4856-77B3-6F06-F03C3304C466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94B10F60-FED1-379C-A8F1-3B402DFCF0C0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5A86A7CE-2D25-C601-69AE-65FF0A2C7CFD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ECE30AF2-623E-1C4B-873A-03A9E2456B9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540054D6-FB25-2E03-12D1-889F7E825A7B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0C3D5435-728A-6396-C157-1F78CB684338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FB29968-F949-EF45-46BE-16905B65B342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3B00E27B-D365-68CA-73FF-C7F6047014F1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57D2CD8E-2BC4-B722-16AE-15AC818C1D4B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B96BAE4F-F9DA-839F-0ECF-D6706AFBFD35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50101046-FA73-C8EE-C4D0-05F5C67E071C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2C0470B6-8DCF-358E-E776-9F6C0DA9B7A6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E7F93BAF-0600-D113-D560-1AED14D7573C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DE0ECA76-A34C-5A2E-3048-80BC3ED21D01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493C32D7-19D5-6BD0-0435-3BA76605A31A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09A091F8-89F1-770F-2FC1-F4B57FB31BE2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3CF16807-AB6C-D367-2234-978E78A0A435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19687ACA-7153-CADA-635C-67ADA3C4604F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2EDF74F1-7E5A-D693-EBF2-C4EBDE3FE27A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0BE61AE-33DC-10B6-30E1-EBA1BACE6719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D0D551-8861-5A1D-0E88-1ECB5D6968A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D00BA337-DCA0-80C3-0836-8F6F238704B2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EFF4EAA7-9493-BE67-16BE-8F4C95743D84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76259A3B-296D-7D28-2754-837A7E64FC89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B7493890-41C6-3B0D-1F63-E06A4B2A74AC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9367E266-EC2C-8C61-A7B3-8CFF0388DEC7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27BFB37D-13F2-D82C-00DD-D2B7007C3018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7142C32-794D-134D-BB52-5E2ECF8A276E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A2C585E2-0636-3B28-6FD9-83A150A59E45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35C71021-14FD-3936-EEB7-1869A25F3881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D3D6B439-BCE9-EFCA-033F-8C24DA41F800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2636D613-89F0-9858-2027-97E9F0B93C33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F9D410BF-E88C-205E-22BC-585B2F8FB78B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60E230D1-BBB2-C060-6DE2-F986C40708F4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0B21B156-E27E-A66A-7FA7-C9586729C4C6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D74FE4E-BFE1-4F3C-36C4-1C3CB959CE58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7E670DE3-29DF-BC54-9471-2E92F54EA450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D82732E7-38D3-B7FD-E616-6D55F00F32D1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792BE6C4-BA16-87EE-7947-A7F34577F304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D154D531-929D-3950-711C-B7109F9B69BD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6BB85AE-AC88-4A26-3F4B-FC8A8F5CAB97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EACBCDA7-119B-88BF-EDB0-605ABF05C784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0675DC9-FAA2-4E82-22D7-ADC965326D33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E6E0B88E-3AB7-C462-3649-47F17E80DC7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524D2BA4-56BD-5C81-2FF8-C3C76529A5F7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54DA8AE7-5E00-4AD2-AF8D-231A560D7D2B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976CE37F-E3EA-33CC-B38E-10C3B87A74F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AE0CECA9-7C16-1F1A-F1FC-099072071BD5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29B584A7-427B-C997-4AD8-3071C79AB6C6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2EB07E2-0901-97DB-2545-93393EB385FD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7BD94A8E-5621-D7CD-7FC5-BB45E286E8C1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99B5036-545C-29B5-E291-578FEAF86C97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9DBBE349-4ABF-907D-8248-1291C96A4438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AC7D36EB-6A08-1F98-0B89-B9A1263A4C2B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543A40EE-AC8E-D655-6C72-8ED41181737C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1A1B7E9E-16BD-F831-27EB-2B896661BFB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13AC19DD-C6B7-8E18-17B7-BB6B037ACE78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45501CBC-A8D8-61CA-3254-62948AC8D0A7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948DFBBD-00D4-07C0-5A66-6D39BE784079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0622EB7C-B5F3-23D0-77FB-6A0EADBCD022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EC9594D7-2AAF-2934-443E-5A89C01EAAED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A4FE2F58-7EA3-ADCC-599C-CB26AF16A858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56809FE-B7A9-C3C0-1E9F-D693FEE3A70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ECDCDCF1-9B27-B640-B131-255651B53EE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62959BF0-B215-DA64-98F3-71FF44528AAC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22F409D4-A21D-E579-CB18-1E7AE456BA41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4B8E985B-B6B6-2F4E-91C2-44EF8FA23428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465A2324-7339-D348-39FD-8DC7AE1050C9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09A3C903-D235-5592-3AF3-83815358A67E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74A105B6-BA12-F322-AB42-AAD3F4ABC10F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6C66C147-16B3-5BB8-3CF8-CA302C6B8489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B6B2A1E9-D420-B8DE-CB75-11D701237CD4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C0E02F4E-F7EB-62B7-7B0B-6718DC640144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2D8BFFF2-3587-014A-73F7-26318127CF48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B4FD20C9-65A6-F392-909A-4BBDC3109298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DAF67738-88E4-CAEE-15AF-BE371C549DE2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D6BA93DE-28D0-6FDD-6769-E6E919F1FC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0AB0AD55-3F3A-BFA0-EBC2-15DD79CF2B4A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166D0D-707B-1942-8469-BBA1F01FE76D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242E1B65-9000-4DE1-73A9-D00E690F9B16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ED83C8B9-06BB-40AD-CC0B-DA505628E1CC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907A9D7B-5757-BBB6-62A3-B193E13C59E1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ADE3FB96-9B58-6571-91D4-B032E00F4408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9C91099-6C47-F9DA-6BAB-45DA9720FD23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D30D63AC-0A5B-8581-34E2-86410E93E0FF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61503B5-B16C-8EC6-ED4A-7CC4D4700136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E9959A7D-C338-A89E-3980-7B9743B8B28D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FB9653EB-65E0-E664-891D-677E71156494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2B58471-7AFB-4B1F-5175-9496B4988C23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30396D91-A6F8-9222-16E3-28A9F9575CFF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2ABBD7A7-993A-52AF-C76D-23A4C7BCBFB7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515A98DF-B659-81EA-CBBB-26DF57199C9E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216D4073-6AD6-4488-77FD-9A55DBB14638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D7A4F2CC-E9F4-951F-4E6E-B9ED632C03AD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E3CF8107-CBD3-87EC-E21D-93BF444D2800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6DEDAA01-3B1B-64DA-6054-268AE1C54AA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893329D6-FF87-ED6E-8F59-7DC35DA40349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6F46CBBD-A7D3-E965-361D-DD4E201C04CE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E1C77380-F97C-5118-EF73-E5514DEB8173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F368E332-37DE-9AD4-609B-4DA694B3AE65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9AFC77CE-2095-98A1-E83B-69A3705E9D45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FF2596EC-01E1-FC77-F577-811BA2B275EF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4C2AAE57-12EC-E698-0412-18393A35AAC4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1A0A525A-4C63-F7A8-8A7F-CB962BAE8AD9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CD12DF1E-78C0-D34B-8E29-F5E9A6963F62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1AE12BA1-4A37-67D4-2879-805A2F842D23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5CCB4D3-E928-C72C-85A3-8AA37EF682EE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10A91C0F-5869-C153-EA0B-CF8A2D2AC8B3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37DE4F11-8399-B616-8FE7-611B14899FAA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4FB3C5C1-DCA9-4D95-460A-3DAB4E92A246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591D31E0-B7B3-019C-773A-F7DB11FE5A80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5D342ADA-649F-2B03-185A-322396F1BBC8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4AC5087-BF7A-2B57-94FB-89E27A875297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4A562878-0117-90AD-DBE4-2591674EB7B0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83043542-C36D-837E-06DD-357EC8C2E6B3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B3A61D58-3BB9-69A4-4D62-769C5B0F6591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34E5B9FE-9ACB-927D-51AA-DFF98E631B45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9E7AD7BB-89F5-F589-8516-8EA7B0EF68BE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148DE64-6C04-067E-B2F9-C3287218B449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6A68AA59-1129-71B7-D44A-C9B0B0F51447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C4CD05E6-084D-8F11-8E92-6BBCBF68471F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C588DD16-C571-34D2-FFA4-6B8E36B6ACA6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52984B13-2F0D-C7DA-FDB9-A3115C8EE5FD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4B61F6E7-EBE3-D011-20DE-D17E03E8730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3077867A-557F-86A7-C31B-F58DFD76ECF9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EA0E7587-696B-4458-6316-BA0B8DE79D48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6086C01-C62D-FE43-34BE-34F9A6E76C5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F0A6F4F4-46BB-4062-6CE0-F94025E783AE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744B21D6-7EB3-FCF8-41A0-0961AE38043C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1BE84166-9506-3283-ADF6-0509B8ABD7F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0F68D914-1AF8-D5C5-E5CC-8ED63FB41C5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F3156363-2596-2C46-2425-B5A1C8C2ED51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160E2AD7-B13D-61A6-ACEC-0F51D7E7E4DE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A88E076F-A9B4-552A-8092-4E9E64E4E751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22FEEC61-1211-FB24-B8BC-63046995784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AE08E89B-D7B5-A85E-973D-67278D9E29FA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1CA550C0-F23F-CDD4-596D-F5808669F9AB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AB0274BD-6EB0-6D2A-3213-4A618D0E4D00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2393E89B-3E3C-D883-19C3-2483D8DC4855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704CF889-6B7C-CC08-8E8D-594B87E6357C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8E66AA17-DE4D-8C7A-CBDD-A3C6927A0657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9F4EF2FD-11A5-5EB1-5379-04A21AF07CED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7E7F178C-A957-9A17-57ED-D499C837D8C1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E1278AC2-5194-A78D-BDCD-6E448FA770B9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EB3EABB9-CA87-DAE6-7B8A-6D8718929F6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2DD9F3E1-8070-DB5C-EAE8-DBFF8D8499D8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85788AE7-E003-BA26-23D5-D984A8A854B4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FD8F28AE-6D41-B505-82E7-20BBFAB61532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A4A7E958-48E3-E936-1E53-76ACF2CE0B6B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350F28FA-80AC-AC9F-BCB4-6301C41AA461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13BAFA87-E065-851A-55AC-7ACE808B5FC0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4047F1FF-7685-7495-6515-F1A18FE05303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66A441F8-6409-819E-25D1-704B155F5DA7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167E995D-D64C-F33A-EC4A-4F2B121BD883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28B53750-1A46-7B3F-8EFC-ADAEFAACF49D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64CE36CF-7C34-B255-4B7B-77DEFCE7FB71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506C4C91-6BD3-8CD7-9679-E7BF92203BA4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2986BF6F-E1E9-6C12-E36E-480C9F3A7E8D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14C7265A-89BB-694F-BDCA-013254E9FD7E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A408309A-E12F-9BE7-77FA-6CDE146FF6C3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FB7ECB7F-F992-3D6A-EED6-34D253F9E071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6DA6FDAF-DEBE-8C81-A4CF-7E7C2864D879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95" name="Imagem 5894">
            <a:hlinkClick r:id="rId3"/>
            <a:extLst>
              <a:ext uri="{FF2B5EF4-FFF2-40B4-BE49-F238E27FC236}">
                <a16:creationId xmlns:a16="http://schemas.microsoft.com/office/drawing/2014/main" id="{EABCC6F9-74B8-AEFE-F1EB-19CC56CC5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47" y="593631"/>
            <a:ext cx="7251905" cy="39562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7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3D38D6A5-BDD1-262E-A6D6-554C3EDC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94F6ED2-464A-DF18-B4AA-B4478B6E2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00883B12-C057-7037-C069-A67F137A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97BC1C7-2444-01DE-495F-2DCEDDED2B18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121B3C61-5A21-E14B-E244-98544E33B012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7FC3F8C2-836C-2DA0-EBC2-D51967838629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E99810A6-4E69-31EB-1B0F-85377CAAF953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91F987E1-D037-F3C2-D675-AA7E115D73D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9C159551-3341-99C5-112E-71F796D7A967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66151C0E-312D-2083-0A25-EF64F377E2E8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70340B08-E4C5-9455-681A-19EAFD202CB2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1EA09A8F-C295-436C-4CC2-AE5949A61F27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D58A9B55-69B4-0627-0751-28A9AA4B4182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027BEA8-EAFD-1D6C-C2F5-B5BD813DBC8D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DF6E152C-8FAF-2A32-4FA1-C2405B7DA07F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9C2D7CA6-617A-8F2C-7993-AE3930255FF5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8A3BF4D9-1D23-86AC-9B6A-D04D9335A06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83FD273-DF2C-A259-83B3-4CB82BD285EF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06F0F3CA-FBB9-3EDB-018B-227B4FC6F7D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715C395B-B0F6-0F5D-0093-0E9969DF12B7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2E775D7F-3313-98AA-3F6C-54E99B52E63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6C81873A-0825-4ACA-9CC1-41A396830923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7888F031-AC45-DCF7-0F36-6D2354B3C617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DBA0CBF0-A6BA-0566-875F-FB79E4755D3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0DFC7529-2000-E7C1-3866-1B15B731E6B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557D02CF-1D60-15A6-3A06-8FDD679C2FFE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633D4B9F-A43E-0531-F3A5-9A6A470A9197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3D31BA3E-1CD9-3343-AF8D-FD6E883C32C2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0413C7DB-CAD6-17A9-CC1D-DEA832740B35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C2DDF43A-8183-332F-A03F-F07E2E7FDF76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DBB919B4-669E-7536-C375-90D26F90023F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4BB6641E-767F-D659-312A-9E5D6D2CAE97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2F9A7213-CDE4-B2DD-361E-2F5F01524779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B1C4D735-87E4-96E4-AABE-72007397B7D0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CE16FCEF-D85B-0826-9775-FEACE8A0FD0C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39777C0D-B65A-AEA1-FCFD-CC7E157E07E8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C57A5F53-938B-C2EB-17FA-EBE9E8C70CDD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F7E2D7FF-AB04-5ABB-48AA-CD3600538F77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C75CA5EF-8CEB-A317-352C-843E8F1E54CA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0FC29583-A367-E5E6-160F-20B32EA8C4B5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0681330-5798-EEB3-1635-DE7130C939B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8155475D-37D0-8BB3-9BD2-83CD43D107C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32258914-247C-6AA5-61F7-55451F29061C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ED708C31-48B0-44C4-F43E-FB86D182AF13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74DE6CBB-12E8-DBDB-6B90-AAD2B794AFFE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0B4A2738-9C4B-1BDA-5A37-5627E0FED7D8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2564CC96-EA15-BE63-1D49-2E9878091E8B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AA9A5BF2-7550-D8B5-729B-267380FF132E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CD18FE7B-E875-8C4D-B86B-348F8B07F324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1B93649B-52C0-DF5D-F880-45A4A6DEA571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94F30F7E-D872-E2D8-C72F-0A8E20880D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07973AEC-6E81-6330-9692-4C5F8A50EE8E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5C0CFE2A-9C49-38FF-D5C8-56425CB5D59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241EA941-E763-80BB-CB07-F6C496188DED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3E34A94-09E2-926E-FBB5-BA4405CB4B54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CABBEA0-9570-1725-672D-7154A3877780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1D61FF56-0888-FD2D-2019-DE49B93D245F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CC6A3D74-AC96-55AB-45B3-4C1DFC0C369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35A98B25-2750-A867-B8E9-8F41B9CBFA0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5703B33D-0011-E091-05A1-D28BFD8FE194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47877EC2-8CCB-F531-CAFD-123EE9FEA1E2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A260F3F5-9BDA-A4B1-B434-99F77E27A01B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C96A621E-C0D4-763A-308D-5957058C28DE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9FF2DBE7-DECC-5610-CCE5-760ED3F15379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9F9A5D5E-8BDF-CA57-B5FD-5677E96F0384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93019678-6D08-741F-9C6B-F3BE5B8C85DD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A3CE95B-E2D4-31B0-1A77-9526875CBDD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BA0EECD4-0226-1DCA-53B6-62217B6B6BE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960657F7-7724-0A6D-6B9F-4C2B502C0FEF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8120EBBE-E191-9AFE-F767-9FB9A00C8355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3E846D86-4CDF-4598-3C2A-06538CF802C9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2070C0FE-5680-A4B7-F925-2EF52D4E8DC0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DC92C570-F1F0-72EC-BD09-722A1C433C43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8363668B-7E0A-DB80-3C83-972E93396D3A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35106DF6-F4A8-A7BE-84A6-25DF16914020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9B1DC288-9FE2-AFC9-AD24-A502AD5F2629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46D24236-C5BF-46EF-02E4-5159EDA2C5D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3F5941DB-C673-DF29-CA93-04BA331313F5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3B6052AA-BE6C-167B-E8DC-543D683FBB6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AD65CB16-B2CB-C29C-8855-2B9CF451CBFC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1409CF61-C98E-EA9B-86BA-788C26111948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D72826-1875-7B8A-8037-8E94A9CB5BF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DBF58446-64FF-DE56-9BA0-1222CD75B156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54E296B1-7C75-8626-C674-4D14C1839C94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6FE01568-7932-A818-1F3D-D2C4308DF0A0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51A7DC39-C14E-B030-C9EF-A379A1168FB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0ACBCA05-EE33-46AF-26E3-275C4E3D1055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7BA91C29-048C-F167-A873-BE91DA2796E6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8179494E-4ECE-BD23-C6D4-5C95908DFC46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25068C0-499B-1165-983B-D1580EF10B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B6A20639-04AB-AAD6-270F-5B6B990167D4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7FAA0EFC-3E18-2A25-B940-C32B8019E64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A48CCE7-791B-4E67-F655-91E3BE4E8041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249E78A7-6E8D-5596-166D-1E7CE84889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FF3037B3-BFCB-E3C5-19C3-16CDD220CE70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04BB889D-46CA-A884-1CA2-DCF2A4E37E3E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FBEFEF0B-5BDE-CE7F-8A5F-6CB233605645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D66FD3E8-8F2A-00F4-D5B5-D11D58527537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3544161A-FEFB-C343-435B-02BF1406A80D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13E9310-83B7-C9B7-D0AF-7688423ABEF9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4511972E-6D30-34CA-1F4A-675B82AE54D3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9CFC2D1F-9D36-F042-E036-F3720E70DE3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7987F123-332D-E7F5-24CD-45F7E21BBA96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20F2FD43-8F34-C1F5-E849-597F2B0456DE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B882599E-ECEE-9C05-7A1A-FA49AD9AE306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A3DD2C11-7321-2DD0-B874-7544EAF42F86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8D692705-D642-C6BC-F342-74C906A859D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A090C7BC-F1BC-4595-6A02-8FD9044AFB05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C2E151F-37A5-49F4-8EAE-78893C293074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08DCAA1A-188F-52D6-5FE8-42AD51D654AB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AC6FD800-4CD5-D6CF-EC07-AB566A908802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F158079-66D6-7A58-4FFF-F932AD7106E4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809121B3-0B47-2A2A-A02D-58FDBB06899D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B69BDBBA-CC87-3C75-54DB-2057EBDEB197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20E708F8-3C77-A2B1-755A-6EA541F71ED6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F1B0DA88-C616-7CA7-74A5-C11252CE8976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5E0E55CF-25AE-2F60-8C7B-1D39B24764C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72885A29-C419-A216-BB0F-1E45758D2BFC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FA226119-AE36-20D4-38A0-D5AC1A72B76C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4B8BEA81-0A43-DBD8-444B-7223F24841E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743983B7-6007-DB26-6E6B-1F2016A17AA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5B9DFB1-4381-300F-C800-17C8264251D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7D7DB336-AA22-AD3C-4947-A67F0BE8CC2B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B9EADA09-E43B-40FC-63A6-1C2D7B87E648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654ACEAA-B1BB-60B3-D5F5-EADA2D20F08B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CA8BAA33-5477-7CFE-9CBE-E592BEE72374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4AAF4290-284E-39F3-0A4F-AB8952A940A2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FEF275C9-F4B0-42D8-727A-05502691377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4E8AAAED-076A-59B7-939E-7C115E27E7DB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18A30B8A-0BF1-4F5E-B21D-81B7EB463013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BDC6E4B-4033-09E5-EBA5-A7C262552F5D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948DBC67-F221-E38B-4FE6-A2E66A8A3929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74168762-2D0C-966B-C78D-D2F5F6649340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1BD09F4F-2FB0-DAFC-78B7-41957CAB7DB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04ADF744-B1B3-E9A9-94A7-81AAA91F0166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85C6F48E-F565-AA69-F670-E985D9756E43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D018283B-7A21-6E17-62D1-6213ADD8580C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1143CD40-E21C-DB8A-BF71-99B955C6298E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B8839357-9CC8-B3B6-D289-7C4696F3DA3C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F2A409C9-5C23-DC8B-CDA4-8E44829DB50A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FD1DDC84-F6D1-D373-8D55-63EC24621ED1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48CB4618-341A-F3CA-29C8-CD9781C17E3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682834BA-0129-8C7A-46EE-6698E35E371F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3C52EE99-7566-9981-0531-1597EFEC2DA6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49858107-BC34-E126-57A9-3E56E29F2E1E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DBCE3980-3468-8109-5228-CA9986AB300D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6D67FB3A-8146-28A2-C893-7824EDA45672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3A3EE55-53B1-9E88-05C9-29A8A79D9C3C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26A4973-3C4B-639F-89E5-220DF96D94D3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997E7A22-826E-A8F9-61BB-2B6F40F6742E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C769991-F386-4B8A-747F-9557CFAB5A1A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6B8631DA-1ABE-4642-C41B-581B81930923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F8803889-F8C8-75D3-D56C-A848FC20BD9F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0AD80A2-040F-2C7B-78EC-7F154F280596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22C4E24-BDA0-6019-665D-3D8628A46845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FE11D6F-AAF6-2FDC-0433-88A5BEEEBC5E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11E437-06B7-B1F2-B234-7766DDD67207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016AC3C6-659B-45CC-39DE-144C6BF3BEBE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0CC702D-C4A9-FC58-2F9A-AFEE0F0962D2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CBCFC672-AA8E-58AB-0BAB-191E202F065F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71A5F08-0E94-DE97-5C58-99C41E0E002E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A0631070-3E52-AA82-C59A-E6465AE66F6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786F5DD7-3816-248E-5759-624F1F6DF600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927E546-53B9-7A09-47B7-DDEF3B939B0A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9D95787-404D-273B-0495-F70EE8479CB3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C097F54-4792-E64C-19BC-A0832948A5C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49F14BF-BC8A-3EE1-11D0-2D093BF8BD19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C99B47F-827C-6487-8590-91C875A5B92A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B846E318-0EE9-1CA9-A82B-64B83F6B95FA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5FD472B4-BAB5-8423-CD98-59FC87BF0860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114DE23-E1B2-4560-C498-245DE4C81348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61152889-7A42-BC03-633D-DEC78B7CE430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B4DAC5A-8085-27AF-E4F8-FE42A4AB0DCD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80502587-7ECD-DE41-6A51-7FE116029397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EE0BE8DF-2EB9-386D-7099-F17727BDF36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0F7666FB-CEC8-581A-4481-73C4B05D9898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2A7D510D-D6F1-8D38-3971-E86014602A4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38C92CDE-A79E-E15A-6DED-E5BD55FCC65F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1B161C0B-89F9-64AD-1F04-BCEB184D30A7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88508FB2-19B8-2BEA-2429-9CFD371A5A3B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3E029CDC-417A-83F3-D3E3-4EC16D07FEF3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6DCC3471-96E8-89FE-1E2C-0B7A3B94FE31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02C30A5-582A-8F6C-7E70-21AC96CE3BFE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6D0009D8-DBA1-759B-AD41-3C3C146D7B00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56A140FE-F7D5-E15C-639D-BF5CC688C72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0CD5A623-E8D6-0B2C-C94D-E8BE5DFE4C03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009B4057-FBE6-E8A2-D5F3-A4F79D8701CE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A6F7E3D3-8AEB-503F-CB96-6DF6345F3F61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1A48B035-EB20-DA2A-6DF9-C3810C31DF49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0FD5921-DAF7-C14B-1829-D6B8DF73C93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484E55D0-8BD4-91BD-B004-D9D34B9FB40A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7F523875-74ED-ECE9-9625-B825B81D80E0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F61F446D-AFE4-70AA-424B-6E8C379FB3C9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61D48495-0430-ECF2-86CF-91A063159309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E1613157-2D63-BDC2-675F-E438B723AED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C55D993-6B10-48FD-632B-1C3A43A10435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74A222A0-6536-2C36-41B8-8A3EB605C752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1D61792B-FF06-957B-07A7-BA3CFB99E2E1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8FDD9EA4-B496-D091-421A-55875E240C79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16DE40BA-B274-FD0E-DABC-A7F675419B47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9E4CFD3D-1D73-2529-965B-128FA6D2FF42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F78368AA-A6BF-3099-07D1-738BC5A0A352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782F681-621B-9BB4-D652-C50AA099B226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BA12055-C4C0-CFF1-98E6-BDAF2464DC1D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10B2696D-D8A2-15EF-B4FB-4EF11D9C32C7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D5EC0682-FB85-0B25-97B7-23478DCFB31C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AD7A8239-8C6F-8CD0-BF23-3671ED962B43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3DFCBB8-80EB-11C5-987C-F1F905B5DA2E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4CDC1080-8C14-577A-30EF-C739E34D4295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F992A6BB-174F-1820-E413-9350471FBA96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02D4D022-15F8-4A8D-0AE8-2196F892AFB8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021D7F92-5B12-16AB-1B5E-8BAE58793BCF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451A4C79-F89E-94F2-CE82-1E4E80AE221A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8EAD67CA-7687-A8AA-5CD3-1A1E09B4E215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1DA2076F-A3EC-90A9-39CD-98F939E7F4B5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7C545AED-6A37-270B-2202-534EAC575074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9FFA8DD4-77EC-7D4A-CC05-FB0314F4674F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84014174-0C9B-A55A-96C4-03A83596F7EA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CA801F53-D812-10C9-D341-7386EAEEE6D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1E43330-B383-A868-741F-0238D04FA81E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AB254EF4-FBDC-ED04-E11D-C9366F589548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774103DD-DD6C-3893-BD04-D967ACA66BCF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164E7C54-9D13-2B2D-8D72-607FA6BDBB51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874EFC7E-A3A6-92C4-8F3E-973522E4FFC1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6CB4D2DF-2503-294E-C8EA-00B6A7F1795D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02C39908-F51D-A855-86B6-D1386400722C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E0BE1C6-C133-6B9B-B126-0B84C16C2558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C42548C6-695B-84E9-3674-FCBF0CEA41CC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BDD2DDA9-3B20-CF50-F15B-2F3A9AC2516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5C5BACB9-2A55-3680-981E-07488C6FD89C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31F53FC-5752-5BE8-45E5-67582E8BE119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F6FF36ED-46E6-6D91-052F-9E9BC3AEF371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4309831-62B6-FC5C-A60B-68FD293F26A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CDB9AEB-31CB-7171-ACBC-EFAC291BF8CE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9784F47E-D853-ADEE-86A7-B1D06072612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C0595E06-4585-8445-02B2-678F1745250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26B2879-D350-DAFE-102F-62FF92CAB65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A83A4884-0527-C494-46D5-9919DE73D46D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A87D991D-E13B-88E5-C5F9-D4794B049FB8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3781BC61-7256-C154-FE93-A1F5E71E9074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08A6D310-78F9-5A21-6C69-7432E1492C0D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91982B7D-976B-589F-0A2B-6857637C210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F1146934-6DFE-8CB1-0303-37A68E0BD9F8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F7500281-2EA5-A65E-4959-75E7E84BFDC1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C28A656D-08DE-37DF-C5E2-3B2F6D595AD0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AA91F0FB-A350-0E20-147C-16EEC16AB04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313402B8-1356-E98F-385D-13B3ACED13C3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54B37C1B-E289-FF0D-CF90-33F7D5757BE0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743384-078B-3D2A-2145-AE2C43E9E8D9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30330228-790D-43E8-5F91-2721597E9B23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3DAA1C2-20E1-5A20-84C0-3E040B6DB3B9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2640965B-24CC-8767-3D61-E494CA3A31FB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036A3714-03E4-4487-76AD-7BAEC6573F8A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1FCC201E-93EF-70EB-9A49-7DFC5C94DB1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A84B21C8-16E3-4B65-2B02-6A0025359D0C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A1B6F565-153D-53C8-464F-E340971F637A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B9E464CB-72F9-A341-2AA8-3D4BD70FD738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FF202572-DF17-4D5A-3EF4-347E9CA813AD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3A264F28-A331-9696-8980-355A13BFB127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09068D56-3B97-055E-7C58-328422836D97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A7C7A92F-3B1B-A2D5-A9B2-DD222F0E8258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BF0D4A3F-1EDB-8C52-A669-9CDD1A0F9D5C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B93F1551-FDE5-65F9-20A7-276BE9CA1DD1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E47B440F-199F-15DC-AF67-C27F7257C592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D1437BB3-C070-42AA-23B3-7CB6AAEDFCD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84BD3740-2F1A-BAEB-D68F-041510520CB3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DE6C5191-8FD2-4F98-8B6D-7859309FCC6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A362984A-19B8-5EEF-9A51-7B33CD6B58E1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CD04FEB4-7B30-18F2-72EB-923B4674A8F4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ADECB4F-8D25-BCEE-FC63-B528C15434D2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37395B00-8D28-A3CE-1515-D525E07F14D6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51C61BB8-BE87-D97A-DF06-C61C55107995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06DED596-9257-38FE-1E56-453DFA9BE475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11E38159-975B-398F-999C-3EDD2E772E9B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ABB94BB1-7C29-4410-AFE1-AEB6E59E711B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54BEFC54-B519-1046-2B71-15C9E14644C0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63308398-E638-064A-984B-EA9119E5A1EE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96432DD2-A4F8-752E-24C7-704F2D9328E0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404043F7-4C5D-3388-3169-5691F20ABF96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D0A890A1-B4F6-4A5C-A27E-BDC991905F02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9EE73A9A-46B6-3FE8-91C6-ADEB74D6DDA0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590757B5-CFB5-56CD-8E7F-D526D0B4D8CB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75EA57A-F967-4BA4-14D6-AFF709D5FCAF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EB592847-13F2-0314-B9B0-C16F4D91FC30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C6705FDB-FA38-180A-91F3-0BEA9E30958A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044FA6F-6B02-062F-9B36-7E5DDD6A5432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7D156EA3-C206-4955-ACD6-E814F46FCB6C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89F07AC3-2C5C-8599-FD9E-252872981408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7FD34D01-BDB8-B3FE-66ED-12D10A9EC4FB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571FE976-22A2-9B14-947A-0C6F656228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9A6CA47B-5DBC-7039-1EC9-E1B90915467B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F9E22663-762F-12A3-924E-77CC2C38A822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FBEBA90B-7740-3BF8-0864-853398AE4D03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AD2B6D87-5039-30C4-B3C7-DCAE8955301B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17A1094-8D1C-336A-5424-81E4F6924C59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2C6E5255-47EE-6145-6B4C-0D0A7AA58F08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B12529-5554-76F1-7BF0-A62C1E3D5F2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CC38599-5956-91C0-13AE-68C947EA9ED6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5FAF81CA-1455-B535-DB41-3DFC6217E257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71FABC6B-6931-724E-DB59-5E615D44FBF4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513CA5E7-A059-9140-8F77-878FBE3226E8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6067B952-093C-0589-F9E5-2CF4847F0BAC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11A72B8F-EF07-5E35-B311-36633D19194B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E2A8F70A-E926-4DE0-6CFA-720C93F63C1E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BE273F3-1858-B9DC-6FA8-158D77AFD4C5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F859900-85DC-9E4C-083E-9768C502A3CA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18C8A4E5-BF19-64F3-448E-2F2429CDF15F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20A4ADEB-DCC8-65CF-0A80-6639D979B334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87EBD03-E2A3-60DE-7317-7F22C45D2AA4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111631F4-F746-1322-9C3F-9C22412D140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6D73A0EE-E139-0CC0-90D0-B54D603C386E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07E97BEE-20DB-6788-0E0D-DCF7864EFCC8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FC8A88C5-157C-A940-D5A0-3F9088A0CBCD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973C4B2-7735-1C8D-0B60-4F68144C7959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7E878CD9-722D-B227-53F1-F161C8987FFF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25C6758A-5E24-FADE-E4F5-D1A0BBEFF617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1359BB7-FF5F-FF35-E2EB-698D39652183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EB8950BB-27C7-9BAE-7D8D-258D0E97DA1B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C5093987-5FC8-591E-62ED-9F82C09E747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59B602CD-63CE-5F66-3B8F-544C4D92895D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504EFFE8-41BC-D226-316A-A99713D3BCCD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151E650E-F160-302C-C04F-F4E277D728C3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E2199880-F609-9A50-F093-52C3B82FE26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2F2BE805-3529-390D-220C-CC7F51317157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2D38EED8-8A23-F9CA-3629-D3E28FE6C9D8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C8FADFE0-1893-7490-E69D-9973995B9882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6668CD48-49E5-5123-D0C6-6FC77EAECC2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8C521C5C-604A-6966-60A9-0DF662F4AAC0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C747D1E5-7DF8-0636-6DDA-5062E19E660C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3FA80B48-C6F0-C3B8-7011-D7E177B5AC74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A08C95E5-7963-1BD9-EEE5-C6E9FD4DFD5B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4515CB77-52C3-7BB7-6A1D-84363796743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9580EF0-73FC-7F7E-26E8-36291C243505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2E30FCB1-1680-F23E-37A4-B57E67206B8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D75B58C9-87E4-AB5E-0101-422D3C787EF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C49D390A-637E-C585-645F-52450864E5B0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02FD46F2-1DEB-71C0-8541-022D3A3B4D32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DC1F84-1670-3431-75C6-35AB5670C99B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10107C3F-E112-3D7F-3B04-B8A1415B53F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DB7D93A1-AFD4-FB0A-953B-50E2FD0B157C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6CE1F400-38B5-3ED6-3C50-EEEF8B53E81D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C9871C2-163A-7661-21A4-7D2F7355598C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7C4ABAB1-2F17-75C1-6E83-775939DD4632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6AF524-35C7-BD2F-DDDB-8EDAC9422DB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4CD4D59-ECA0-3A82-0EDF-04F27C0FB1ED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5133D88B-CC0E-BA4B-7769-40E4FF24A68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30ACB3C4-26D4-1BA7-B97A-E8DA4E538F26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62E0F239-6D60-53E0-8304-6AFB130675C1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B4AA1D69-9AAE-8B2D-FFF8-6398D30FA8D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F54DB24-7296-291A-6890-44CDE433A691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79BEE8D4-9CB6-E98E-EC33-0AC0914D2DB6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D357077C-154D-0BD3-F8D7-EB481A19D88C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131A67E4-8146-D43A-C599-71902F0BBF9A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0A1EF1FA-4981-A613-7B55-13B3924FB0E0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9" name="Imagem 358">
            <a:hlinkClick r:id="rId3"/>
            <a:extLst>
              <a:ext uri="{FF2B5EF4-FFF2-40B4-BE49-F238E27FC236}">
                <a16:creationId xmlns:a16="http://schemas.microsoft.com/office/drawing/2014/main" id="{8B6F85AA-E425-F3D4-CBC1-C35933E37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362" y="129606"/>
            <a:ext cx="6738075" cy="48842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592639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61069F32-D73A-1958-DBE5-431E9819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27AB2A32-92CB-B61A-56B5-43EAE6A01E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A8CF7B54-6C06-9092-D566-27AA8A7DA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Aplicação do SOLID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3D8B6D4-269E-B0FF-6F59-1623A703348B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451326D0-D807-2D68-9BA9-F99439A9595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7DDE3EE0-2274-CD29-F2BD-FACEFB2BB330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679ABE56-9155-3A3E-6986-473039601CF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C6DB1B08-4026-E59B-5F8B-8447C02307E2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84EDC63F-93A3-1A2E-ECC0-7363C51EA980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9B0AE58B-3DD1-CF9A-1F49-A635F28BDE1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5DC1CBD9-C1A4-9BF9-EACF-A267A513594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EB84412B-DF20-F194-ED3C-231627CD298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6DC2E1A0-96E6-A9E6-2732-E00D40B3F87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BD248517-D3E0-C140-C961-A525A78CD97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9654D908-6633-472E-CAF5-96DCB5FD770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418E93CC-8A6F-22AB-9C79-FAC5F0FB97A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AED5987F-C76F-419F-9D21-1FA93EF5AC3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DACDBD49-3590-06D4-04A3-CACF45580F3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1ECF43EA-3008-D80F-8D7D-175F3BE62564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1C8DA710-9D16-BB00-255B-40649F7B26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AFB0E66-E4EC-F802-DADC-0F9F6CE0203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9B42EF50-E011-BE7D-4233-8ECE0E9438F1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BFE08512-4A8C-E9AD-B589-C069E3EB5BA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105F0A19-C687-342D-339B-8ACEB31FF8A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8487D480-2D5B-B180-FB9A-718DA18BF62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7826F2B-43A0-6ED8-3C08-B588D2A3E94A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FF13FFED-CFE9-A427-FF6F-BF272B82396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E91095C5-B31F-F329-6E89-5A6482B9AC9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44C7A68F-BE5A-FB6A-5B26-3471494C2C3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1F48C864-09E5-001C-2E95-7490BE135B0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A2BFC1BB-1B84-A4B3-6637-0D2C632F7CB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0CF630CF-BFA5-95A3-FA90-294C116984C8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647D7779-7E2A-5249-0D74-7BFB1D5FA98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61D67B71-037F-3028-D0ED-145EDC29976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F55B41F4-64A8-9AB6-0D73-3CB5CE7155F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FB02F94D-6AE0-5EE8-80CA-59B38727CFA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1DB3F79-2001-5C29-5514-FEF030F9EE6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4633F2AF-201E-43E1-2B00-C8631C539CF1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49154B13-28AD-FD49-0EB3-26E45945663A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1D852B7F-4089-7E87-090C-25503F28146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130104BC-1A78-5BC1-7D1A-0BC2AB7B6B6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FFED3947-76A4-808E-778A-D92C3E7806DD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3454341F-B0CE-853F-98CB-4C6DA8F2887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F794FBD1-0C28-EA0D-6AB5-B777DEB8D00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F789A2F9-C3FD-FC51-B94A-DA8A7EED910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835F0AA0-5967-7E82-015E-46444F22EF73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DD4A5CF7-766E-A79B-AA4F-62A3D4ED0DE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1FAF2C77-2603-4331-8693-0B680DF07707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1A32AE09-6612-C738-F0EA-2B0B21B1BEB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46DEAA7F-7292-204D-1B50-40CBFBB96C65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1E5C30DA-BA15-F51C-3794-936F3760C82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55948536-A8B0-3679-9533-D9784C7833F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7F202373-720E-739B-9A41-D06D7CC516F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D0D26A56-5016-729C-6535-EA0C7F64B01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207185B7-F33F-F857-7081-60888FE88B1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45EADD6C-B74B-0F30-766F-D52305F4479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EC1AEE77-78DA-ED3F-A425-35A868753B9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105BC6D0-FF98-0037-F955-D1F96CA9CDF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C0AA224-D338-6599-642A-9F1BDA87C5C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2FAAC27F-4CBC-5F01-4D60-E10BD1D55E83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3E54A557-804B-2790-DC59-F7BA6DACDB5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2CFD7ED0-1CD4-5B39-3942-340090047FA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52F85FB6-7313-0944-9E6C-0992DB44063A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C71CE2AC-39C6-45BA-D32B-792F5A5D890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8913E402-502A-705C-C51A-CD8190B7F4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FA90A048-7F51-40C0-AE57-7262C272A9D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09FC072-8027-D334-22AD-26F96424E5C6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D42860BE-4E58-DE6D-709F-8173E8A1880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5AC7DFD9-E048-C022-60BE-14F5AB15A95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A226D546-CEDF-B814-56F7-4C93C79DEA7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AAF4A539-21CC-669C-2AE5-75512954A5B6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24B6819F-59E4-2589-65EE-860249AD822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44A0D4F8-2FF8-0AFC-7F03-E07FB813BBCC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764400B3-955C-CBE9-5BAC-FBF1CDB7653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E390DC3D-C50C-40B6-AE11-795B0A0B21B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ABAAD170-2A60-D6EA-7C4A-DA75D74B71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5C31DE63-C1EB-49D5-B903-39974D2ABAB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1C8D6A5A-3DAD-F5D2-7C5E-27F80605B2A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43DFC277-FDF2-E681-EEB4-EE4FF109CE3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81A13B03-5785-80BA-DD3B-CC4860D6BB47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74AD9B3-1FEA-2F89-381E-A54C107B559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49961E52-10B8-9DAE-76EB-5DE08F97BC3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0BA3814E-944D-B9BC-4FDF-C2DEC3065E6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F6E9062F-0882-A64E-BF5F-904997737EC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6F4A2F47-C27E-3B26-A87A-F20616AF4E1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E886D985-BCA0-9560-5448-7C6E3A9A7055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BA6F97C1-74AC-F389-3A14-D5AE79D9A239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F41D828-6E00-6811-903E-F5DC32999B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F12E0A43-B3B4-29E2-11AB-F2DEB578FFB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7" action="ppaction://hlinksldjump"/>
            <a:extLst>
              <a:ext uri="{FF2B5EF4-FFF2-40B4-BE49-F238E27FC236}">
                <a16:creationId xmlns:a16="http://schemas.microsoft.com/office/drawing/2014/main" id="{D3AF7D3D-746D-CCFD-2166-2016ACC04B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1330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7">
          <a:extLst>
            <a:ext uri="{FF2B5EF4-FFF2-40B4-BE49-F238E27FC236}">
              <a16:creationId xmlns:a16="http://schemas.microsoft.com/office/drawing/2014/main" id="{6AC9DBFC-E0AC-2828-A968-F5FAE0F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41">
            <a:extLst>
              <a:ext uri="{FF2B5EF4-FFF2-40B4-BE49-F238E27FC236}">
                <a16:creationId xmlns:a16="http://schemas.microsoft.com/office/drawing/2014/main" id="{FBCA2F92-7B31-1D41-49D4-0F3E5B3BA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SOLID</a:t>
            </a:r>
            <a:endParaRPr dirty="0"/>
          </a:p>
        </p:txBody>
      </p:sp>
      <p:sp>
        <p:nvSpPr>
          <p:cNvPr id="6119" name="Google Shape;6119;p41">
            <a:extLst>
              <a:ext uri="{FF2B5EF4-FFF2-40B4-BE49-F238E27FC236}">
                <a16:creationId xmlns:a16="http://schemas.microsoft.com/office/drawing/2014/main" id="{A319F30D-141E-6396-7A46-8F1A0347D2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62716" y="1241106"/>
            <a:ext cx="303985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SINGLE </a:t>
            </a:r>
            <a:r>
              <a:rPr lang="pt-BR" dirty="0"/>
              <a:t>RESPONSIBILITY </a:t>
            </a:r>
            <a:endParaRPr dirty="0"/>
          </a:p>
        </p:txBody>
      </p:sp>
      <p:sp>
        <p:nvSpPr>
          <p:cNvPr id="6120" name="Google Shape;6120;p41">
            <a:extLst>
              <a:ext uri="{FF2B5EF4-FFF2-40B4-BE49-F238E27FC236}">
                <a16:creationId xmlns:a16="http://schemas.microsoft.com/office/drawing/2014/main" id="{1ACF22E8-383B-1498-14E1-BF1CEE7E5F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62714" y="1459547"/>
            <a:ext cx="2973826" cy="864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200" dirty="0"/>
              <a:t>Praticado no projeto como um todo, pois as classes estão </a:t>
            </a:r>
            <a:r>
              <a:rPr lang="en" sz="1200" dirty="0">
                <a:solidFill>
                  <a:schemeClr val="accent1"/>
                </a:solidFill>
              </a:rPr>
              <a:t>bem divididas</a:t>
            </a:r>
            <a:r>
              <a:rPr lang="en" sz="1200" dirty="0"/>
              <a:t> quanto às suas responsabilidades. </a:t>
            </a:r>
            <a:r>
              <a:rPr lang="pt-BR" sz="1200" dirty="0"/>
              <a:t>Cada serviço, </a:t>
            </a:r>
            <a:r>
              <a:rPr lang="pt-BR" sz="1200" dirty="0" err="1"/>
              <a:t>controller</a:t>
            </a:r>
            <a:r>
              <a:rPr lang="pt-BR" sz="1200" dirty="0"/>
              <a:t> e página possui um </a:t>
            </a:r>
            <a:r>
              <a:rPr lang="pt-BR" sz="1200" dirty="0">
                <a:solidFill>
                  <a:schemeClr val="accent1"/>
                </a:solidFill>
              </a:rPr>
              <a:t>único propósito </a:t>
            </a:r>
            <a:r>
              <a:rPr lang="pt-BR" sz="1200" dirty="0"/>
              <a:t>definido.</a:t>
            </a:r>
            <a:endParaRPr sz="1200" dirty="0">
              <a:solidFill>
                <a:schemeClr val="accent1"/>
              </a:solidFill>
            </a:endParaRPr>
          </a:p>
        </p:txBody>
      </p:sp>
      <p:sp>
        <p:nvSpPr>
          <p:cNvPr id="6165" name="Google Shape;6165;p41">
            <a:extLst>
              <a:ext uri="{FF2B5EF4-FFF2-40B4-BE49-F238E27FC236}">
                <a16:creationId xmlns:a16="http://schemas.microsoft.com/office/drawing/2014/main" id="{76850660-06D4-B498-EFCF-A1205CDB0653}"/>
              </a:ext>
            </a:extLst>
          </p:cNvPr>
          <p:cNvSpPr/>
          <p:nvPr/>
        </p:nvSpPr>
        <p:spPr>
          <a:xfrm>
            <a:off x="8723150" y="1099650"/>
            <a:ext cx="28800" cy="2944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6" name="Google Shape;6166;p41">
            <a:extLst>
              <a:ext uri="{FF2B5EF4-FFF2-40B4-BE49-F238E27FC236}">
                <a16:creationId xmlns:a16="http://schemas.microsoft.com/office/drawing/2014/main" id="{23E35055-4C82-79B0-0597-149BA251067F}"/>
              </a:ext>
            </a:extLst>
          </p:cNvPr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6167" name="Google Shape;6167;p41">
              <a:extLst>
                <a:ext uri="{FF2B5EF4-FFF2-40B4-BE49-F238E27FC236}">
                  <a16:creationId xmlns:a16="http://schemas.microsoft.com/office/drawing/2014/main" id="{173A14F0-68D7-3B1C-A033-00F99B331C1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1">
              <a:extLst>
                <a:ext uri="{FF2B5EF4-FFF2-40B4-BE49-F238E27FC236}">
                  <a16:creationId xmlns:a16="http://schemas.microsoft.com/office/drawing/2014/main" id="{A681F73F-9E22-B063-F799-1105DE73339E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1">
              <a:extLst>
                <a:ext uri="{FF2B5EF4-FFF2-40B4-BE49-F238E27FC236}">
                  <a16:creationId xmlns:a16="http://schemas.microsoft.com/office/drawing/2014/main" id="{F7DEE5F5-73AE-31D9-CB7E-26B33EE148C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1">
              <a:extLst>
                <a:ext uri="{FF2B5EF4-FFF2-40B4-BE49-F238E27FC236}">
                  <a16:creationId xmlns:a16="http://schemas.microsoft.com/office/drawing/2014/main" id="{86440EEE-AF29-DD03-FCBD-5E644829A0B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1" name="Google Shape;6171;p41">
            <a:extLst>
              <a:ext uri="{FF2B5EF4-FFF2-40B4-BE49-F238E27FC236}">
                <a16:creationId xmlns:a16="http://schemas.microsoft.com/office/drawing/2014/main" id="{CAD72D2D-87D9-FCBC-A96A-3574905593E2}"/>
              </a:ext>
            </a:extLst>
          </p:cNvPr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6172" name="Google Shape;6172;p41">
              <a:extLst>
                <a:ext uri="{FF2B5EF4-FFF2-40B4-BE49-F238E27FC236}">
                  <a16:creationId xmlns:a16="http://schemas.microsoft.com/office/drawing/2014/main" id="{926EF16D-6298-1257-BC75-FB13339404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1">
              <a:extLst>
                <a:ext uri="{FF2B5EF4-FFF2-40B4-BE49-F238E27FC236}">
                  <a16:creationId xmlns:a16="http://schemas.microsoft.com/office/drawing/2014/main" id="{80EE85A9-C5EF-1B90-40D6-176BD6A0C51A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1">
              <a:extLst>
                <a:ext uri="{FF2B5EF4-FFF2-40B4-BE49-F238E27FC236}">
                  <a16:creationId xmlns:a16="http://schemas.microsoft.com/office/drawing/2014/main" id="{A6F04C71-47EB-DBF3-C5CC-E81E56A0EE7B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1">
              <a:extLst>
                <a:ext uri="{FF2B5EF4-FFF2-40B4-BE49-F238E27FC236}">
                  <a16:creationId xmlns:a16="http://schemas.microsoft.com/office/drawing/2014/main" id="{E98FEC66-29EF-C6C4-3078-8ABDCD0F708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6" name="Google Shape;6176;p41">
            <a:extLst>
              <a:ext uri="{FF2B5EF4-FFF2-40B4-BE49-F238E27FC236}">
                <a16:creationId xmlns:a16="http://schemas.microsoft.com/office/drawing/2014/main" id="{D9845814-49C4-35F5-B490-81E8D78DFE31}"/>
              </a:ext>
            </a:extLst>
          </p:cNvPr>
          <p:cNvSpPr/>
          <p:nvPr/>
        </p:nvSpPr>
        <p:spPr>
          <a:xfrm>
            <a:off x="8689850" y="86532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7" name="Google Shape;6177;p41">
            <a:extLst>
              <a:ext uri="{FF2B5EF4-FFF2-40B4-BE49-F238E27FC236}">
                <a16:creationId xmlns:a16="http://schemas.microsoft.com/office/drawing/2014/main" id="{94ABA682-C50C-848B-42C1-0035B1B4BD41}"/>
              </a:ext>
            </a:extLst>
          </p:cNvPr>
          <p:cNvSpPr/>
          <p:nvPr/>
        </p:nvSpPr>
        <p:spPr>
          <a:xfrm rot="10800000">
            <a:off x="8689850" y="419567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60B980A-D6D2-129C-26D0-57519ABCFC0B}"/>
              </a:ext>
            </a:extLst>
          </p:cNvPr>
          <p:cNvSpPr txBox="1"/>
          <p:nvPr/>
        </p:nvSpPr>
        <p:spPr>
          <a:xfrm>
            <a:off x="875955" y="1267246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S</a:t>
            </a:r>
            <a:endParaRPr lang="pt-BR" dirty="0"/>
          </a:p>
        </p:txBody>
      </p:sp>
      <p:sp>
        <p:nvSpPr>
          <p:cNvPr id="35" name="Google Shape;6119;p41">
            <a:extLst>
              <a:ext uri="{FF2B5EF4-FFF2-40B4-BE49-F238E27FC236}">
                <a16:creationId xmlns:a16="http://schemas.microsoft.com/office/drawing/2014/main" id="{D48A32CF-BF84-A691-FB5C-FA02F26AB830}"/>
              </a:ext>
            </a:extLst>
          </p:cNvPr>
          <p:cNvSpPr txBox="1">
            <a:spLocks/>
          </p:cNvSpPr>
          <p:nvPr/>
        </p:nvSpPr>
        <p:spPr>
          <a:xfrm>
            <a:off x="1425537" y="2621825"/>
            <a:ext cx="303985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OPEN/CLOSED</a:t>
            </a:r>
          </a:p>
        </p:txBody>
      </p:sp>
      <p:sp>
        <p:nvSpPr>
          <p:cNvPr id="36" name="Google Shape;6120;p41">
            <a:extLst>
              <a:ext uri="{FF2B5EF4-FFF2-40B4-BE49-F238E27FC236}">
                <a16:creationId xmlns:a16="http://schemas.microsoft.com/office/drawing/2014/main" id="{2B41063D-B4B4-984F-1A48-9DA52609FF42}"/>
              </a:ext>
            </a:extLst>
          </p:cNvPr>
          <p:cNvSpPr txBox="1">
            <a:spLocks/>
          </p:cNvSpPr>
          <p:nvPr/>
        </p:nvSpPr>
        <p:spPr>
          <a:xfrm>
            <a:off x="1425535" y="2819948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usado. Poderia ser aplicado no </a:t>
            </a:r>
            <a:r>
              <a:rPr lang="pt-BR" sz="1200" dirty="0" err="1">
                <a:solidFill>
                  <a:schemeClr val="accent1"/>
                </a:solidFill>
              </a:rPr>
              <a:t>CardService</a:t>
            </a:r>
            <a:r>
              <a:rPr lang="pt-BR" sz="1200" dirty="0"/>
              <a:t>, por exemplo, permitindo adicionar novos tipos de carta sem modificar o código existente apenas </a:t>
            </a:r>
            <a:r>
              <a:rPr lang="pt-BR" sz="1200" dirty="0">
                <a:solidFill>
                  <a:schemeClr val="accent1"/>
                </a:solidFill>
              </a:rPr>
              <a:t>estendendo</a:t>
            </a:r>
            <a:r>
              <a:rPr lang="pt-BR" sz="1200" dirty="0"/>
              <a:t> seu comportamento.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CA56ADF-C62B-7FDF-103D-459D226AF90B}"/>
              </a:ext>
            </a:extLst>
          </p:cNvPr>
          <p:cNvSpPr txBox="1"/>
          <p:nvPr/>
        </p:nvSpPr>
        <p:spPr>
          <a:xfrm>
            <a:off x="838776" y="2627647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O</a:t>
            </a:r>
            <a:endParaRPr lang="pt-BR" dirty="0"/>
          </a:p>
        </p:txBody>
      </p:sp>
      <p:sp>
        <p:nvSpPr>
          <p:cNvPr id="38" name="Google Shape;6119;p41">
            <a:extLst>
              <a:ext uri="{FF2B5EF4-FFF2-40B4-BE49-F238E27FC236}">
                <a16:creationId xmlns:a16="http://schemas.microsoft.com/office/drawing/2014/main" id="{CE1B4E8D-A018-6859-D4A2-DD1F24CBFDEA}"/>
              </a:ext>
            </a:extLst>
          </p:cNvPr>
          <p:cNvSpPr txBox="1">
            <a:spLocks/>
          </p:cNvSpPr>
          <p:nvPr/>
        </p:nvSpPr>
        <p:spPr>
          <a:xfrm>
            <a:off x="1459761" y="3968680"/>
            <a:ext cx="303985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LISKOV SUBSTITUTION</a:t>
            </a:r>
          </a:p>
        </p:txBody>
      </p:sp>
      <p:sp>
        <p:nvSpPr>
          <p:cNvPr id="39" name="Google Shape;6120;p41">
            <a:extLst>
              <a:ext uri="{FF2B5EF4-FFF2-40B4-BE49-F238E27FC236}">
                <a16:creationId xmlns:a16="http://schemas.microsoft.com/office/drawing/2014/main" id="{38D45E50-201C-3A62-1BA0-24AD1CC6524E}"/>
              </a:ext>
            </a:extLst>
          </p:cNvPr>
          <p:cNvSpPr txBox="1">
            <a:spLocks/>
          </p:cNvSpPr>
          <p:nvPr/>
        </p:nvSpPr>
        <p:spPr>
          <a:xfrm>
            <a:off x="1459759" y="4180349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usado. Poderia ser pensado caso existisse um </a:t>
            </a:r>
            <a:r>
              <a:rPr lang="pt-BR" sz="1200" dirty="0" err="1">
                <a:solidFill>
                  <a:schemeClr val="accent1"/>
                </a:solidFill>
              </a:rPr>
              <a:t>AdminPlayer</a:t>
            </a:r>
            <a:r>
              <a:rPr lang="pt-BR" sz="1200" dirty="0"/>
              <a:t> derivando de </a:t>
            </a:r>
            <a:r>
              <a:rPr lang="pt-BR" sz="1200" dirty="0">
                <a:solidFill>
                  <a:schemeClr val="accent1"/>
                </a:solidFill>
              </a:rPr>
              <a:t>Player</a:t>
            </a:r>
            <a:r>
              <a:rPr lang="pt-BR" sz="1200" dirty="0"/>
              <a:t>, garantindo que ele pudesse substituir o pai sem quebrar o sistema.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08BF58F-BF70-F649-9BE5-4110E4C68987}"/>
              </a:ext>
            </a:extLst>
          </p:cNvPr>
          <p:cNvSpPr txBox="1"/>
          <p:nvPr/>
        </p:nvSpPr>
        <p:spPr>
          <a:xfrm>
            <a:off x="873000" y="3988048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L</a:t>
            </a:r>
            <a:endParaRPr lang="pt-BR" dirty="0"/>
          </a:p>
        </p:txBody>
      </p:sp>
      <p:sp>
        <p:nvSpPr>
          <p:cNvPr id="41" name="Google Shape;6119;p41">
            <a:extLst>
              <a:ext uri="{FF2B5EF4-FFF2-40B4-BE49-F238E27FC236}">
                <a16:creationId xmlns:a16="http://schemas.microsoft.com/office/drawing/2014/main" id="{0C655E3A-7F32-3F0F-929D-30B8720E8639}"/>
              </a:ext>
            </a:extLst>
          </p:cNvPr>
          <p:cNvSpPr txBox="1">
            <a:spLocks/>
          </p:cNvSpPr>
          <p:nvPr/>
        </p:nvSpPr>
        <p:spPr>
          <a:xfrm>
            <a:off x="5335218" y="1239115"/>
            <a:ext cx="3321906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INTERFACE SEGREGATION</a:t>
            </a:r>
          </a:p>
        </p:txBody>
      </p:sp>
      <p:sp>
        <p:nvSpPr>
          <p:cNvPr id="42" name="Google Shape;6120;p41">
            <a:extLst>
              <a:ext uri="{FF2B5EF4-FFF2-40B4-BE49-F238E27FC236}">
                <a16:creationId xmlns:a16="http://schemas.microsoft.com/office/drawing/2014/main" id="{94335339-6B5E-F827-5A6B-CBE83660D8D0}"/>
              </a:ext>
            </a:extLst>
          </p:cNvPr>
          <p:cNvSpPr txBox="1">
            <a:spLocks/>
          </p:cNvSpPr>
          <p:nvPr/>
        </p:nvSpPr>
        <p:spPr>
          <a:xfrm>
            <a:off x="5335215" y="1457557"/>
            <a:ext cx="332190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implementamos </a:t>
            </a:r>
            <a:r>
              <a:rPr lang="pt-BR" sz="1200" dirty="0">
                <a:solidFill>
                  <a:schemeClr val="accent1"/>
                </a:solidFill>
              </a:rPr>
              <a:t>interfaces</a:t>
            </a:r>
            <a:r>
              <a:rPr lang="pt-BR" sz="1200" dirty="0"/>
              <a:t>, mas futuramente seria interessante </a:t>
            </a:r>
            <a:r>
              <a:rPr lang="pt-BR" sz="1200" dirty="0" err="1"/>
              <a:t>utilizalas</a:t>
            </a:r>
            <a:r>
              <a:rPr lang="pt-BR" sz="1200" dirty="0"/>
              <a:t> para evitar a dependência direta entre </a:t>
            </a:r>
            <a:r>
              <a:rPr lang="pt-BR" sz="1200" dirty="0" err="1">
                <a:solidFill>
                  <a:schemeClr val="accent1"/>
                </a:solidFill>
              </a:rPr>
              <a:t>controllers</a:t>
            </a:r>
            <a:r>
              <a:rPr lang="pt-BR" sz="1200" dirty="0"/>
              <a:t> e </a:t>
            </a:r>
            <a:r>
              <a:rPr lang="pt-BR" sz="1200" dirty="0" err="1">
                <a:solidFill>
                  <a:schemeClr val="accent1"/>
                </a:solidFill>
              </a:rPr>
              <a:t>services</a:t>
            </a:r>
            <a:r>
              <a:rPr lang="pt-BR" sz="1200" dirty="0"/>
              <a:t>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E709EC4-7231-9D00-2824-ECED17CB6359}"/>
              </a:ext>
            </a:extLst>
          </p:cNvPr>
          <p:cNvSpPr txBox="1"/>
          <p:nvPr/>
        </p:nvSpPr>
        <p:spPr>
          <a:xfrm>
            <a:off x="4748457" y="1265256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I</a:t>
            </a:r>
            <a:endParaRPr lang="pt-BR" dirty="0"/>
          </a:p>
        </p:txBody>
      </p:sp>
      <p:sp>
        <p:nvSpPr>
          <p:cNvPr id="44" name="Google Shape;6119;p41">
            <a:extLst>
              <a:ext uri="{FF2B5EF4-FFF2-40B4-BE49-F238E27FC236}">
                <a16:creationId xmlns:a16="http://schemas.microsoft.com/office/drawing/2014/main" id="{EA131440-C090-6A36-C040-9D157B1D16EC}"/>
              </a:ext>
            </a:extLst>
          </p:cNvPr>
          <p:cNvSpPr txBox="1">
            <a:spLocks/>
          </p:cNvSpPr>
          <p:nvPr/>
        </p:nvSpPr>
        <p:spPr>
          <a:xfrm>
            <a:off x="5298038" y="2613062"/>
            <a:ext cx="3216041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DEPENDENCY INVERSION</a:t>
            </a:r>
          </a:p>
        </p:txBody>
      </p:sp>
      <p:sp>
        <p:nvSpPr>
          <p:cNvPr id="45" name="Google Shape;6120;p41">
            <a:extLst>
              <a:ext uri="{FF2B5EF4-FFF2-40B4-BE49-F238E27FC236}">
                <a16:creationId xmlns:a16="http://schemas.microsoft.com/office/drawing/2014/main" id="{36A52A29-9B7A-85F5-9516-AF98815DDD95}"/>
              </a:ext>
            </a:extLst>
          </p:cNvPr>
          <p:cNvSpPr txBox="1">
            <a:spLocks/>
          </p:cNvSpPr>
          <p:nvPr/>
        </p:nvSpPr>
        <p:spPr>
          <a:xfrm>
            <a:off x="5298037" y="2817958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implementado. Com a criação de </a:t>
            </a:r>
            <a:r>
              <a:rPr lang="pt-BR" sz="1200" dirty="0">
                <a:solidFill>
                  <a:schemeClr val="accent1"/>
                </a:solidFill>
              </a:rPr>
              <a:t>interfaces</a:t>
            </a:r>
            <a:r>
              <a:rPr lang="pt-BR" sz="1200" dirty="0"/>
              <a:t>, os módulos de alto nível passariam a depender de </a:t>
            </a:r>
            <a:r>
              <a:rPr lang="pt-BR" sz="1200" dirty="0">
                <a:solidFill>
                  <a:schemeClr val="accent1"/>
                </a:solidFill>
              </a:rPr>
              <a:t>abstrações</a:t>
            </a:r>
            <a:r>
              <a:rPr lang="pt-BR" sz="1200" dirty="0"/>
              <a:t> em vez de classes concretas, reduzindo o </a:t>
            </a:r>
            <a:r>
              <a:rPr lang="pt-BR" sz="1200" dirty="0">
                <a:solidFill>
                  <a:schemeClr val="accent1"/>
                </a:solidFill>
              </a:rPr>
              <a:t>acoplamento</a:t>
            </a:r>
            <a:r>
              <a:rPr lang="pt-BR" sz="1200" dirty="0"/>
              <a:t>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9642A89-0BF0-E23D-EDC5-C98B28F721CE}"/>
              </a:ext>
            </a:extLst>
          </p:cNvPr>
          <p:cNvSpPr txBox="1"/>
          <p:nvPr/>
        </p:nvSpPr>
        <p:spPr>
          <a:xfrm>
            <a:off x="4711278" y="2625657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945963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8103A602-07B3-6BC9-BC61-698C128C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08AB02E7-2DE0-7A3A-AD6C-3D93C38049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C3A82A5F-8A78-B251-63AD-36721E09FC00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B093AA07-120E-CC68-94E7-A24B68887EE1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2E881766-3F49-183B-F850-475AB209D9F5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8508470C-ED1A-3AE3-098F-23A2D8EF6F52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BFB7B8E0-A49E-5622-A4E0-4EFA6D7193FF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5E8CF957-A213-0527-2C8F-6E3223AF3E72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E5D65D6C-4FF8-C210-B36E-15A961CE1562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D400118D-0112-C059-A44F-6274EC91D8A2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A82E4F16-9E9C-62DC-E866-C3CAA6F7AC13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F6AF453F-26E1-1DB8-CEBE-E967694DCC1C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11E909BB-A0B1-A1BF-B59E-6DFDC9D34B59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325F469E-47C7-6FBA-C05A-0630DED596F5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056E07A7-44EF-6708-5D1E-64438D843AB0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3E9D3F81-BA27-4998-E80E-408C16198C89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C12B85A5-4645-A033-59C4-DDFFD96A56E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A9CDD6D0-4616-20DE-2E32-00698251ABF4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E6A7DD88-DEBB-43A2-FC85-EED196E91B72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65C8F0E7-DB7B-AEA5-B223-1D96A0D66703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C73B666E-2726-E0D6-A203-F4346D966D6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2C1AFA4C-95C9-D1BF-9E29-155DFD859BFA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F8080C19-E47A-B1FE-364D-7FB0EAD7DBE6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5BB36FD9-36C0-1266-BD2F-238613A67DB4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93D2C55D-38CA-F6C3-D00C-AD2DD2603E14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083199D6-C547-B72C-4E6C-E1BB620C42D9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8472784E-8B60-5AE2-9FA9-18C8B42B5915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A9D1A0B2-69B9-E175-4273-AADC229B68FD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D413AB08-D3C2-7839-0857-8DF085D0E31C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68415551-DAAE-D026-F4AF-337D8796C4E5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779B73F7-F4F8-8CA4-A9CF-FED7C31E891B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3429ADDB-1D3C-0E53-BECF-29ADD222ED40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61FAD38F-FC76-6D9C-1290-DBBF281F5776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F4060E63-9A4C-E0BC-858E-A62EA6FECD0D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45BCEA14-B49B-145B-2040-95D9440511BE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E178D0D5-B9AA-1241-B22C-1029A35E18F4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082DD106-9133-D06C-4919-9CA72595FDB4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A8B49CC3-EFE0-6E9E-0B93-09CE6BEC5F33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D39B72BE-AB3E-757B-37E2-F6965241399E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8AD9C30F-F401-0428-7456-1662DCE46E67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71BA5F3F-1E9E-D47B-1111-FD70FE6C898F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C0B74A21-1E93-2404-8F2D-E33F1BE9DFD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F3A5F513-3E80-A01B-0DA3-C37CD7BB8BE5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262922FD-B85D-5F54-BFC9-73A70C7F876B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6F3F4330-B9A7-02A1-1B19-4C3D687443B5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AE91446A-5DE8-8F93-311B-069EF5EC2B62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96358F04-DEE5-DD7E-6B65-2DB84413FDBF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B3A18F48-C3E3-460B-0238-9082825DF3C8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F9964168-1C93-C33C-7742-5A8F9BB8DEE7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B42D836B-1D6E-A115-8CE1-ED5CD4BEB97B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DBAA9294-1A58-17E4-3258-C976DEC31396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44CB9529-9AA1-585B-FF23-A40113F839DF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C3E1E4EC-3B0C-E36B-EE45-759C4AFEBF96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04F4CA7C-44A6-FADF-B054-1E0D5B87D0E0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73F9A726-A53A-B504-D6AB-E982AA103C98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943AFC6-DD08-61CC-2860-5697F7783884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86DC4965-DBDE-928B-6D00-F15C55648EDA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762F3B29-9445-5C51-03AB-663E9D0FB418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07FF00EC-9CB6-B539-DDE2-5D694671B032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7DC7791B-5FED-CA6E-5BF5-15A500CC1BBF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B57DB5C8-30F7-1541-33B9-2679B939139D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37B32370-B95F-736E-B84C-29183EE15BD4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325D6AC1-C9AB-61F3-B2B1-AB6F1C9A1582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63EC586D-B1D5-4CBE-1DCA-24146EDC1C9C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2F9B085D-C932-C57E-CFD4-4955EB5C889A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5F1D2396-A338-5DFB-DA57-D144E6CAEA33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BC35713F-F8E1-670F-FF4D-A68946F68A0D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6E164E57-2D39-8DDE-79EF-32CFA80A544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F6D94C14-6711-C399-BF1C-2770072C11D2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2A4A4458-80C5-BF7C-7CE1-B114BABAF34D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D15A71CD-0732-8DCA-6E2C-434A56BD11B3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9824C63A-4851-A897-C9AC-A9B3FD271AF5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8A43A18A-A82D-6630-45FA-AA6254CA4536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FD24D0E1-975D-0D8A-50D8-0EEE17DE86D7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2FE8110A-9196-DFB6-06F7-D94150F66D3A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BECCE03D-8C7C-9E4C-FDC7-E5837EB03067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81E2624F-2A02-B997-23A1-73EFC82A1E5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680F0932-84E2-BB50-3171-AD54CF948C38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21FBA780-12FE-E2D2-2440-8DE78021DF7C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C44E4CF0-4DA2-2164-D4A3-783B3576B4AE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54022A1F-154F-7A48-E99A-72709BFA5350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4D8484-D563-75FC-AD5D-7DAB42BCD147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85074C84-8702-7294-75F6-3D2B70356408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3B2BD882-4992-0C99-C188-84517C83D038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881DB3FA-F9BD-43EB-983C-B2B0862CDD5E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FFE5A50B-9645-51DD-6664-0005A05BA0E0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3BE54B27-D17B-DC31-F802-943A60E3A254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BF160C6A-50E6-4566-C392-B953DBDA0FE5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0306AF5B-158C-222A-500F-765AC2346A5C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12CA252F-F4CD-F2BB-BBE9-C77AA22FFC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4A9190E2-9F7B-ECDD-09EA-A347B431294E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A63D9CDF-864B-3E99-580C-BE42B81D45F7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FDB5D10-6F1C-B437-383B-2ED5380C24F0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9F336CEF-6E33-3F10-787F-C61BD8364387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65C21454-102C-183B-E909-98897FF68D7E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29FEB790-9C3B-9A1A-6595-52F861F029A2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240C8E1A-DC8B-2C68-5A65-FD73F50AC38B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6550DBDC-6C19-21B6-2BBE-C57362A3712C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F4A5C659-729A-5C70-480A-AE4C9E6A93A8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5D206419-E962-DE56-C4F0-F77B64EAFF98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F303D4F2-DFB6-2182-9105-5989AE5CFA76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2E17A840-12B7-A4B2-C0A4-B11CC8F8C0D1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6FBA889D-17BE-2A99-0978-61FCBB6C2A4F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76C97377-D3A7-0B73-22F0-8B432B69EA40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27FB1D37-E392-4940-DBFC-F660D31E76EE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5CBF9E54-FC06-B43B-186D-98E875253B05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BA7BFCF1-DEFF-EBBF-4F74-938027C5E8F5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DADB87FC-18F2-7D50-0903-336FA7E0E8B0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F622858-E53B-F494-5D52-D1E3DC525225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B1E14066-ECB0-E522-F258-46F6E30CA5BA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E80FD2C0-DA19-5A79-3A9A-6586568D4525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0A3C40FE-EA4C-9CA8-3ABE-F1DB5B472562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FFDD723E-54D2-C3CF-C00D-6E820F485B26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9CADDDC9-4819-1804-BF78-9022609B6792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3540867B-0E56-45DB-568B-8544D339F261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202C57F8-D5B1-2D67-CB85-23DB0666623E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FE6EFED7-E377-6FF2-BE40-2A27AADE57D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A7AC0742-4953-420D-BD84-B8E71A53FB1E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5C6A5096-030A-01BE-3BFA-B884C678227A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0520CF26-B1E6-691E-71B7-BFCE4531440F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338BFB32-563F-092C-AA3D-A716BDF5109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9AF4DA6F-3AC5-8DDB-1280-DE597511D8CE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6DFE4E9B-7ED5-9431-EA0E-DDE0A53D2B25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557DADF9-C63E-66EB-B509-8BA155436A90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29F0B07A-C3AD-C62A-3692-8152073E1C7C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2F5F647C-06A3-2947-AB36-79A75E44AA30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2C86E20A-C4F3-4CE0-32D0-CD10E78FB6BF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3707A66F-EEDB-CD7C-492C-F72BEE44006C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C28B70D7-611F-676F-B7B4-167DB0CA1A30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70E60505-F017-D9E8-3D32-A73F29EAA1C5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46C89D42-FD78-25CA-8A4B-71986C73CC55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42ECB1E2-7D06-FCEB-09CA-61D9943985BB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05B7D91E-7278-467F-F646-EB0263406DEE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3A60AB40-A009-866D-212F-7B2B81F478A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2658DEBE-B230-454B-B9B1-67D1D26B73F7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F4804679-0A65-B5F5-2FCC-77D7CDAEE77D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84046B16-0637-E4CF-9361-63E80109B911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6C5B7398-2ACB-19EC-17EF-52391252FEDD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AB1812CE-960B-A7FB-1495-557C9357B3FE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A149C9D8-FCE2-8BDD-CFA0-9FCFF6510117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6B63020E-B5ED-759D-814A-0208C5C2D590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F49C3549-AB8C-4259-9A04-D24FE6D5AE90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D5C39265-D5F7-D21E-3C44-4BE4490BD511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235C6376-FF62-6CAE-5492-1E4DCAF02E6C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39BDFD03-EBC0-D241-5603-DA280327D2B0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CC39A299-C69C-FEB0-D176-866677809BE4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8E0DA0D6-6C66-F56A-F4E5-F38FE3022449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22C7D57-0DB2-9012-8869-2A496A0BB529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0A34E96A-9EED-21B6-F539-41A7871F4B1B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BCC469FE-CB6F-F6C7-25C5-FB59863283DC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15AB9D4-A2CF-EA4E-69C2-EAD4E057567E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43503950-2FD3-A733-7497-23FCEE44A709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E22A1550-7F73-C86C-4A44-999CB8B81442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E1A619BF-E277-EC99-105E-8A6AF88FB2DD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2C1376FC-B199-4C74-9C1A-E6AF06CAD381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E1A633B-8A56-43E4-1E44-19FE6CFABBDB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92E27893-8D03-F329-B9E9-B47431B35122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62283311-76D0-1560-AC15-361E09EB5DA2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F6A9B38F-672F-126A-8382-4D242DA5EB89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500D6B51-2959-285F-4C36-E91144CE5EA7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3726150-3CA0-60FB-E365-11EE71105132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CF3DCE56-3DA1-9BBD-042F-062B421550CA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29039B63-3B3D-0461-7BCE-883CE1DFEC95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BDAAD6CD-A172-325A-6414-866C2306D3A0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17C67E1-A4FA-DC15-EE44-52FD41587A2C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09808A35-01B3-64E8-ED97-C1175AD819E1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F02CC044-23D4-893B-12D7-A525BF70B5C7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1B6BE984-7518-5FCF-AF28-35C43DB591E5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2384A176-942B-3F8C-CA63-6913DEC2CCAC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9F0FFD20-7BD4-14D3-A6BE-0D35D8FF5204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EFD03714-7C09-6B49-D797-C7BE5326759D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B4B49DD2-D1B5-3833-7A27-7163DEE145B5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88FDB85-89B5-B5BA-67AB-1B87A320D174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62266C70-77FE-4CFC-2469-2FE3827B6329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C60C77B0-F935-6388-8ADF-54F8AEA92A47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F2949EBB-6DCE-49DA-4616-DAE341F17905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48E81A44-05C8-D493-982A-7B421EAAC21E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940D4BC6-0B4B-95E7-C3B0-438ED26BC255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7ED870FD-F705-210F-AE26-E7B235F68509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6150BA2C-2B1A-A27A-A95F-6C1030D50028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C9DE52B8-BC49-A74C-50EF-EC10F5C37E5D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CAAB057C-D2C0-6F40-DB65-7FF735EB3653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BE2E7DF-D20D-CBE5-DE9D-73997C11CD9C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D029B41E-EB98-5247-B703-8D04755680B9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FA065261-F160-2F9C-53E4-F489C5D2B7C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D4832AB1-730C-BC62-5F1A-FC4284EFC32F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F4A1DD47-4118-E1D1-FC06-9DD641537DE2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67BA0FDC-FCA6-C5DE-19ED-5254CF12040F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4652AB63-0E5A-03EA-FED1-AED6472098D3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A93F466-D87F-250D-74B5-EC051848B3CA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F7F6BAF2-42ED-AAC5-0C7C-21D6CA2C15A3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2851B207-4422-E5A5-5C96-8D51002EA8D6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0E0B2AFB-622C-984C-87DA-ABD4CD017FC6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519B53EF-FD37-7EA9-96F7-84E5FBC505B3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001EC22D-8E10-97B4-F1DA-BA7B27881ECE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7D0DF70-1469-6426-B15D-E857F6E86E39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266BFB68-9441-5BCD-E234-240CBCF7633D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6B1C511A-A965-1A2E-67D6-2A2F7DDFC5C0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A16DF372-E10D-C364-130B-163A73638FB2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A512C000-F9B1-EB9C-5795-CF029DF4C86F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FA752692-133A-27A1-792E-E30703BA26F4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B962D7D4-B9EE-D063-EA65-E9F3C6053713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DC4E9EC-3192-6D50-7559-1237830B56FF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3D52799A-445C-1F16-A2F1-97D6C9D028EC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FB436E48-7CAD-18D3-4356-57CF534C9D0A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B6BE3BC5-7ABD-88FF-9834-0C57DE7001F2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38EC57B6-FA43-5798-B28C-6219B50C139B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1563E03E-F571-7503-CBE4-4AFB10161932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7463B7BE-6306-D94E-0DDA-3FA9F0B63901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CB516EB7-5B88-7F2C-C598-E303DEB0775A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EC0B0D1A-CC8C-F1A5-038C-DC0C457727EE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7D1A3E2E-9650-FDD4-9C52-4769810A9BA5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D3F42DEA-8847-632C-3F9B-B3976D781317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DB2EC304-19F3-BE45-96A3-CE2A69A79462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8385562F-BEB8-1D65-E1CE-29F055629F7F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11120C9E-5DF9-0E82-D76C-934E47AC5557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E6146443-BD7C-9BA8-4769-ADD7A3A649E6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F2CD966C-FB2A-E18F-3D52-15E508D18B49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37A507C8-7D0A-1879-DF7D-70B5142E6492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AFEDF826-9027-71FA-7C16-9AF943CAB7D5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B386DAEB-C718-2108-5D14-F6D8098F35A4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2BCC5063-3579-B5BB-8CE3-228C9A252AC8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4B205C5B-0BC5-D7A1-B797-D6BAC09A4838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4D11886C-ED54-B230-8DD9-1FC653652DCA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1333326C-5E74-94FE-6FA9-34BC2AB4B25C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280514B6-2184-236B-A66D-8B8EF82C8AC3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2ED26CAE-BF8E-85F1-5292-704A999EF714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7FBD473C-BC3C-8F6C-1028-26CF20EA8A71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A4855263-9BE8-4B36-62C6-3BFBD6FC1AE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71647A72-A67B-74B2-3660-8F5F348E79B7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497B8BAF-0AFE-2394-2913-F8E39194F47F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24B1E0FB-2DF8-157D-58C7-3891B08AA9FA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5786D73-23F7-1F5E-0958-D6EAA72A064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AFA207BF-EEAF-41FA-0849-76270A910984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B6B805AF-DDF4-8429-D49F-FAA47BF1DCC4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D8FDA2CA-F2AB-0A75-22B7-E371CA95137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41E743A5-0177-E9DF-BF41-475BE43992C6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BABFD61C-2F69-17F5-7DA5-21282B310E08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300BEF46-FDC6-B336-BD8C-FC3BA5200F09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D0E3C18D-CE5E-A1AE-09F2-9F09F85CA643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5DBCDF32-C020-6005-29F6-AC40FE05B8C4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574EF75A-B9B2-4455-85DD-55BDB8A2877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D69AE0F4-1B36-491D-CDFD-D3C8B1676A87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8778F50F-6148-E76C-7DD5-BEEAEAE92DB0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6FA288DE-4366-3600-F740-DF69A22CEDA3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0E637A55-6344-921A-C081-D2C34827E5C8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7EBFD040-816D-B69D-4718-BB1E6C847509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118AF642-257D-A4F8-806C-87EACFB8F19A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21F671E0-BFBA-D84E-6979-5043652EF1F8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71EE7936-2C5B-21D1-9186-C72F9682C9C0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E2E6D4C5-32F6-1154-1E41-A22CE8C0A6B0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40956FFC-1DD8-E586-E998-4A9DEB898CAC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9C592737-FE4E-68AE-518A-26F93DF4B3E3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4ED41EA5-3B1B-55C4-6C15-E0CC5D328289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D234AC2B-B0F8-95E3-5E86-878BD057AF6A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733F44C9-3B68-C493-3CB7-B153265E6500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89731F97-F5E8-DF66-801A-CB13354503A2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D1F7FADD-2F17-7057-4998-7B09FE11C765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23AE9305-CCED-23A4-2DAE-048D636D92F9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91BF886F-8015-F0AC-83F7-AD1DB1141554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49AFCE1D-8973-CAC3-01D4-7020D87A76D6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11B212C4-54F2-32DF-927D-4184DCA3E978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05DACF89-1FD8-ADC2-0283-1B9E209760DD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07420E4B-BD80-5657-3BF4-947ADFDD1DF6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E466A2A1-003D-3EA9-94CB-81D4F507E3C7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F6CD008C-292F-0C3C-3C27-8CF4CE96A4E9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138908FB-1D4C-8008-83DE-182D62AC6653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526DE306-361A-813C-3F32-B859CF80F2CF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6570217A-92E5-5C7C-699B-AA768CD59608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FE831384-E06C-9B5A-25F0-012F5E736DA4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CC49F76E-565B-02A6-7AA3-5A2EC0E56653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868E63D3-1E2D-CEFA-EDDA-A518C29889E1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EBEE03EC-40BF-EB4A-E755-BC0489C89800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B8D1221C-3352-5ADC-40A7-C1A1D9C91061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4C2D8A33-3899-F616-9341-9CBEE12ECEBA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1CAEF392-885F-1F8F-3DA8-4EACDF3753BF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21C4C2AD-5B2D-4D13-6D09-3C5E41D4A7BF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A9AC9E04-0BBE-7513-ED52-D7165748AD6E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65D5BBDE-51CB-571C-DC20-74B30C648594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E56FC77B-CFBA-403F-D97A-3F38C66835D7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A9E21096-B647-E17A-995B-77034EE77E51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94B9DFFC-FF9D-5C99-9AA3-61F0C2404618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46AADE9D-CE1B-25EA-C3CB-533C262A3DC2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A0269C74-81BC-AA81-58C1-8DFDE1159585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E9AF2A5B-E0EA-67CB-3042-1E3023CC32D1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2B927492-3C5B-9E58-39C7-6D8170B9DAF9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9629F625-87CE-CA0B-D756-69A59504990B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40E50AC6-CA0F-906B-A722-4D86E701B5F3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3E350A67-02BC-9928-3BB1-50583CBED182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6526C50D-1FAA-20B8-05BF-9E7EF8D29B25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0BC8A366-B6F8-AEAE-E8FF-F0CAF40C2803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E9CF2EDD-1705-A3C2-726A-E44366E0C293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94B20960-4062-E52D-AAD0-F5A2ABD823F4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D10A961C-42FA-BCFB-3251-EB9745ED28FD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B300516E-EC91-4972-65A6-336BE6301873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DF0A2D85-15F1-D924-0C92-4CC16087D674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FE8860-EEDB-6CB6-71C9-A2376D52B267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025B4B8-8F6E-D9D0-64CB-45E69FFF4AA5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FDEB9537-BF00-017D-C02D-E8D47564CDFB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C4B2D819-51E8-828B-5F5D-9BB8C4D62626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861685A5-C22F-ECC3-281A-6AB5CC08CC05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FC6A2A1F-0ADC-D227-3E2F-CEABFD21BF38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E294EEE5-AE6E-39EE-5DBA-F172CC6E4053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0FA71A01-C196-5240-79E8-E8C05046ECA8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D3BFB47-A573-535C-61E3-90B803DB3CBF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280DE5E0-96C6-5A93-9D2B-D566DEC2DE77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BEF8A756-DBFE-3B27-CFF0-09997BE00CB1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C3791230-CF1C-7E70-1A7C-6E89F52C7832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B4967BD-165B-B04D-BE93-3BFC92E592F7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7BB97EBB-BF0D-DA3B-460F-6367A6E21004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7AB36CF7-E6F1-0920-E587-CE84C0D14207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1A8E4927-A05F-D5C6-D42F-669F713CCC23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2468E392-8426-A027-464E-9B190521E645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2569CC26-41C6-7E99-1814-07C7DCE9F3DC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DA99774E-E357-AF53-3DFA-EE8CF71D69BA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CF3E70B8-C9BC-7DE3-8FA0-37E51149CD7D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0C245BC6-1858-1EA4-A87D-D9C991F209C2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6FA6C300-E80B-EC4B-C290-58FC142FC91E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69F2F5CB-77C0-68F3-BF09-F04D2FA53BB4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41E8CFA9-1A25-DC06-940A-A77E699F7681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BD66A3D2-2FAC-8F93-2CC2-B4D345E85DCF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02B74ADC-DF50-C578-08D7-7DF08A1A00E2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38B28184-62BD-216C-8F76-F7DFA39D7AB2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45EF367D-BF96-470A-113D-54BC7973045A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873B4442-4836-5ABD-0A7A-C394CA6DBE06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336A0EF0-7C80-8051-00BA-E94F15B50527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8018A726-8CBF-34AA-C06C-C0B19046E6D5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4C786B6E-6138-C58B-63AE-BF56EE3C351A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838D5C43-014B-9971-24AA-03DB812593AF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7B27EC05-A65A-C1E6-AAAD-89266E7B327F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28ECDEF3-8B25-BC48-85B1-A1F60300D6B1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018F7699-9B5A-197A-24E2-3F6B761EFAE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DE783231-F6D0-A6EC-83F9-D125E78D64FC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624326C4-CD41-556D-4E80-789D0DA734B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788A9B70-7043-8899-E9E2-10ACBF4F0189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DD2FF866-8F94-CF95-4B68-C1BC58400ADF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D09F60BF-2072-DEC2-C670-E5DA056B89D6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35B78B-ACE1-E191-3CBF-2A711C8DDC29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EF7789BB-B6FD-7132-9CB3-64A4991CAF8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07EFD917-3A61-21E2-A502-B95BC652CA9B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26CBEE0A-4095-A760-9FBD-BC3B91F252B2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86BC522-4CFC-1D57-50E5-2F4E5C2A134B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28530EF7-C700-7D85-A48E-14A48A761720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1FD09F45-254D-F559-E682-C7D714EB1B62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756B111-A728-5F5D-5902-D48D691F35D2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DC04B8CF-3AB0-230B-D0DA-D2FD45B5CF4F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256B741B-1CFA-E2B8-D90B-E2744F041E9D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14AC12B7-E6AF-FDB9-37AE-30F10F2068A7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1C2644C0-58C9-E396-ABF4-0B7AC82B7B4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309E6A2-768D-C07F-EB0E-F261BCD22D70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511A900B-7BFE-80D1-0042-33ACC8D787A8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09858B4C-FD9D-E2BB-2494-AB6890170AA9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CC08B450-4FB1-A7EC-5B80-46D0D4F6E66B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1985ACBA-EA38-4EA9-32C5-6124C0F9AD08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9" name="Imagem 358">
            <a:hlinkClick r:id="rId3"/>
            <a:extLst>
              <a:ext uri="{FF2B5EF4-FFF2-40B4-BE49-F238E27FC236}">
                <a16:creationId xmlns:a16="http://schemas.microsoft.com/office/drawing/2014/main" id="{79374888-1AA5-60B5-0317-7CD741753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362" y="129606"/>
            <a:ext cx="6738075" cy="48842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31872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1" name="Google Shape;7141;p51"/>
          <p:cNvSpPr txBox="1">
            <a:spLocks noGrp="1"/>
          </p:cNvSpPr>
          <p:nvPr>
            <p:ph type="title"/>
          </p:nvPr>
        </p:nvSpPr>
        <p:spPr>
          <a:xfrm>
            <a:off x="1334700" y="1486772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7143" name="Google Shape;7143;p51"/>
          <p:cNvSpPr txBox="1"/>
          <p:nvPr/>
        </p:nvSpPr>
        <p:spPr>
          <a:xfrm>
            <a:off x="2848350" y="420952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Please keep this slide for attribution.</a:t>
            </a: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19CD9F-24AD-8653-1314-F8A9B64F3ED6}"/>
              </a:ext>
            </a:extLst>
          </p:cNvPr>
          <p:cNvSpPr/>
          <p:nvPr/>
        </p:nvSpPr>
        <p:spPr>
          <a:xfrm>
            <a:off x="2675467" y="3752427"/>
            <a:ext cx="3772746" cy="9008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42" name="Google Shape;7142;p51"/>
          <p:cNvSpPr txBox="1">
            <a:spLocks noGrp="1"/>
          </p:cNvSpPr>
          <p:nvPr>
            <p:ph type="subTitle" idx="1"/>
          </p:nvPr>
        </p:nvSpPr>
        <p:spPr>
          <a:xfrm>
            <a:off x="2456590" y="2415327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Bruno Quirino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Felipe Ribeiro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Gabriel </a:t>
            </a:r>
            <a:r>
              <a:rPr lang="pt-BR" dirty="0" err="1"/>
              <a:t>Gazotti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Juliano Aleixo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Maria Vitória Costa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Tobias Pereira</a:t>
            </a:r>
            <a:endParaRPr dirty="0"/>
          </a:p>
        </p:txBody>
      </p:sp>
      <p:grpSp>
        <p:nvGrpSpPr>
          <p:cNvPr id="3" name="Google Shape;10641;p52">
            <a:extLst>
              <a:ext uri="{FF2B5EF4-FFF2-40B4-BE49-F238E27FC236}">
                <a16:creationId xmlns:a16="http://schemas.microsoft.com/office/drawing/2014/main" id="{4CD07012-BF6C-DB25-4927-464C0B2EA722}"/>
              </a:ext>
            </a:extLst>
          </p:cNvPr>
          <p:cNvGrpSpPr/>
          <p:nvPr/>
        </p:nvGrpSpPr>
        <p:grpSpPr>
          <a:xfrm>
            <a:off x="7981185" y="729038"/>
            <a:ext cx="428390" cy="367189"/>
            <a:chOff x="753950" y="238125"/>
            <a:chExt cx="6111125" cy="5238075"/>
          </a:xfrm>
        </p:grpSpPr>
        <p:sp>
          <p:nvSpPr>
            <p:cNvPr id="4" name="Google Shape;10642;p52">
              <a:extLst>
                <a:ext uri="{FF2B5EF4-FFF2-40B4-BE49-F238E27FC236}">
                  <a16:creationId xmlns:a16="http://schemas.microsoft.com/office/drawing/2014/main" id="{83107B68-74DD-6896-BBAE-3B94DC2FA4F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3;p52">
              <a:extLst>
                <a:ext uri="{FF2B5EF4-FFF2-40B4-BE49-F238E27FC236}">
                  <a16:creationId xmlns:a16="http://schemas.microsoft.com/office/drawing/2014/main" id="{EDB0F376-F85A-36C5-0042-52088FFB00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4;p52">
              <a:extLst>
                <a:ext uri="{FF2B5EF4-FFF2-40B4-BE49-F238E27FC236}">
                  <a16:creationId xmlns:a16="http://schemas.microsoft.com/office/drawing/2014/main" id="{46C95530-7ACC-AB85-EB31-6B8C848B011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5;p52">
              <a:extLst>
                <a:ext uri="{FF2B5EF4-FFF2-40B4-BE49-F238E27FC236}">
                  <a16:creationId xmlns:a16="http://schemas.microsoft.com/office/drawing/2014/main" id="{888CF757-FAA8-6F37-98E6-F831BE444B4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46;p52">
              <a:extLst>
                <a:ext uri="{FF2B5EF4-FFF2-40B4-BE49-F238E27FC236}">
                  <a16:creationId xmlns:a16="http://schemas.microsoft.com/office/drawing/2014/main" id="{2FE6FA4C-A230-4B99-F264-12ED027666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47;p52">
              <a:extLst>
                <a:ext uri="{FF2B5EF4-FFF2-40B4-BE49-F238E27FC236}">
                  <a16:creationId xmlns:a16="http://schemas.microsoft.com/office/drawing/2014/main" id="{FC8FC78C-05E6-2BAE-D7C1-0BA2FD767B7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48;p52">
              <a:extLst>
                <a:ext uri="{FF2B5EF4-FFF2-40B4-BE49-F238E27FC236}">
                  <a16:creationId xmlns:a16="http://schemas.microsoft.com/office/drawing/2014/main" id="{55532762-E19F-604C-A86F-A7DB82C3D5A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49;p52">
              <a:extLst>
                <a:ext uri="{FF2B5EF4-FFF2-40B4-BE49-F238E27FC236}">
                  <a16:creationId xmlns:a16="http://schemas.microsoft.com/office/drawing/2014/main" id="{DD9004B0-92C7-05AC-26B1-3ADBF80DCD0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50;p52">
              <a:extLst>
                <a:ext uri="{FF2B5EF4-FFF2-40B4-BE49-F238E27FC236}">
                  <a16:creationId xmlns:a16="http://schemas.microsoft.com/office/drawing/2014/main" id="{DFD67E6F-76AD-F3C1-E719-C815B3ADC10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51;p52">
              <a:extLst>
                <a:ext uri="{FF2B5EF4-FFF2-40B4-BE49-F238E27FC236}">
                  <a16:creationId xmlns:a16="http://schemas.microsoft.com/office/drawing/2014/main" id="{876FD877-3AF8-7642-2251-39C9F6BBF99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52;p52">
              <a:extLst>
                <a:ext uri="{FF2B5EF4-FFF2-40B4-BE49-F238E27FC236}">
                  <a16:creationId xmlns:a16="http://schemas.microsoft.com/office/drawing/2014/main" id="{BE2CCDE2-6B2E-C0EA-9BBF-D6291F7EEE8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53;p52">
              <a:extLst>
                <a:ext uri="{FF2B5EF4-FFF2-40B4-BE49-F238E27FC236}">
                  <a16:creationId xmlns:a16="http://schemas.microsoft.com/office/drawing/2014/main" id="{3030FBA6-E04B-6DB3-D722-B6A62A686D66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54;p52">
              <a:extLst>
                <a:ext uri="{FF2B5EF4-FFF2-40B4-BE49-F238E27FC236}">
                  <a16:creationId xmlns:a16="http://schemas.microsoft.com/office/drawing/2014/main" id="{FDBBE95C-4381-3E42-CFDB-D9F38935F97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55;p52">
              <a:extLst>
                <a:ext uri="{FF2B5EF4-FFF2-40B4-BE49-F238E27FC236}">
                  <a16:creationId xmlns:a16="http://schemas.microsoft.com/office/drawing/2014/main" id="{22D47BC4-1175-B4CA-8179-FD53E44C9E9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56;p52">
              <a:extLst>
                <a:ext uri="{FF2B5EF4-FFF2-40B4-BE49-F238E27FC236}">
                  <a16:creationId xmlns:a16="http://schemas.microsoft.com/office/drawing/2014/main" id="{01ECC647-FEA8-50D0-5D42-E28402FA662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57;p52">
              <a:extLst>
                <a:ext uri="{FF2B5EF4-FFF2-40B4-BE49-F238E27FC236}">
                  <a16:creationId xmlns:a16="http://schemas.microsoft.com/office/drawing/2014/main" id="{BED49F40-B949-6938-9071-0B275C5AFB9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58;p52">
              <a:extLst>
                <a:ext uri="{FF2B5EF4-FFF2-40B4-BE49-F238E27FC236}">
                  <a16:creationId xmlns:a16="http://schemas.microsoft.com/office/drawing/2014/main" id="{27901628-E0B9-463A-3B66-3999530732D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59;p52">
              <a:extLst>
                <a:ext uri="{FF2B5EF4-FFF2-40B4-BE49-F238E27FC236}">
                  <a16:creationId xmlns:a16="http://schemas.microsoft.com/office/drawing/2014/main" id="{A21D22CC-000B-260C-785A-A82A1747657E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60;p52">
              <a:extLst>
                <a:ext uri="{FF2B5EF4-FFF2-40B4-BE49-F238E27FC236}">
                  <a16:creationId xmlns:a16="http://schemas.microsoft.com/office/drawing/2014/main" id="{90EC37EC-D9E3-DB16-E733-34025A127B3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1;p52">
              <a:extLst>
                <a:ext uri="{FF2B5EF4-FFF2-40B4-BE49-F238E27FC236}">
                  <a16:creationId xmlns:a16="http://schemas.microsoft.com/office/drawing/2014/main" id="{D15FA1DF-5363-C57C-EAFF-C28DB3EC3D7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62;p52">
              <a:extLst>
                <a:ext uri="{FF2B5EF4-FFF2-40B4-BE49-F238E27FC236}">
                  <a16:creationId xmlns:a16="http://schemas.microsoft.com/office/drawing/2014/main" id="{8FD5C4AC-23CF-19D3-4B5E-159B7D9F0553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63;p52">
              <a:extLst>
                <a:ext uri="{FF2B5EF4-FFF2-40B4-BE49-F238E27FC236}">
                  <a16:creationId xmlns:a16="http://schemas.microsoft.com/office/drawing/2014/main" id="{BFFAC00A-A0F4-5A30-CD05-48D4CDE4D7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64;p52">
              <a:extLst>
                <a:ext uri="{FF2B5EF4-FFF2-40B4-BE49-F238E27FC236}">
                  <a16:creationId xmlns:a16="http://schemas.microsoft.com/office/drawing/2014/main" id="{507E0C2A-B488-98DC-0630-6264226CDBE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5;p52">
              <a:extLst>
                <a:ext uri="{FF2B5EF4-FFF2-40B4-BE49-F238E27FC236}">
                  <a16:creationId xmlns:a16="http://schemas.microsoft.com/office/drawing/2014/main" id="{0229E212-21A5-45DB-8D7B-8737148B710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66;p52">
              <a:extLst>
                <a:ext uri="{FF2B5EF4-FFF2-40B4-BE49-F238E27FC236}">
                  <a16:creationId xmlns:a16="http://schemas.microsoft.com/office/drawing/2014/main" id="{FC812AC9-0F8E-71FC-2458-0BB47F72FB8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67;p52">
              <a:extLst>
                <a:ext uri="{FF2B5EF4-FFF2-40B4-BE49-F238E27FC236}">
                  <a16:creationId xmlns:a16="http://schemas.microsoft.com/office/drawing/2014/main" id="{5D43C0F5-660F-D4FB-DDE5-232F879BC72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68;p52">
              <a:extLst>
                <a:ext uri="{FF2B5EF4-FFF2-40B4-BE49-F238E27FC236}">
                  <a16:creationId xmlns:a16="http://schemas.microsoft.com/office/drawing/2014/main" id="{A27C58E9-A5D3-DFD5-ADD0-684B3B366C7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0641;p52">
            <a:extLst>
              <a:ext uri="{FF2B5EF4-FFF2-40B4-BE49-F238E27FC236}">
                <a16:creationId xmlns:a16="http://schemas.microsoft.com/office/drawing/2014/main" id="{D9436970-17B0-F723-653A-ED01646C81F7}"/>
              </a:ext>
            </a:extLst>
          </p:cNvPr>
          <p:cNvGrpSpPr/>
          <p:nvPr/>
        </p:nvGrpSpPr>
        <p:grpSpPr>
          <a:xfrm>
            <a:off x="7430402" y="453646"/>
            <a:ext cx="428390" cy="367189"/>
            <a:chOff x="753950" y="238125"/>
            <a:chExt cx="6111125" cy="5238075"/>
          </a:xfrm>
        </p:grpSpPr>
        <p:sp>
          <p:nvSpPr>
            <p:cNvPr id="32" name="Google Shape;10642;p52">
              <a:extLst>
                <a:ext uri="{FF2B5EF4-FFF2-40B4-BE49-F238E27FC236}">
                  <a16:creationId xmlns:a16="http://schemas.microsoft.com/office/drawing/2014/main" id="{FF673AB4-C7B8-B196-4CC2-EE01147D8B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3;p52">
              <a:extLst>
                <a:ext uri="{FF2B5EF4-FFF2-40B4-BE49-F238E27FC236}">
                  <a16:creationId xmlns:a16="http://schemas.microsoft.com/office/drawing/2014/main" id="{9AB57F7F-A83B-55D1-91FB-B7D8D56B33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4;p52">
              <a:extLst>
                <a:ext uri="{FF2B5EF4-FFF2-40B4-BE49-F238E27FC236}">
                  <a16:creationId xmlns:a16="http://schemas.microsoft.com/office/drawing/2014/main" id="{B87534E0-C39B-450D-3B1C-615DF623B3A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52">
              <a:extLst>
                <a:ext uri="{FF2B5EF4-FFF2-40B4-BE49-F238E27FC236}">
                  <a16:creationId xmlns:a16="http://schemas.microsoft.com/office/drawing/2014/main" id="{F6BB0F09-EB60-CA59-E1B3-ED25B0AC4DC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52">
              <a:extLst>
                <a:ext uri="{FF2B5EF4-FFF2-40B4-BE49-F238E27FC236}">
                  <a16:creationId xmlns:a16="http://schemas.microsoft.com/office/drawing/2014/main" id="{418F6C61-E642-9386-34DF-6C3B5D48F34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52">
              <a:extLst>
                <a:ext uri="{FF2B5EF4-FFF2-40B4-BE49-F238E27FC236}">
                  <a16:creationId xmlns:a16="http://schemas.microsoft.com/office/drawing/2014/main" id="{478923A8-BA33-60EF-D626-67ADBB2486F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52">
              <a:extLst>
                <a:ext uri="{FF2B5EF4-FFF2-40B4-BE49-F238E27FC236}">
                  <a16:creationId xmlns:a16="http://schemas.microsoft.com/office/drawing/2014/main" id="{4B952DA5-58B0-E351-567B-619A4AFCFA6D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52">
              <a:extLst>
                <a:ext uri="{FF2B5EF4-FFF2-40B4-BE49-F238E27FC236}">
                  <a16:creationId xmlns:a16="http://schemas.microsoft.com/office/drawing/2014/main" id="{90942C70-CB7C-8597-9470-A4BE6C95C5CB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52">
              <a:extLst>
                <a:ext uri="{FF2B5EF4-FFF2-40B4-BE49-F238E27FC236}">
                  <a16:creationId xmlns:a16="http://schemas.microsoft.com/office/drawing/2014/main" id="{36F6F029-7DB4-4BF6-4930-3B9F11ECE45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52">
              <a:extLst>
                <a:ext uri="{FF2B5EF4-FFF2-40B4-BE49-F238E27FC236}">
                  <a16:creationId xmlns:a16="http://schemas.microsoft.com/office/drawing/2014/main" id="{7601D356-73E3-7034-F58B-8C23A93A5C5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52">
              <a:extLst>
                <a:ext uri="{FF2B5EF4-FFF2-40B4-BE49-F238E27FC236}">
                  <a16:creationId xmlns:a16="http://schemas.microsoft.com/office/drawing/2014/main" id="{D2A37613-C438-0B48-0445-BD00E2D6193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52">
              <a:extLst>
                <a:ext uri="{FF2B5EF4-FFF2-40B4-BE49-F238E27FC236}">
                  <a16:creationId xmlns:a16="http://schemas.microsoft.com/office/drawing/2014/main" id="{BB5C7F3B-4FA2-0620-627D-6AADE8D2D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52">
              <a:extLst>
                <a:ext uri="{FF2B5EF4-FFF2-40B4-BE49-F238E27FC236}">
                  <a16:creationId xmlns:a16="http://schemas.microsoft.com/office/drawing/2014/main" id="{C573F9C3-F18F-463A-1BEB-F824F25789C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52">
              <a:extLst>
                <a:ext uri="{FF2B5EF4-FFF2-40B4-BE49-F238E27FC236}">
                  <a16:creationId xmlns:a16="http://schemas.microsoft.com/office/drawing/2014/main" id="{9EAD826C-7E98-D790-3EA9-8490F158FBF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52">
              <a:extLst>
                <a:ext uri="{FF2B5EF4-FFF2-40B4-BE49-F238E27FC236}">
                  <a16:creationId xmlns:a16="http://schemas.microsoft.com/office/drawing/2014/main" id="{571190FE-DDCD-9F9A-1232-A5C749586CD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52">
              <a:extLst>
                <a:ext uri="{FF2B5EF4-FFF2-40B4-BE49-F238E27FC236}">
                  <a16:creationId xmlns:a16="http://schemas.microsoft.com/office/drawing/2014/main" id="{FA169FA0-75C5-3BC6-843E-8E7F078CC98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658;p52">
              <a:extLst>
                <a:ext uri="{FF2B5EF4-FFF2-40B4-BE49-F238E27FC236}">
                  <a16:creationId xmlns:a16="http://schemas.microsoft.com/office/drawing/2014/main" id="{7BA0D161-BC08-8CCA-E8EC-093B32A160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59;p52">
              <a:extLst>
                <a:ext uri="{FF2B5EF4-FFF2-40B4-BE49-F238E27FC236}">
                  <a16:creationId xmlns:a16="http://schemas.microsoft.com/office/drawing/2014/main" id="{66A778AD-26E8-A84E-ADA4-77475616134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660;p52">
              <a:extLst>
                <a:ext uri="{FF2B5EF4-FFF2-40B4-BE49-F238E27FC236}">
                  <a16:creationId xmlns:a16="http://schemas.microsoft.com/office/drawing/2014/main" id="{1B28C38E-6DDA-D7CC-B7E5-519C8C89BAF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1;p52">
              <a:extLst>
                <a:ext uri="{FF2B5EF4-FFF2-40B4-BE49-F238E27FC236}">
                  <a16:creationId xmlns:a16="http://schemas.microsoft.com/office/drawing/2014/main" id="{A50F7F2A-7851-D7D6-A1A8-5272A1E6988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2;p52">
              <a:extLst>
                <a:ext uri="{FF2B5EF4-FFF2-40B4-BE49-F238E27FC236}">
                  <a16:creationId xmlns:a16="http://schemas.microsoft.com/office/drawing/2014/main" id="{8349EA79-C86F-162C-E4DB-3C7FF546BBC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63;p52">
              <a:extLst>
                <a:ext uri="{FF2B5EF4-FFF2-40B4-BE49-F238E27FC236}">
                  <a16:creationId xmlns:a16="http://schemas.microsoft.com/office/drawing/2014/main" id="{C22CB5C2-4316-3B73-39ED-8E0C02F092C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664;p52">
              <a:extLst>
                <a:ext uri="{FF2B5EF4-FFF2-40B4-BE49-F238E27FC236}">
                  <a16:creationId xmlns:a16="http://schemas.microsoft.com/office/drawing/2014/main" id="{1CBBFE2F-22D0-AA1B-5BC0-C445CE8AD9D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665;p52">
              <a:extLst>
                <a:ext uri="{FF2B5EF4-FFF2-40B4-BE49-F238E27FC236}">
                  <a16:creationId xmlns:a16="http://schemas.microsoft.com/office/drawing/2014/main" id="{5128FAC3-3EB4-825E-FB53-39766C6A71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666;p52">
              <a:extLst>
                <a:ext uri="{FF2B5EF4-FFF2-40B4-BE49-F238E27FC236}">
                  <a16:creationId xmlns:a16="http://schemas.microsoft.com/office/drawing/2014/main" id="{F1AEB42B-9F49-58A9-C139-CB9C323BC92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667;p52">
              <a:extLst>
                <a:ext uri="{FF2B5EF4-FFF2-40B4-BE49-F238E27FC236}">
                  <a16:creationId xmlns:a16="http://schemas.microsoft.com/office/drawing/2014/main" id="{A3175CE3-5DF8-E802-2D6A-C741D7D9B0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668;p52">
              <a:extLst>
                <a:ext uri="{FF2B5EF4-FFF2-40B4-BE49-F238E27FC236}">
                  <a16:creationId xmlns:a16="http://schemas.microsoft.com/office/drawing/2014/main" id="{2F306155-14DA-F67D-C868-FD08BADC322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0641;p52">
            <a:extLst>
              <a:ext uri="{FF2B5EF4-FFF2-40B4-BE49-F238E27FC236}">
                <a16:creationId xmlns:a16="http://schemas.microsoft.com/office/drawing/2014/main" id="{93B82B7E-F24B-019F-2EF9-DC68516B5E4A}"/>
              </a:ext>
            </a:extLst>
          </p:cNvPr>
          <p:cNvGrpSpPr/>
          <p:nvPr/>
        </p:nvGrpSpPr>
        <p:grpSpPr>
          <a:xfrm>
            <a:off x="7491597" y="1032828"/>
            <a:ext cx="428390" cy="367189"/>
            <a:chOff x="753950" y="238125"/>
            <a:chExt cx="6111125" cy="5238075"/>
          </a:xfrm>
        </p:grpSpPr>
        <p:sp>
          <p:nvSpPr>
            <p:cNvPr id="60" name="Google Shape;10642;p52">
              <a:extLst>
                <a:ext uri="{FF2B5EF4-FFF2-40B4-BE49-F238E27FC236}">
                  <a16:creationId xmlns:a16="http://schemas.microsoft.com/office/drawing/2014/main" id="{243C8AE7-4BCF-6AEB-B2F1-B59DE73B72D3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643;p52">
              <a:extLst>
                <a:ext uri="{FF2B5EF4-FFF2-40B4-BE49-F238E27FC236}">
                  <a16:creationId xmlns:a16="http://schemas.microsoft.com/office/drawing/2014/main" id="{537ED7D0-FED3-4E7D-1A31-2B8A30835B1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644;p52">
              <a:extLst>
                <a:ext uri="{FF2B5EF4-FFF2-40B4-BE49-F238E27FC236}">
                  <a16:creationId xmlns:a16="http://schemas.microsoft.com/office/drawing/2014/main" id="{E7FF0D61-28C5-E02C-74C4-44348BC3825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645;p52">
              <a:extLst>
                <a:ext uri="{FF2B5EF4-FFF2-40B4-BE49-F238E27FC236}">
                  <a16:creationId xmlns:a16="http://schemas.microsoft.com/office/drawing/2014/main" id="{5B020910-00B4-2E82-382B-299EB2C3E9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0646;p52">
              <a:extLst>
                <a:ext uri="{FF2B5EF4-FFF2-40B4-BE49-F238E27FC236}">
                  <a16:creationId xmlns:a16="http://schemas.microsoft.com/office/drawing/2014/main" id="{F19B5838-4A67-4C94-D62B-47A6019224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0647;p52">
              <a:extLst>
                <a:ext uri="{FF2B5EF4-FFF2-40B4-BE49-F238E27FC236}">
                  <a16:creationId xmlns:a16="http://schemas.microsoft.com/office/drawing/2014/main" id="{D2E066E1-DB04-BB72-A1F9-06FA925886A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10648;p52">
              <a:extLst>
                <a:ext uri="{FF2B5EF4-FFF2-40B4-BE49-F238E27FC236}">
                  <a16:creationId xmlns:a16="http://schemas.microsoft.com/office/drawing/2014/main" id="{A0BEBCE8-7711-8A1B-9B8F-42B5FDA57A7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10649;p52">
              <a:extLst>
                <a:ext uri="{FF2B5EF4-FFF2-40B4-BE49-F238E27FC236}">
                  <a16:creationId xmlns:a16="http://schemas.microsoft.com/office/drawing/2014/main" id="{DB0B5665-31F1-D6E7-0016-85CD4491E41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10650;p52">
              <a:extLst>
                <a:ext uri="{FF2B5EF4-FFF2-40B4-BE49-F238E27FC236}">
                  <a16:creationId xmlns:a16="http://schemas.microsoft.com/office/drawing/2014/main" id="{05BC5E22-448D-AB23-8E07-4907AA3E20B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10651;p52">
              <a:extLst>
                <a:ext uri="{FF2B5EF4-FFF2-40B4-BE49-F238E27FC236}">
                  <a16:creationId xmlns:a16="http://schemas.microsoft.com/office/drawing/2014/main" id="{48FE23CF-08D9-0021-07D6-EF2EDDFB2C4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10652;p52">
              <a:extLst>
                <a:ext uri="{FF2B5EF4-FFF2-40B4-BE49-F238E27FC236}">
                  <a16:creationId xmlns:a16="http://schemas.microsoft.com/office/drawing/2014/main" id="{EC776DC0-589B-63CF-C090-E054C03082C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10653;p52">
              <a:extLst>
                <a:ext uri="{FF2B5EF4-FFF2-40B4-BE49-F238E27FC236}">
                  <a16:creationId xmlns:a16="http://schemas.microsoft.com/office/drawing/2014/main" id="{4B8BA4DA-B74C-A42C-C86E-155FD8EE3D3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10654;p52">
              <a:extLst>
                <a:ext uri="{FF2B5EF4-FFF2-40B4-BE49-F238E27FC236}">
                  <a16:creationId xmlns:a16="http://schemas.microsoft.com/office/drawing/2014/main" id="{A9AF036D-0309-B45F-6270-06A602306C0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10655;p52">
              <a:extLst>
                <a:ext uri="{FF2B5EF4-FFF2-40B4-BE49-F238E27FC236}">
                  <a16:creationId xmlns:a16="http://schemas.microsoft.com/office/drawing/2014/main" id="{69C88300-7AD9-083C-E2FE-3CF690961FA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10656;p52">
              <a:extLst>
                <a:ext uri="{FF2B5EF4-FFF2-40B4-BE49-F238E27FC236}">
                  <a16:creationId xmlns:a16="http://schemas.microsoft.com/office/drawing/2014/main" id="{757FB262-52C5-3F2B-4DEC-B4A621658A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10657;p52">
              <a:extLst>
                <a:ext uri="{FF2B5EF4-FFF2-40B4-BE49-F238E27FC236}">
                  <a16:creationId xmlns:a16="http://schemas.microsoft.com/office/drawing/2014/main" id="{306528A8-12C7-7BDF-2102-4A8EF53ED19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10658;p52">
              <a:extLst>
                <a:ext uri="{FF2B5EF4-FFF2-40B4-BE49-F238E27FC236}">
                  <a16:creationId xmlns:a16="http://schemas.microsoft.com/office/drawing/2014/main" id="{351E8810-8D1F-77EF-8F87-9904DA69D1E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10659;p52">
              <a:extLst>
                <a:ext uri="{FF2B5EF4-FFF2-40B4-BE49-F238E27FC236}">
                  <a16:creationId xmlns:a16="http://schemas.microsoft.com/office/drawing/2014/main" id="{D3D25FEE-62E8-B41C-D4E2-508C403F41A2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10660;p52">
              <a:extLst>
                <a:ext uri="{FF2B5EF4-FFF2-40B4-BE49-F238E27FC236}">
                  <a16:creationId xmlns:a16="http://schemas.microsoft.com/office/drawing/2014/main" id="{FB019948-37F6-625B-7A44-770492FFA76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10661;p52">
              <a:extLst>
                <a:ext uri="{FF2B5EF4-FFF2-40B4-BE49-F238E27FC236}">
                  <a16:creationId xmlns:a16="http://schemas.microsoft.com/office/drawing/2014/main" id="{49B26A24-0F96-6E1F-929D-1DEA511AC2E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10662;p52">
              <a:extLst>
                <a:ext uri="{FF2B5EF4-FFF2-40B4-BE49-F238E27FC236}">
                  <a16:creationId xmlns:a16="http://schemas.microsoft.com/office/drawing/2014/main" id="{2EAB3CDB-BDB6-4DAA-919A-E71C1544CE2F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10663;p52">
              <a:extLst>
                <a:ext uri="{FF2B5EF4-FFF2-40B4-BE49-F238E27FC236}">
                  <a16:creationId xmlns:a16="http://schemas.microsoft.com/office/drawing/2014/main" id="{1E0DA13B-3C16-610A-22CC-0669480EE1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10664;p52">
              <a:extLst>
                <a:ext uri="{FF2B5EF4-FFF2-40B4-BE49-F238E27FC236}">
                  <a16:creationId xmlns:a16="http://schemas.microsoft.com/office/drawing/2014/main" id="{C9A4E3F9-91B1-1498-B05F-4D6C4080BBE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10665;p52">
              <a:extLst>
                <a:ext uri="{FF2B5EF4-FFF2-40B4-BE49-F238E27FC236}">
                  <a16:creationId xmlns:a16="http://schemas.microsoft.com/office/drawing/2014/main" id="{25B90355-BA92-EAC8-D72B-24C607D41821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10666;p52">
              <a:extLst>
                <a:ext uri="{FF2B5EF4-FFF2-40B4-BE49-F238E27FC236}">
                  <a16:creationId xmlns:a16="http://schemas.microsoft.com/office/drawing/2014/main" id="{344A6F53-453C-4F40-796C-5DEB5CF21D45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10667;p52">
              <a:extLst>
                <a:ext uri="{FF2B5EF4-FFF2-40B4-BE49-F238E27FC236}">
                  <a16:creationId xmlns:a16="http://schemas.microsoft.com/office/drawing/2014/main" id="{34EB9204-9E66-D6CD-20F3-680FDD2FA98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10668;p52">
              <a:extLst>
                <a:ext uri="{FF2B5EF4-FFF2-40B4-BE49-F238E27FC236}">
                  <a16:creationId xmlns:a16="http://schemas.microsoft.com/office/drawing/2014/main" id="{DEA20D71-DAAA-63B9-E7CB-256D3BD2CF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9331;p52">
            <a:extLst>
              <a:ext uri="{FF2B5EF4-FFF2-40B4-BE49-F238E27FC236}">
                <a16:creationId xmlns:a16="http://schemas.microsoft.com/office/drawing/2014/main" id="{574557A3-993B-F9C5-A907-CA487E195C0F}"/>
              </a:ext>
            </a:extLst>
          </p:cNvPr>
          <p:cNvGrpSpPr/>
          <p:nvPr/>
        </p:nvGrpSpPr>
        <p:grpSpPr>
          <a:xfrm>
            <a:off x="814527" y="3849986"/>
            <a:ext cx="1182999" cy="699504"/>
            <a:chOff x="1833987" y="2604860"/>
            <a:chExt cx="1182999" cy="699504"/>
          </a:xfrm>
        </p:grpSpPr>
        <p:sp>
          <p:nvSpPr>
            <p:cNvPr id="7213" name="Google Shape;9332;p52">
              <a:extLst>
                <a:ext uri="{FF2B5EF4-FFF2-40B4-BE49-F238E27FC236}">
                  <a16:creationId xmlns:a16="http://schemas.microsoft.com/office/drawing/2014/main" id="{2D3F94F4-B7EF-3957-7D7D-9A2D7225814D}"/>
                </a:ext>
              </a:extLst>
            </p:cNvPr>
            <p:cNvSpPr/>
            <p:nvPr/>
          </p:nvSpPr>
          <p:spPr>
            <a:xfrm>
              <a:off x="290844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9333;p52">
              <a:extLst>
                <a:ext uri="{FF2B5EF4-FFF2-40B4-BE49-F238E27FC236}">
                  <a16:creationId xmlns:a16="http://schemas.microsoft.com/office/drawing/2014/main" id="{64D9EACB-842A-8736-BABF-4B5430991B43}"/>
                </a:ext>
              </a:extLst>
            </p:cNvPr>
            <p:cNvSpPr/>
            <p:nvPr/>
          </p:nvSpPr>
          <p:spPr>
            <a:xfrm>
              <a:off x="290844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9334;p52">
              <a:extLst>
                <a:ext uri="{FF2B5EF4-FFF2-40B4-BE49-F238E27FC236}">
                  <a16:creationId xmlns:a16="http://schemas.microsoft.com/office/drawing/2014/main" id="{2BCB6464-B9C2-516C-BAB9-8AE5376BA3C9}"/>
                </a:ext>
              </a:extLst>
            </p:cNvPr>
            <p:cNvSpPr/>
            <p:nvPr/>
          </p:nvSpPr>
          <p:spPr>
            <a:xfrm>
              <a:off x="290897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9335;p52">
              <a:extLst>
                <a:ext uri="{FF2B5EF4-FFF2-40B4-BE49-F238E27FC236}">
                  <a16:creationId xmlns:a16="http://schemas.microsoft.com/office/drawing/2014/main" id="{01E440A9-A701-6C61-7876-7C6F0F3B1CF4}"/>
                </a:ext>
              </a:extLst>
            </p:cNvPr>
            <p:cNvSpPr/>
            <p:nvPr/>
          </p:nvSpPr>
          <p:spPr>
            <a:xfrm>
              <a:off x="290844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9336;p52">
              <a:extLst>
                <a:ext uri="{FF2B5EF4-FFF2-40B4-BE49-F238E27FC236}">
                  <a16:creationId xmlns:a16="http://schemas.microsoft.com/office/drawing/2014/main" id="{73D321E8-F61B-FECD-3616-430F13FCF9ED}"/>
                </a:ext>
              </a:extLst>
            </p:cNvPr>
            <p:cNvSpPr/>
            <p:nvPr/>
          </p:nvSpPr>
          <p:spPr>
            <a:xfrm>
              <a:off x="290897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9337;p52">
              <a:extLst>
                <a:ext uri="{FF2B5EF4-FFF2-40B4-BE49-F238E27FC236}">
                  <a16:creationId xmlns:a16="http://schemas.microsoft.com/office/drawing/2014/main" id="{21559FD0-D751-519C-EDB0-119958109811}"/>
                </a:ext>
              </a:extLst>
            </p:cNvPr>
            <p:cNvSpPr/>
            <p:nvPr/>
          </p:nvSpPr>
          <p:spPr>
            <a:xfrm>
              <a:off x="290844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9338;p52">
              <a:extLst>
                <a:ext uri="{FF2B5EF4-FFF2-40B4-BE49-F238E27FC236}">
                  <a16:creationId xmlns:a16="http://schemas.microsoft.com/office/drawing/2014/main" id="{68202809-9538-B446-60BE-976CC8C7FF1A}"/>
                </a:ext>
              </a:extLst>
            </p:cNvPr>
            <p:cNvSpPr/>
            <p:nvPr/>
          </p:nvSpPr>
          <p:spPr>
            <a:xfrm>
              <a:off x="2908973" y="2927730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9339;p52">
              <a:extLst>
                <a:ext uri="{FF2B5EF4-FFF2-40B4-BE49-F238E27FC236}">
                  <a16:creationId xmlns:a16="http://schemas.microsoft.com/office/drawing/2014/main" id="{A78140B6-3CE3-4461-C020-7D655A1BFAA3}"/>
                </a:ext>
              </a:extLst>
            </p:cNvPr>
            <p:cNvSpPr/>
            <p:nvPr/>
          </p:nvSpPr>
          <p:spPr>
            <a:xfrm>
              <a:off x="290844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9340;p52">
              <a:extLst>
                <a:ext uri="{FF2B5EF4-FFF2-40B4-BE49-F238E27FC236}">
                  <a16:creationId xmlns:a16="http://schemas.microsoft.com/office/drawing/2014/main" id="{0210DC0D-6EDB-5164-718F-083F49B618B6}"/>
                </a:ext>
              </a:extLst>
            </p:cNvPr>
            <p:cNvSpPr/>
            <p:nvPr/>
          </p:nvSpPr>
          <p:spPr>
            <a:xfrm>
              <a:off x="290897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9341;p52">
              <a:extLst>
                <a:ext uri="{FF2B5EF4-FFF2-40B4-BE49-F238E27FC236}">
                  <a16:creationId xmlns:a16="http://schemas.microsoft.com/office/drawing/2014/main" id="{D2463022-428A-3BA1-7D9D-B38279C02C5F}"/>
                </a:ext>
              </a:extLst>
            </p:cNvPr>
            <p:cNvSpPr/>
            <p:nvPr/>
          </p:nvSpPr>
          <p:spPr>
            <a:xfrm>
              <a:off x="290844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9342;p52">
              <a:extLst>
                <a:ext uri="{FF2B5EF4-FFF2-40B4-BE49-F238E27FC236}">
                  <a16:creationId xmlns:a16="http://schemas.microsoft.com/office/drawing/2014/main" id="{A95D2D67-3AC6-249F-D233-1660781814A6}"/>
                </a:ext>
              </a:extLst>
            </p:cNvPr>
            <p:cNvSpPr/>
            <p:nvPr/>
          </p:nvSpPr>
          <p:spPr>
            <a:xfrm>
              <a:off x="290897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9343;p52">
              <a:extLst>
                <a:ext uri="{FF2B5EF4-FFF2-40B4-BE49-F238E27FC236}">
                  <a16:creationId xmlns:a16="http://schemas.microsoft.com/office/drawing/2014/main" id="{2CB23472-D557-23AF-1EAC-82C3246B1A18}"/>
                </a:ext>
              </a:extLst>
            </p:cNvPr>
            <p:cNvSpPr/>
            <p:nvPr/>
          </p:nvSpPr>
          <p:spPr>
            <a:xfrm>
              <a:off x="285471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9344;p52">
              <a:extLst>
                <a:ext uri="{FF2B5EF4-FFF2-40B4-BE49-F238E27FC236}">
                  <a16:creationId xmlns:a16="http://schemas.microsoft.com/office/drawing/2014/main" id="{5B66A44A-C95D-4E9D-9008-80329874D4DE}"/>
                </a:ext>
              </a:extLst>
            </p:cNvPr>
            <p:cNvSpPr/>
            <p:nvPr/>
          </p:nvSpPr>
          <p:spPr>
            <a:xfrm>
              <a:off x="2855240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9345;p52">
              <a:extLst>
                <a:ext uri="{FF2B5EF4-FFF2-40B4-BE49-F238E27FC236}">
                  <a16:creationId xmlns:a16="http://schemas.microsoft.com/office/drawing/2014/main" id="{35D785D7-ED03-5596-7676-DED057500B16}"/>
                </a:ext>
              </a:extLst>
            </p:cNvPr>
            <p:cNvSpPr/>
            <p:nvPr/>
          </p:nvSpPr>
          <p:spPr>
            <a:xfrm>
              <a:off x="285471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9346;p52">
              <a:extLst>
                <a:ext uri="{FF2B5EF4-FFF2-40B4-BE49-F238E27FC236}">
                  <a16:creationId xmlns:a16="http://schemas.microsoft.com/office/drawing/2014/main" id="{60231798-07CC-5615-B9B6-0B422C3E4573}"/>
                </a:ext>
              </a:extLst>
            </p:cNvPr>
            <p:cNvSpPr/>
            <p:nvPr/>
          </p:nvSpPr>
          <p:spPr>
            <a:xfrm>
              <a:off x="285471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9347;p52">
              <a:extLst>
                <a:ext uri="{FF2B5EF4-FFF2-40B4-BE49-F238E27FC236}">
                  <a16:creationId xmlns:a16="http://schemas.microsoft.com/office/drawing/2014/main" id="{3570B164-F34E-086E-FEFE-87BFE4DD7DE2}"/>
                </a:ext>
              </a:extLst>
            </p:cNvPr>
            <p:cNvSpPr/>
            <p:nvPr/>
          </p:nvSpPr>
          <p:spPr>
            <a:xfrm>
              <a:off x="2855240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9348;p52">
              <a:extLst>
                <a:ext uri="{FF2B5EF4-FFF2-40B4-BE49-F238E27FC236}">
                  <a16:creationId xmlns:a16="http://schemas.microsoft.com/office/drawing/2014/main" id="{B25D04FD-C8E0-D700-6D74-9AD464A5A109}"/>
                </a:ext>
              </a:extLst>
            </p:cNvPr>
            <p:cNvSpPr/>
            <p:nvPr/>
          </p:nvSpPr>
          <p:spPr>
            <a:xfrm>
              <a:off x="285471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9349;p52">
              <a:extLst>
                <a:ext uri="{FF2B5EF4-FFF2-40B4-BE49-F238E27FC236}">
                  <a16:creationId xmlns:a16="http://schemas.microsoft.com/office/drawing/2014/main" id="{9D858837-B398-C852-B991-60E724901287}"/>
                </a:ext>
              </a:extLst>
            </p:cNvPr>
            <p:cNvSpPr/>
            <p:nvPr/>
          </p:nvSpPr>
          <p:spPr>
            <a:xfrm>
              <a:off x="2855240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9350;p52">
              <a:extLst>
                <a:ext uri="{FF2B5EF4-FFF2-40B4-BE49-F238E27FC236}">
                  <a16:creationId xmlns:a16="http://schemas.microsoft.com/office/drawing/2014/main" id="{807C8AD8-C40D-4B06-1292-7A53A0D5E40C}"/>
                </a:ext>
              </a:extLst>
            </p:cNvPr>
            <p:cNvSpPr/>
            <p:nvPr/>
          </p:nvSpPr>
          <p:spPr>
            <a:xfrm>
              <a:off x="285471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9351;p52">
              <a:extLst>
                <a:ext uri="{FF2B5EF4-FFF2-40B4-BE49-F238E27FC236}">
                  <a16:creationId xmlns:a16="http://schemas.microsoft.com/office/drawing/2014/main" id="{575FC8D8-04C2-2EE2-0EC3-B7AE39545C69}"/>
                </a:ext>
              </a:extLst>
            </p:cNvPr>
            <p:cNvSpPr/>
            <p:nvPr/>
          </p:nvSpPr>
          <p:spPr>
            <a:xfrm>
              <a:off x="285471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9352;p52">
              <a:extLst>
                <a:ext uri="{FF2B5EF4-FFF2-40B4-BE49-F238E27FC236}">
                  <a16:creationId xmlns:a16="http://schemas.microsoft.com/office/drawing/2014/main" id="{29B81CF6-B891-4244-E053-431553F57584}"/>
                </a:ext>
              </a:extLst>
            </p:cNvPr>
            <p:cNvSpPr/>
            <p:nvPr/>
          </p:nvSpPr>
          <p:spPr>
            <a:xfrm>
              <a:off x="2855240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9353;p52">
              <a:extLst>
                <a:ext uri="{FF2B5EF4-FFF2-40B4-BE49-F238E27FC236}">
                  <a16:creationId xmlns:a16="http://schemas.microsoft.com/office/drawing/2014/main" id="{10CCE0EE-A287-21CC-A829-DC211255DA8A}"/>
                </a:ext>
              </a:extLst>
            </p:cNvPr>
            <p:cNvSpPr/>
            <p:nvPr/>
          </p:nvSpPr>
          <p:spPr>
            <a:xfrm>
              <a:off x="285471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9354;p52">
              <a:extLst>
                <a:ext uri="{FF2B5EF4-FFF2-40B4-BE49-F238E27FC236}">
                  <a16:creationId xmlns:a16="http://schemas.microsoft.com/office/drawing/2014/main" id="{3CB5AFB7-4A81-B410-763E-10A5276EC791}"/>
                </a:ext>
              </a:extLst>
            </p:cNvPr>
            <p:cNvSpPr/>
            <p:nvPr/>
          </p:nvSpPr>
          <p:spPr>
            <a:xfrm>
              <a:off x="2855240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9355;p52">
              <a:extLst>
                <a:ext uri="{FF2B5EF4-FFF2-40B4-BE49-F238E27FC236}">
                  <a16:creationId xmlns:a16="http://schemas.microsoft.com/office/drawing/2014/main" id="{85991DC6-3B79-329D-912B-27089BE0D9C2}"/>
                </a:ext>
              </a:extLst>
            </p:cNvPr>
            <p:cNvSpPr/>
            <p:nvPr/>
          </p:nvSpPr>
          <p:spPr>
            <a:xfrm>
              <a:off x="285471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9356;p52">
              <a:extLst>
                <a:ext uri="{FF2B5EF4-FFF2-40B4-BE49-F238E27FC236}">
                  <a16:creationId xmlns:a16="http://schemas.microsoft.com/office/drawing/2014/main" id="{A394A110-05D0-4ADB-D34F-2528DAE16FB9}"/>
                </a:ext>
              </a:extLst>
            </p:cNvPr>
            <p:cNvSpPr/>
            <p:nvPr/>
          </p:nvSpPr>
          <p:spPr>
            <a:xfrm>
              <a:off x="285471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9357;p52">
              <a:extLst>
                <a:ext uri="{FF2B5EF4-FFF2-40B4-BE49-F238E27FC236}">
                  <a16:creationId xmlns:a16="http://schemas.microsoft.com/office/drawing/2014/main" id="{1885245D-50DA-D3AC-D7A1-DC17E4EB4350}"/>
                </a:ext>
              </a:extLst>
            </p:cNvPr>
            <p:cNvSpPr/>
            <p:nvPr/>
          </p:nvSpPr>
          <p:spPr>
            <a:xfrm>
              <a:off x="2855240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9358;p52">
              <a:extLst>
                <a:ext uri="{FF2B5EF4-FFF2-40B4-BE49-F238E27FC236}">
                  <a16:creationId xmlns:a16="http://schemas.microsoft.com/office/drawing/2014/main" id="{C7901209-249A-5A57-9FDF-79070C6C4182}"/>
                </a:ext>
              </a:extLst>
            </p:cNvPr>
            <p:cNvSpPr/>
            <p:nvPr/>
          </p:nvSpPr>
          <p:spPr>
            <a:xfrm>
              <a:off x="2801007" y="3142120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9359;p52">
              <a:extLst>
                <a:ext uri="{FF2B5EF4-FFF2-40B4-BE49-F238E27FC236}">
                  <a16:creationId xmlns:a16="http://schemas.microsoft.com/office/drawing/2014/main" id="{ACD30A6F-60A6-926A-E2DE-0492A92E7359}"/>
                </a:ext>
              </a:extLst>
            </p:cNvPr>
            <p:cNvSpPr/>
            <p:nvPr/>
          </p:nvSpPr>
          <p:spPr>
            <a:xfrm>
              <a:off x="2801568" y="314264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9360;p52">
              <a:extLst>
                <a:ext uri="{FF2B5EF4-FFF2-40B4-BE49-F238E27FC236}">
                  <a16:creationId xmlns:a16="http://schemas.microsoft.com/office/drawing/2014/main" id="{5F8AE250-6B76-C5D2-02F1-9DF1E52F2432}"/>
                </a:ext>
              </a:extLst>
            </p:cNvPr>
            <p:cNvSpPr/>
            <p:nvPr/>
          </p:nvSpPr>
          <p:spPr>
            <a:xfrm>
              <a:off x="2801007" y="3088355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9361;p52">
              <a:extLst>
                <a:ext uri="{FF2B5EF4-FFF2-40B4-BE49-F238E27FC236}">
                  <a16:creationId xmlns:a16="http://schemas.microsoft.com/office/drawing/2014/main" id="{9C7A13AB-3D8D-233C-1432-A12CF182B7C0}"/>
                </a:ext>
              </a:extLst>
            </p:cNvPr>
            <p:cNvSpPr/>
            <p:nvPr/>
          </p:nvSpPr>
          <p:spPr>
            <a:xfrm>
              <a:off x="2801007" y="3034684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9362;p52">
              <a:extLst>
                <a:ext uri="{FF2B5EF4-FFF2-40B4-BE49-F238E27FC236}">
                  <a16:creationId xmlns:a16="http://schemas.microsoft.com/office/drawing/2014/main" id="{6B08D52B-51C3-7DA5-1229-7184CAA40299}"/>
                </a:ext>
              </a:extLst>
            </p:cNvPr>
            <p:cNvSpPr/>
            <p:nvPr/>
          </p:nvSpPr>
          <p:spPr>
            <a:xfrm>
              <a:off x="2801568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9363;p52">
              <a:extLst>
                <a:ext uri="{FF2B5EF4-FFF2-40B4-BE49-F238E27FC236}">
                  <a16:creationId xmlns:a16="http://schemas.microsoft.com/office/drawing/2014/main" id="{5F26EED5-3939-E869-2A00-1EA08D0F54A1}"/>
                </a:ext>
              </a:extLst>
            </p:cNvPr>
            <p:cNvSpPr/>
            <p:nvPr/>
          </p:nvSpPr>
          <p:spPr>
            <a:xfrm>
              <a:off x="2801007" y="2980919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9364;p52">
              <a:extLst>
                <a:ext uri="{FF2B5EF4-FFF2-40B4-BE49-F238E27FC236}">
                  <a16:creationId xmlns:a16="http://schemas.microsoft.com/office/drawing/2014/main" id="{FB3DEAC5-C1B8-A8EB-DFF7-E02CFAE9A00C}"/>
                </a:ext>
              </a:extLst>
            </p:cNvPr>
            <p:cNvSpPr/>
            <p:nvPr/>
          </p:nvSpPr>
          <p:spPr>
            <a:xfrm>
              <a:off x="2801007" y="292718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9365;p52">
              <a:extLst>
                <a:ext uri="{FF2B5EF4-FFF2-40B4-BE49-F238E27FC236}">
                  <a16:creationId xmlns:a16="http://schemas.microsoft.com/office/drawing/2014/main" id="{AB8F0C26-C825-1FF7-7610-056010A9E2C7}"/>
                </a:ext>
              </a:extLst>
            </p:cNvPr>
            <p:cNvSpPr/>
            <p:nvPr/>
          </p:nvSpPr>
          <p:spPr>
            <a:xfrm>
              <a:off x="2801568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9366;p52">
              <a:extLst>
                <a:ext uri="{FF2B5EF4-FFF2-40B4-BE49-F238E27FC236}">
                  <a16:creationId xmlns:a16="http://schemas.microsoft.com/office/drawing/2014/main" id="{4ADE4734-D5EE-ED64-D586-15DE426A5764}"/>
                </a:ext>
              </a:extLst>
            </p:cNvPr>
            <p:cNvSpPr/>
            <p:nvPr/>
          </p:nvSpPr>
          <p:spPr>
            <a:xfrm>
              <a:off x="2801007" y="2873498"/>
              <a:ext cx="54808" cy="54793"/>
            </a:xfrm>
            <a:custGeom>
              <a:avLst/>
              <a:gdLst/>
              <a:ahLst/>
              <a:cxnLst/>
              <a:rect l="l" t="t" r="r" b="b"/>
              <a:pathLst>
                <a:path w="3519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9367;p52">
              <a:extLst>
                <a:ext uri="{FF2B5EF4-FFF2-40B4-BE49-F238E27FC236}">
                  <a16:creationId xmlns:a16="http://schemas.microsoft.com/office/drawing/2014/main" id="{39BD0382-7B36-1DD0-2F42-E1A05AA36EBE}"/>
                </a:ext>
              </a:extLst>
            </p:cNvPr>
            <p:cNvSpPr/>
            <p:nvPr/>
          </p:nvSpPr>
          <p:spPr>
            <a:xfrm>
              <a:off x="2801007" y="2819764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9" y="3520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9368;p52">
              <a:extLst>
                <a:ext uri="{FF2B5EF4-FFF2-40B4-BE49-F238E27FC236}">
                  <a16:creationId xmlns:a16="http://schemas.microsoft.com/office/drawing/2014/main" id="{A57BB7BE-FC7B-4E1B-28CB-A3BEB69BA25F}"/>
                </a:ext>
              </a:extLst>
            </p:cNvPr>
            <p:cNvSpPr/>
            <p:nvPr/>
          </p:nvSpPr>
          <p:spPr>
            <a:xfrm>
              <a:off x="2801568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9369;p52">
              <a:extLst>
                <a:ext uri="{FF2B5EF4-FFF2-40B4-BE49-F238E27FC236}">
                  <a16:creationId xmlns:a16="http://schemas.microsoft.com/office/drawing/2014/main" id="{469405DB-27BD-6757-D25E-0F43E7AB13EF}"/>
                </a:ext>
              </a:extLst>
            </p:cNvPr>
            <p:cNvSpPr/>
            <p:nvPr/>
          </p:nvSpPr>
          <p:spPr>
            <a:xfrm>
              <a:off x="2801007" y="276601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9370;p52">
              <a:extLst>
                <a:ext uri="{FF2B5EF4-FFF2-40B4-BE49-F238E27FC236}">
                  <a16:creationId xmlns:a16="http://schemas.microsoft.com/office/drawing/2014/main" id="{67835F5F-AF08-4D7E-EABA-057B7B9F432C}"/>
                </a:ext>
              </a:extLst>
            </p:cNvPr>
            <p:cNvSpPr/>
            <p:nvPr/>
          </p:nvSpPr>
          <p:spPr>
            <a:xfrm>
              <a:off x="2801007" y="2712328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9371;p52">
              <a:extLst>
                <a:ext uri="{FF2B5EF4-FFF2-40B4-BE49-F238E27FC236}">
                  <a16:creationId xmlns:a16="http://schemas.microsoft.com/office/drawing/2014/main" id="{917B1D13-1603-C065-9A43-FC5F74A8C66D}"/>
                </a:ext>
              </a:extLst>
            </p:cNvPr>
            <p:cNvSpPr/>
            <p:nvPr/>
          </p:nvSpPr>
          <p:spPr>
            <a:xfrm>
              <a:off x="2801568" y="2712857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9372;p52">
              <a:extLst>
                <a:ext uri="{FF2B5EF4-FFF2-40B4-BE49-F238E27FC236}">
                  <a16:creationId xmlns:a16="http://schemas.microsoft.com/office/drawing/2014/main" id="{99EE46A3-1FBB-F6EA-9029-4BD7BC8F915A}"/>
                </a:ext>
              </a:extLst>
            </p:cNvPr>
            <p:cNvSpPr/>
            <p:nvPr/>
          </p:nvSpPr>
          <p:spPr>
            <a:xfrm>
              <a:off x="274727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9373;p52">
              <a:extLst>
                <a:ext uri="{FF2B5EF4-FFF2-40B4-BE49-F238E27FC236}">
                  <a16:creationId xmlns:a16="http://schemas.microsoft.com/office/drawing/2014/main" id="{C8515D8A-CCFB-3D0D-1C85-75B24ED5A593}"/>
                </a:ext>
              </a:extLst>
            </p:cNvPr>
            <p:cNvSpPr/>
            <p:nvPr/>
          </p:nvSpPr>
          <p:spPr>
            <a:xfrm>
              <a:off x="2747819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9374;p52">
              <a:extLst>
                <a:ext uri="{FF2B5EF4-FFF2-40B4-BE49-F238E27FC236}">
                  <a16:creationId xmlns:a16="http://schemas.microsoft.com/office/drawing/2014/main" id="{EDAF5C9C-9E90-C51F-93C8-BDFEFBF7EA88}"/>
                </a:ext>
              </a:extLst>
            </p:cNvPr>
            <p:cNvSpPr/>
            <p:nvPr/>
          </p:nvSpPr>
          <p:spPr>
            <a:xfrm>
              <a:off x="274727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9375;p52">
              <a:extLst>
                <a:ext uri="{FF2B5EF4-FFF2-40B4-BE49-F238E27FC236}">
                  <a16:creationId xmlns:a16="http://schemas.microsoft.com/office/drawing/2014/main" id="{D5C5866C-15D7-FD41-FE63-1158ED4A2D42}"/>
                </a:ext>
              </a:extLst>
            </p:cNvPr>
            <p:cNvSpPr/>
            <p:nvPr/>
          </p:nvSpPr>
          <p:spPr>
            <a:xfrm>
              <a:off x="274727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9376;p52">
              <a:extLst>
                <a:ext uri="{FF2B5EF4-FFF2-40B4-BE49-F238E27FC236}">
                  <a16:creationId xmlns:a16="http://schemas.microsoft.com/office/drawing/2014/main" id="{84B23924-F49A-BF36-EC06-7A7BEF1D969B}"/>
                </a:ext>
              </a:extLst>
            </p:cNvPr>
            <p:cNvSpPr/>
            <p:nvPr/>
          </p:nvSpPr>
          <p:spPr>
            <a:xfrm>
              <a:off x="274781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9377;p52">
              <a:extLst>
                <a:ext uri="{FF2B5EF4-FFF2-40B4-BE49-F238E27FC236}">
                  <a16:creationId xmlns:a16="http://schemas.microsoft.com/office/drawing/2014/main" id="{3066D42C-9604-0D80-3147-D19C5CE28B24}"/>
                </a:ext>
              </a:extLst>
            </p:cNvPr>
            <p:cNvSpPr/>
            <p:nvPr/>
          </p:nvSpPr>
          <p:spPr>
            <a:xfrm>
              <a:off x="274727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9378;p52">
              <a:extLst>
                <a:ext uri="{FF2B5EF4-FFF2-40B4-BE49-F238E27FC236}">
                  <a16:creationId xmlns:a16="http://schemas.microsoft.com/office/drawing/2014/main" id="{4B1972AB-B2D8-4733-9F1F-F454BB9341E0}"/>
                </a:ext>
              </a:extLst>
            </p:cNvPr>
            <p:cNvSpPr/>
            <p:nvPr/>
          </p:nvSpPr>
          <p:spPr>
            <a:xfrm>
              <a:off x="274781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9379;p52">
              <a:extLst>
                <a:ext uri="{FF2B5EF4-FFF2-40B4-BE49-F238E27FC236}">
                  <a16:creationId xmlns:a16="http://schemas.microsoft.com/office/drawing/2014/main" id="{38C84C08-EECD-44FA-61DC-18846CCE91AE}"/>
                </a:ext>
              </a:extLst>
            </p:cNvPr>
            <p:cNvSpPr/>
            <p:nvPr/>
          </p:nvSpPr>
          <p:spPr>
            <a:xfrm>
              <a:off x="274727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9380;p52">
              <a:extLst>
                <a:ext uri="{FF2B5EF4-FFF2-40B4-BE49-F238E27FC236}">
                  <a16:creationId xmlns:a16="http://schemas.microsoft.com/office/drawing/2014/main" id="{501D8349-B19A-F46B-4F3B-F19FCA6C3034}"/>
                </a:ext>
              </a:extLst>
            </p:cNvPr>
            <p:cNvSpPr/>
            <p:nvPr/>
          </p:nvSpPr>
          <p:spPr>
            <a:xfrm>
              <a:off x="274781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9381;p52">
              <a:extLst>
                <a:ext uri="{FF2B5EF4-FFF2-40B4-BE49-F238E27FC236}">
                  <a16:creationId xmlns:a16="http://schemas.microsoft.com/office/drawing/2014/main" id="{2403E825-737F-4F13-2FF9-AA516ABDC700}"/>
                </a:ext>
              </a:extLst>
            </p:cNvPr>
            <p:cNvSpPr/>
            <p:nvPr/>
          </p:nvSpPr>
          <p:spPr>
            <a:xfrm>
              <a:off x="274727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9382;p52">
              <a:extLst>
                <a:ext uri="{FF2B5EF4-FFF2-40B4-BE49-F238E27FC236}">
                  <a16:creationId xmlns:a16="http://schemas.microsoft.com/office/drawing/2014/main" id="{5A7C5D07-C683-D9A3-FF3D-D0402F0457A5}"/>
                </a:ext>
              </a:extLst>
            </p:cNvPr>
            <p:cNvSpPr/>
            <p:nvPr/>
          </p:nvSpPr>
          <p:spPr>
            <a:xfrm>
              <a:off x="274727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9383;p52">
              <a:extLst>
                <a:ext uri="{FF2B5EF4-FFF2-40B4-BE49-F238E27FC236}">
                  <a16:creationId xmlns:a16="http://schemas.microsoft.com/office/drawing/2014/main" id="{70697E6B-FC30-E9D9-595F-B40997EBD5E7}"/>
                </a:ext>
              </a:extLst>
            </p:cNvPr>
            <p:cNvSpPr/>
            <p:nvPr/>
          </p:nvSpPr>
          <p:spPr>
            <a:xfrm>
              <a:off x="274781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9384;p52">
              <a:extLst>
                <a:ext uri="{FF2B5EF4-FFF2-40B4-BE49-F238E27FC236}">
                  <a16:creationId xmlns:a16="http://schemas.microsoft.com/office/drawing/2014/main" id="{627F10E6-C1E3-98BE-885C-389232683691}"/>
                </a:ext>
              </a:extLst>
            </p:cNvPr>
            <p:cNvSpPr/>
            <p:nvPr/>
          </p:nvSpPr>
          <p:spPr>
            <a:xfrm>
              <a:off x="274727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9385;p52">
              <a:extLst>
                <a:ext uri="{FF2B5EF4-FFF2-40B4-BE49-F238E27FC236}">
                  <a16:creationId xmlns:a16="http://schemas.microsoft.com/office/drawing/2014/main" id="{5FD46F13-373D-B2CD-BC4C-AEC37315DB12}"/>
                </a:ext>
              </a:extLst>
            </p:cNvPr>
            <p:cNvSpPr/>
            <p:nvPr/>
          </p:nvSpPr>
          <p:spPr>
            <a:xfrm>
              <a:off x="274781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9386;p52">
              <a:extLst>
                <a:ext uri="{FF2B5EF4-FFF2-40B4-BE49-F238E27FC236}">
                  <a16:creationId xmlns:a16="http://schemas.microsoft.com/office/drawing/2014/main" id="{2B2A7EEA-6F94-E004-C991-33E0B96C92CB}"/>
                </a:ext>
              </a:extLst>
            </p:cNvPr>
            <p:cNvSpPr/>
            <p:nvPr/>
          </p:nvSpPr>
          <p:spPr>
            <a:xfrm>
              <a:off x="274727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9387;p52">
              <a:extLst>
                <a:ext uri="{FF2B5EF4-FFF2-40B4-BE49-F238E27FC236}">
                  <a16:creationId xmlns:a16="http://schemas.microsoft.com/office/drawing/2014/main" id="{7FEA0B2E-2AF0-E906-331A-338073DD5EF2}"/>
                </a:ext>
              </a:extLst>
            </p:cNvPr>
            <p:cNvSpPr/>
            <p:nvPr/>
          </p:nvSpPr>
          <p:spPr>
            <a:xfrm>
              <a:off x="274781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9388;p52">
              <a:extLst>
                <a:ext uri="{FF2B5EF4-FFF2-40B4-BE49-F238E27FC236}">
                  <a16:creationId xmlns:a16="http://schemas.microsoft.com/office/drawing/2014/main" id="{BC0487C0-2ACF-1F04-9DA4-80DDD024DB33}"/>
                </a:ext>
              </a:extLst>
            </p:cNvPr>
            <p:cNvSpPr/>
            <p:nvPr/>
          </p:nvSpPr>
          <p:spPr>
            <a:xfrm>
              <a:off x="274727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9389;p52">
              <a:extLst>
                <a:ext uri="{FF2B5EF4-FFF2-40B4-BE49-F238E27FC236}">
                  <a16:creationId xmlns:a16="http://schemas.microsoft.com/office/drawing/2014/main" id="{9B6E577B-0BBE-DDB7-8036-CE30E744D520}"/>
                </a:ext>
              </a:extLst>
            </p:cNvPr>
            <p:cNvSpPr/>
            <p:nvPr/>
          </p:nvSpPr>
          <p:spPr>
            <a:xfrm>
              <a:off x="274727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9390;p52">
              <a:extLst>
                <a:ext uri="{FF2B5EF4-FFF2-40B4-BE49-F238E27FC236}">
                  <a16:creationId xmlns:a16="http://schemas.microsoft.com/office/drawing/2014/main" id="{69BACC2E-B4A1-6586-D636-8A873F950169}"/>
                </a:ext>
              </a:extLst>
            </p:cNvPr>
            <p:cNvSpPr/>
            <p:nvPr/>
          </p:nvSpPr>
          <p:spPr>
            <a:xfrm>
              <a:off x="2747819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9391;p52">
              <a:extLst>
                <a:ext uri="{FF2B5EF4-FFF2-40B4-BE49-F238E27FC236}">
                  <a16:creationId xmlns:a16="http://schemas.microsoft.com/office/drawing/2014/main" id="{5A01D1AE-06E8-E38B-92CD-814830BFCD31}"/>
                </a:ext>
              </a:extLst>
            </p:cNvPr>
            <p:cNvSpPr/>
            <p:nvPr/>
          </p:nvSpPr>
          <p:spPr>
            <a:xfrm>
              <a:off x="2693540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9392;p52">
              <a:extLst>
                <a:ext uri="{FF2B5EF4-FFF2-40B4-BE49-F238E27FC236}">
                  <a16:creationId xmlns:a16="http://schemas.microsoft.com/office/drawing/2014/main" id="{EFB85D09-D144-E6A9-29B4-06A87072A5BA}"/>
                </a:ext>
              </a:extLst>
            </p:cNvPr>
            <p:cNvSpPr/>
            <p:nvPr/>
          </p:nvSpPr>
          <p:spPr>
            <a:xfrm>
              <a:off x="269354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9393;p52">
              <a:extLst>
                <a:ext uri="{FF2B5EF4-FFF2-40B4-BE49-F238E27FC236}">
                  <a16:creationId xmlns:a16="http://schemas.microsoft.com/office/drawing/2014/main" id="{B581E3CB-3C93-7398-0F3A-497631000B71}"/>
                </a:ext>
              </a:extLst>
            </p:cNvPr>
            <p:cNvSpPr/>
            <p:nvPr/>
          </p:nvSpPr>
          <p:spPr>
            <a:xfrm>
              <a:off x="2694069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9394;p52">
              <a:extLst>
                <a:ext uri="{FF2B5EF4-FFF2-40B4-BE49-F238E27FC236}">
                  <a16:creationId xmlns:a16="http://schemas.microsoft.com/office/drawing/2014/main" id="{7E5B0AC6-36FF-58F9-48F1-455C0A39D08B}"/>
                </a:ext>
              </a:extLst>
            </p:cNvPr>
            <p:cNvSpPr/>
            <p:nvPr/>
          </p:nvSpPr>
          <p:spPr>
            <a:xfrm>
              <a:off x="269354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9395;p52">
              <a:extLst>
                <a:ext uri="{FF2B5EF4-FFF2-40B4-BE49-F238E27FC236}">
                  <a16:creationId xmlns:a16="http://schemas.microsoft.com/office/drawing/2014/main" id="{CE6AAAF6-EB71-6DC5-420C-CC041433D7E3}"/>
                </a:ext>
              </a:extLst>
            </p:cNvPr>
            <p:cNvSpPr/>
            <p:nvPr/>
          </p:nvSpPr>
          <p:spPr>
            <a:xfrm>
              <a:off x="269406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9396;p52">
              <a:extLst>
                <a:ext uri="{FF2B5EF4-FFF2-40B4-BE49-F238E27FC236}">
                  <a16:creationId xmlns:a16="http://schemas.microsoft.com/office/drawing/2014/main" id="{5BF64AB0-0263-62C6-3D2D-35602690FBC3}"/>
                </a:ext>
              </a:extLst>
            </p:cNvPr>
            <p:cNvSpPr/>
            <p:nvPr/>
          </p:nvSpPr>
          <p:spPr>
            <a:xfrm>
              <a:off x="269354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9397;p52">
              <a:extLst>
                <a:ext uri="{FF2B5EF4-FFF2-40B4-BE49-F238E27FC236}">
                  <a16:creationId xmlns:a16="http://schemas.microsoft.com/office/drawing/2014/main" id="{1BC5996F-7E8F-C421-0354-B25EF4BC6B7B}"/>
                </a:ext>
              </a:extLst>
            </p:cNvPr>
            <p:cNvSpPr/>
            <p:nvPr/>
          </p:nvSpPr>
          <p:spPr>
            <a:xfrm>
              <a:off x="269406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9398;p52">
              <a:extLst>
                <a:ext uri="{FF2B5EF4-FFF2-40B4-BE49-F238E27FC236}">
                  <a16:creationId xmlns:a16="http://schemas.microsoft.com/office/drawing/2014/main" id="{7D69EB3E-7DD2-D142-9B28-2A6BEEE67EB0}"/>
                </a:ext>
              </a:extLst>
            </p:cNvPr>
            <p:cNvSpPr/>
            <p:nvPr/>
          </p:nvSpPr>
          <p:spPr>
            <a:xfrm>
              <a:off x="269354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9399;p52">
              <a:extLst>
                <a:ext uri="{FF2B5EF4-FFF2-40B4-BE49-F238E27FC236}">
                  <a16:creationId xmlns:a16="http://schemas.microsoft.com/office/drawing/2014/main" id="{30A5444B-D8BA-1354-FD55-9E1CC9272F4D}"/>
                </a:ext>
              </a:extLst>
            </p:cNvPr>
            <p:cNvSpPr/>
            <p:nvPr/>
          </p:nvSpPr>
          <p:spPr>
            <a:xfrm>
              <a:off x="269406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9400;p52">
              <a:extLst>
                <a:ext uri="{FF2B5EF4-FFF2-40B4-BE49-F238E27FC236}">
                  <a16:creationId xmlns:a16="http://schemas.microsoft.com/office/drawing/2014/main" id="{625E5B98-8ED0-CE5E-6D5C-BA4D9B9B04AD}"/>
                </a:ext>
              </a:extLst>
            </p:cNvPr>
            <p:cNvSpPr/>
            <p:nvPr/>
          </p:nvSpPr>
          <p:spPr>
            <a:xfrm>
              <a:off x="269354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9401;p52">
              <a:extLst>
                <a:ext uri="{FF2B5EF4-FFF2-40B4-BE49-F238E27FC236}">
                  <a16:creationId xmlns:a16="http://schemas.microsoft.com/office/drawing/2014/main" id="{03622208-FFCF-D01F-E43A-707F1A568D99}"/>
                </a:ext>
              </a:extLst>
            </p:cNvPr>
            <p:cNvSpPr/>
            <p:nvPr/>
          </p:nvSpPr>
          <p:spPr>
            <a:xfrm>
              <a:off x="2694069" y="292773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9402;p52">
              <a:extLst>
                <a:ext uri="{FF2B5EF4-FFF2-40B4-BE49-F238E27FC236}">
                  <a16:creationId xmlns:a16="http://schemas.microsoft.com/office/drawing/2014/main" id="{656B76ED-B170-3D90-0F73-D6C6AAC1803B}"/>
                </a:ext>
              </a:extLst>
            </p:cNvPr>
            <p:cNvSpPr/>
            <p:nvPr/>
          </p:nvSpPr>
          <p:spPr>
            <a:xfrm>
              <a:off x="269354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9403;p52">
              <a:extLst>
                <a:ext uri="{FF2B5EF4-FFF2-40B4-BE49-F238E27FC236}">
                  <a16:creationId xmlns:a16="http://schemas.microsoft.com/office/drawing/2014/main" id="{DD2096EC-01BE-E2C9-B37F-1FC475A33164}"/>
                </a:ext>
              </a:extLst>
            </p:cNvPr>
            <p:cNvSpPr/>
            <p:nvPr/>
          </p:nvSpPr>
          <p:spPr>
            <a:xfrm>
              <a:off x="269406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9404;p52">
              <a:extLst>
                <a:ext uri="{FF2B5EF4-FFF2-40B4-BE49-F238E27FC236}">
                  <a16:creationId xmlns:a16="http://schemas.microsoft.com/office/drawing/2014/main" id="{2B231D77-52AE-15AF-0C65-64830E697407}"/>
                </a:ext>
              </a:extLst>
            </p:cNvPr>
            <p:cNvSpPr/>
            <p:nvPr/>
          </p:nvSpPr>
          <p:spPr>
            <a:xfrm>
              <a:off x="269354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9405;p52">
              <a:extLst>
                <a:ext uri="{FF2B5EF4-FFF2-40B4-BE49-F238E27FC236}">
                  <a16:creationId xmlns:a16="http://schemas.microsoft.com/office/drawing/2014/main" id="{9A54BF37-EE4F-4A0B-8461-BB97D9636B67}"/>
                </a:ext>
              </a:extLst>
            </p:cNvPr>
            <p:cNvSpPr/>
            <p:nvPr/>
          </p:nvSpPr>
          <p:spPr>
            <a:xfrm>
              <a:off x="269406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9406;p52">
              <a:extLst>
                <a:ext uri="{FF2B5EF4-FFF2-40B4-BE49-F238E27FC236}">
                  <a16:creationId xmlns:a16="http://schemas.microsoft.com/office/drawing/2014/main" id="{4BF929D2-AB97-474C-BE74-582B1AE4B842}"/>
                </a:ext>
              </a:extLst>
            </p:cNvPr>
            <p:cNvSpPr/>
            <p:nvPr/>
          </p:nvSpPr>
          <p:spPr>
            <a:xfrm>
              <a:off x="269354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9407;p52">
              <a:extLst>
                <a:ext uri="{FF2B5EF4-FFF2-40B4-BE49-F238E27FC236}">
                  <a16:creationId xmlns:a16="http://schemas.microsoft.com/office/drawing/2014/main" id="{4247B5FC-BF51-4513-74D1-B19A5C829916}"/>
                </a:ext>
              </a:extLst>
            </p:cNvPr>
            <p:cNvSpPr/>
            <p:nvPr/>
          </p:nvSpPr>
          <p:spPr>
            <a:xfrm>
              <a:off x="269406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9408;p52">
              <a:extLst>
                <a:ext uri="{FF2B5EF4-FFF2-40B4-BE49-F238E27FC236}">
                  <a16:creationId xmlns:a16="http://schemas.microsoft.com/office/drawing/2014/main" id="{29F8B9F1-3B56-7399-907C-313FB1508FA4}"/>
                </a:ext>
              </a:extLst>
            </p:cNvPr>
            <p:cNvSpPr/>
            <p:nvPr/>
          </p:nvSpPr>
          <p:spPr>
            <a:xfrm>
              <a:off x="269354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9409;p52">
              <a:extLst>
                <a:ext uri="{FF2B5EF4-FFF2-40B4-BE49-F238E27FC236}">
                  <a16:creationId xmlns:a16="http://schemas.microsoft.com/office/drawing/2014/main" id="{0FC25F40-645F-593E-546C-56D7A2764A5B}"/>
                </a:ext>
              </a:extLst>
            </p:cNvPr>
            <p:cNvSpPr/>
            <p:nvPr/>
          </p:nvSpPr>
          <p:spPr>
            <a:xfrm>
              <a:off x="2694069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9410;p52">
              <a:extLst>
                <a:ext uri="{FF2B5EF4-FFF2-40B4-BE49-F238E27FC236}">
                  <a16:creationId xmlns:a16="http://schemas.microsoft.com/office/drawing/2014/main" id="{56A3FD95-9C2F-A4B1-AEE3-4C189265CCC8}"/>
                </a:ext>
              </a:extLst>
            </p:cNvPr>
            <p:cNvSpPr/>
            <p:nvPr/>
          </p:nvSpPr>
          <p:spPr>
            <a:xfrm>
              <a:off x="2693540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9411;p52">
              <a:extLst>
                <a:ext uri="{FF2B5EF4-FFF2-40B4-BE49-F238E27FC236}">
                  <a16:creationId xmlns:a16="http://schemas.microsoft.com/office/drawing/2014/main" id="{2171541D-9E6B-007C-3481-2B2D0C561526}"/>
                </a:ext>
              </a:extLst>
            </p:cNvPr>
            <p:cNvSpPr/>
            <p:nvPr/>
          </p:nvSpPr>
          <p:spPr>
            <a:xfrm>
              <a:off x="263985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9412;p52">
              <a:extLst>
                <a:ext uri="{FF2B5EF4-FFF2-40B4-BE49-F238E27FC236}">
                  <a16:creationId xmlns:a16="http://schemas.microsoft.com/office/drawing/2014/main" id="{38BEF989-9784-7028-3546-D471317AD50A}"/>
                </a:ext>
              </a:extLst>
            </p:cNvPr>
            <p:cNvSpPr/>
            <p:nvPr/>
          </p:nvSpPr>
          <p:spPr>
            <a:xfrm>
              <a:off x="2640382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9413;p52">
              <a:extLst>
                <a:ext uri="{FF2B5EF4-FFF2-40B4-BE49-F238E27FC236}">
                  <a16:creationId xmlns:a16="http://schemas.microsoft.com/office/drawing/2014/main" id="{7965AD6B-6292-A632-2BE6-2EDE32DEF8E7}"/>
                </a:ext>
              </a:extLst>
            </p:cNvPr>
            <p:cNvSpPr/>
            <p:nvPr/>
          </p:nvSpPr>
          <p:spPr>
            <a:xfrm>
              <a:off x="263985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9414;p52">
              <a:extLst>
                <a:ext uri="{FF2B5EF4-FFF2-40B4-BE49-F238E27FC236}">
                  <a16:creationId xmlns:a16="http://schemas.microsoft.com/office/drawing/2014/main" id="{BB90A665-0CC4-2661-C6FF-E39363AA035B}"/>
                </a:ext>
              </a:extLst>
            </p:cNvPr>
            <p:cNvSpPr/>
            <p:nvPr/>
          </p:nvSpPr>
          <p:spPr>
            <a:xfrm>
              <a:off x="2640382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9415;p52">
              <a:extLst>
                <a:ext uri="{FF2B5EF4-FFF2-40B4-BE49-F238E27FC236}">
                  <a16:creationId xmlns:a16="http://schemas.microsoft.com/office/drawing/2014/main" id="{916EB0B0-5B5A-5025-F626-1C3AF7B33C9D}"/>
                </a:ext>
              </a:extLst>
            </p:cNvPr>
            <p:cNvSpPr/>
            <p:nvPr/>
          </p:nvSpPr>
          <p:spPr>
            <a:xfrm>
              <a:off x="263985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9416;p52">
              <a:extLst>
                <a:ext uri="{FF2B5EF4-FFF2-40B4-BE49-F238E27FC236}">
                  <a16:creationId xmlns:a16="http://schemas.microsoft.com/office/drawing/2014/main" id="{4780D5E4-B364-799A-F28A-81A0DB52224B}"/>
                </a:ext>
              </a:extLst>
            </p:cNvPr>
            <p:cNvSpPr/>
            <p:nvPr/>
          </p:nvSpPr>
          <p:spPr>
            <a:xfrm>
              <a:off x="2640382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9417;p52">
              <a:extLst>
                <a:ext uri="{FF2B5EF4-FFF2-40B4-BE49-F238E27FC236}">
                  <a16:creationId xmlns:a16="http://schemas.microsoft.com/office/drawing/2014/main" id="{7A428A2B-22B8-3500-65D4-DB93447732D6}"/>
                </a:ext>
              </a:extLst>
            </p:cNvPr>
            <p:cNvSpPr/>
            <p:nvPr/>
          </p:nvSpPr>
          <p:spPr>
            <a:xfrm>
              <a:off x="263985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9418;p52">
              <a:extLst>
                <a:ext uri="{FF2B5EF4-FFF2-40B4-BE49-F238E27FC236}">
                  <a16:creationId xmlns:a16="http://schemas.microsoft.com/office/drawing/2014/main" id="{10846D8F-B809-B72F-F36D-22743A9FE63C}"/>
                </a:ext>
              </a:extLst>
            </p:cNvPr>
            <p:cNvSpPr/>
            <p:nvPr/>
          </p:nvSpPr>
          <p:spPr>
            <a:xfrm>
              <a:off x="263985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9419;p52">
              <a:extLst>
                <a:ext uri="{FF2B5EF4-FFF2-40B4-BE49-F238E27FC236}">
                  <a16:creationId xmlns:a16="http://schemas.microsoft.com/office/drawing/2014/main" id="{0A3E10AB-DE78-1656-3034-999C71AECEF0}"/>
                </a:ext>
              </a:extLst>
            </p:cNvPr>
            <p:cNvSpPr/>
            <p:nvPr/>
          </p:nvSpPr>
          <p:spPr>
            <a:xfrm>
              <a:off x="263985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9420;p52">
              <a:extLst>
                <a:ext uri="{FF2B5EF4-FFF2-40B4-BE49-F238E27FC236}">
                  <a16:creationId xmlns:a16="http://schemas.microsoft.com/office/drawing/2014/main" id="{E59AFE76-97ED-80BB-2ADE-510AD9567452}"/>
                </a:ext>
              </a:extLst>
            </p:cNvPr>
            <p:cNvSpPr/>
            <p:nvPr/>
          </p:nvSpPr>
          <p:spPr>
            <a:xfrm>
              <a:off x="263985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9421;p52">
              <a:extLst>
                <a:ext uri="{FF2B5EF4-FFF2-40B4-BE49-F238E27FC236}">
                  <a16:creationId xmlns:a16="http://schemas.microsoft.com/office/drawing/2014/main" id="{98792B1F-439D-1902-5774-A2AC9A435815}"/>
                </a:ext>
              </a:extLst>
            </p:cNvPr>
            <p:cNvSpPr/>
            <p:nvPr/>
          </p:nvSpPr>
          <p:spPr>
            <a:xfrm>
              <a:off x="263985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9422;p52">
              <a:extLst>
                <a:ext uri="{FF2B5EF4-FFF2-40B4-BE49-F238E27FC236}">
                  <a16:creationId xmlns:a16="http://schemas.microsoft.com/office/drawing/2014/main" id="{D085ECB3-3D04-E2C9-49A7-13AFC53524E0}"/>
                </a:ext>
              </a:extLst>
            </p:cNvPr>
            <p:cNvSpPr/>
            <p:nvPr/>
          </p:nvSpPr>
          <p:spPr>
            <a:xfrm>
              <a:off x="263985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9423;p52">
              <a:extLst>
                <a:ext uri="{FF2B5EF4-FFF2-40B4-BE49-F238E27FC236}">
                  <a16:creationId xmlns:a16="http://schemas.microsoft.com/office/drawing/2014/main" id="{469717B3-8A2E-4D26-3DA5-26445319F941}"/>
                </a:ext>
              </a:extLst>
            </p:cNvPr>
            <p:cNvSpPr/>
            <p:nvPr/>
          </p:nvSpPr>
          <p:spPr>
            <a:xfrm>
              <a:off x="263985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9424;p52">
              <a:extLst>
                <a:ext uri="{FF2B5EF4-FFF2-40B4-BE49-F238E27FC236}">
                  <a16:creationId xmlns:a16="http://schemas.microsoft.com/office/drawing/2014/main" id="{1D549989-84F5-F0FD-F40B-DADF43905E75}"/>
                </a:ext>
              </a:extLst>
            </p:cNvPr>
            <p:cNvSpPr/>
            <p:nvPr/>
          </p:nvSpPr>
          <p:spPr>
            <a:xfrm>
              <a:off x="2640382" y="2712857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9425;p52">
              <a:extLst>
                <a:ext uri="{FF2B5EF4-FFF2-40B4-BE49-F238E27FC236}">
                  <a16:creationId xmlns:a16="http://schemas.microsoft.com/office/drawing/2014/main" id="{63DEC92B-C885-C2DD-6AFA-57D6CB811130}"/>
                </a:ext>
              </a:extLst>
            </p:cNvPr>
            <p:cNvSpPr/>
            <p:nvPr/>
          </p:nvSpPr>
          <p:spPr>
            <a:xfrm>
              <a:off x="263985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9426;p52">
              <a:extLst>
                <a:ext uri="{FF2B5EF4-FFF2-40B4-BE49-F238E27FC236}">
                  <a16:creationId xmlns:a16="http://schemas.microsoft.com/office/drawing/2014/main" id="{8ACB429B-3FA2-0C37-2907-75F29C055166}"/>
                </a:ext>
              </a:extLst>
            </p:cNvPr>
            <p:cNvSpPr/>
            <p:nvPr/>
          </p:nvSpPr>
          <p:spPr>
            <a:xfrm>
              <a:off x="2640382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9427;p52">
              <a:extLst>
                <a:ext uri="{FF2B5EF4-FFF2-40B4-BE49-F238E27FC236}">
                  <a16:creationId xmlns:a16="http://schemas.microsoft.com/office/drawing/2014/main" id="{A3EF4276-00F6-DFB4-9453-69A74455C356}"/>
                </a:ext>
              </a:extLst>
            </p:cNvPr>
            <p:cNvSpPr/>
            <p:nvPr/>
          </p:nvSpPr>
          <p:spPr>
            <a:xfrm>
              <a:off x="258610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9428;p52">
              <a:extLst>
                <a:ext uri="{FF2B5EF4-FFF2-40B4-BE49-F238E27FC236}">
                  <a16:creationId xmlns:a16="http://schemas.microsoft.com/office/drawing/2014/main" id="{D918D43E-96AC-A26F-7EE1-3E5D735C7A52}"/>
                </a:ext>
              </a:extLst>
            </p:cNvPr>
            <p:cNvSpPr/>
            <p:nvPr/>
          </p:nvSpPr>
          <p:spPr>
            <a:xfrm>
              <a:off x="258664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9429;p52">
              <a:extLst>
                <a:ext uri="{FF2B5EF4-FFF2-40B4-BE49-F238E27FC236}">
                  <a16:creationId xmlns:a16="http://schemas.microsoft.com/office/drawing/2014/main" id="{0E565D86-4055-1B9C-4565-35D3B6454C69}"/>
                </a:ext>
              </a:extLst>
            </p:cNvPr>
            <p:cNvSpPr/>
            <p:nvPr/>
          </p:nvSpPr>
          <p:spPr>
            <a:xfrm>
              <a:off x="258610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9430;p52">
              <a:extLst>
                <a:ext uri="{FF2B5EF4-FFF2-40B4-BE49-F238E27FC236}">
                  <a16:creationId xmlns:a16="http://schemas.microsoft.com/office/drawing/2014/main" id="{A0E09050-BF8E-32E6-8EE2-3C0F1B170B5B}"/>
                </a:ext>
              </a:extLst>
            </p:cNvPr>
            <p:cNvSpPr/>
            <p:nvPr/>
          </p:nvSpPr>
          <p:spPr>
            <a:xfrm>
              <a:off x="258664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9431;p52">
              <a:extLst>
                <a:ext uri="{FF2B5EF4-FFF2-40B4-BE49-F238E27FC236}">
                  <a16:creationId xmlns:a16="http://schemas.microsoft.com/office/drawing/2014/main" id="{43F10CE8-94D1-337C-7987-6727BC3A9BD6}"/>
                </a:ext>
              </a:extLst>
            </p:cNvPr>
            <p:cNvSpPr/>
            <p:nvPr/>
          </p:nvSpPr>
          <p:spPr>
            <a:xfrm>
              <a:off x="258610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9432;p52">
              <a:extLst>
                <a:ext uri="{FF2B5EF4-FFF2-40B4-BE49-F238E27FC236}">
                  <a16:creationId xmlns:a16="http://schemas.microsoft.com/office/drawing/2014/main" id="{7E019327-59ED-00B4-1EDC-F1584B0ED532}"/>
                </a:ext>
              </a:extLst>
            </p:cNvPr>
            <p:cNvSpPr/>
            <p:nvPr/>
          </p:nvSpPr>
          <p:spPr>
            <a:xfrm>
              <a:off x="258610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9433;p52">
              <a:extLst>
                <a:ext uri="{FF2B5EF4-FFF2-40B4-BE49-F238E27FC236}">
                  <a16:creationId xmlns:a16="http://schemas.microsoft.com/office/drawing/2014/main" id="{4D4CCC08-8CDC-588D-8C27-70ACE6413891}"/>
                </a:ext>
              </a:extLst>
            </p:cNvPr>
            <p:cNvSpPr/>
            <p:nvPr/>
          </p:nvSpPr>
          <p:spPr>
            <a:xfrm>
              <a:off x="258664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9434;p52">
              <a:extLst>
                <a:ext uri="{FF2B5EF4-FFF2-40B4-BE49-F238E27FC236}">
                  <a16:creationId xmlns:a16="http://schemas.microsoft.com/office/drawing/2014/main" id="{3FC128E8-4A65-DC4F-ACE6-A2F3795DD39A}"/>
                </a:ext>
              </a:extLst>
            </p:cNvPr>
            <p:cNvSpPr/>
            <p:nvPr/>
          </p:nvSpPr>
          <p:spPr>
            <a:xfrm>
              <a:off x="258610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9435;p52">
              <a:extLst>
                <a:ext uri="{FF2B5EF4-FFF2-40B4-BE49-F238E27FC236}">
                  <a16:creationId xmlns:a16="http://schemas.microsoft.com/office/drawing/2014/main" id="{D86C814F-13A1-403C-C0A1-A42865110692}"/>
                </a:ext>
              </a:extLst>
            </p:cNvPr>
            <p:cNvSpPr/>
            <p:nvPr/>
          </p:nvSpPr>
          <p:spPr>
            <a:xfrm>
              <a:off x="258664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9436;p52">
              <a:extLst>
                <a:ext uri="{FF2B5EF4-FFF2-40B4-BE49-F238E27FC236}">
                  <a16:creationId xmlns:a16="http://schemas.microsoft.com/office/drawing/2014/main" id="{B58BED59-C717-1250-7200-F868F25B3C2A}"/>
                </a:ext>
              </a:extLst>
            </p:cNvPr>
            <p:cNvSpPr/>
            <p:nvPr/>
          </p:nvSpPr>
          <p:spPr>
            <a:xfrm>
              <a:off x="258610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9437;p52">
              <a:extLst>
                <a:ext uri="{FF2B5EF4-FFF2-40B4-BE49-F238E27FC236}">
                  <a16:creationId xmlns:a16="http://schemas.microsoft.com/office/drawing/2014/main" id="{3A43F48C-5790-1406-931E-8B977264985F}"/>
                </a:ext>
              </a:extLst>
            </p:cNvPr>
            <p:cNvSpPr/>
            <p:nvPr/>
          </p:nvSpPr>
          <p:spPr>
            <a:xfrm>
              <a:off x="258664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9438;p52">
              <a:extLst>
                <a:ext uri="{FF2B5EF4-FFF2-40B4-BE49-F238E27FC236}">
                  <a16:creationId xmlns:a16="http://schemas.microsoft.com/office/drawing/2014/main" id="{9036D17C-14BD-0270-6A89-46F09AFB13FC}"/>
                </a:ext>
              </a:extLst>
            </p:cNvPr>
            <p:cNvSpPr/>
            <p:nvPr/>
          </p:nvSpPr>
          <p:spPr>
            <a:xfrm>
              <a:off x="258610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9439;p52">
              <a:extLst>
                <a:ext uri="{FF2B5EF4-FFF2-40B4-BE49-F238E27FC236}">
                  <a16:creationId xmlns:a16="http://schemas.microsoft.com/office/drawing/2014/main" id="{858DB527-D28D-EF63-7B80-04C7AA3CE33E}"/>
                </a:ext>
              </a:extLst>
            </p:cNvPr>
            <p:cNvSpPr/>
            <p:nvPr/>
          </p:nvSpPr>
          <p:spPr>
            <a:xfrm>
              <a:off x="258664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9440;p52">
              <a:extLst>
                <a:ext uri="{FF2B5EF4-FFF2-40B4-BE49-F238E27FC236}">
                  <a16:creationId xmlns:a16="http://schemas.microsoft.com/office/drawing/2014/main" id="{31AA8C4B-31E0-7FD9-20C3-788C3C2336DB}"/>
                </a:ext>
              </a:extLst>
            </p:cNvPr>
            <p:cNvSpPr/>
            <p:nvPr/>
          </p:nvSpPr>
          <p:spPr>
            <a:xfrm>
              <a:off x="258610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9441;p52">
              <a:extLst>
                <a:ext uri="{FF2B5EF4-FFF2-40B4-BE49-F238E27FC236}">
                  <a16:creationId xmlns:a16="http://schemas.microsoft.com/office/drawing/2014/main" id="{99821019-9046-C838-D7F9-8B239853A296}"/>
                </a:ext>
              </a:extLst>
            </p:cNvPr>
            <p:cNvSpPr/>
            <p:nvPr/>
          </p:nvSpPr>
          <p:spPr>
            <a:xfrm>
              <a:off x="258664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9442;p52">
              <a:extLst>
                <a:ext uri="{FF2B5EF4-FFF2-40B4-BE49-F238E27FC236}">
                  <a16:creationId xmlns:a16="http://schemas.microsoft.com/office/drawing/2014/main" id="{B413D506-A265-5DA1-8A33-A31AB73DB835}"/>
                </a:ext>
              </a:extLst>
            </p:cNvPr>
            <p:cNvSpPr/>
            <p:nvPr/>
          </p:nvSpPr>
          <p:spPr>
            <a:xfrm>
              <a:off x="258610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9443;p52">
              <a:extLst>
                <a:ext uri="{FF2B5EF4-FFF2-40B4-BE49-F238E27FC236}">
                  <a16:creationId xmlns:a16="http://schemas.microsoft.com/office/drawing/2014/main" id="{A5C5994F-A646-E9DC-93E3-173044955EF4}"/>
                </a:ext>
              </a:extLst>
            </p:cNvPr>
            <p:cNvSpPr/>
            <p:nvPr/>
          </p:nvSpPr>
          <p:spPr>
            <a:xfrm>
              <a:off x="258664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9444;p52">
              <a:extLst>
                <a:ext uri="{FF2B5EF4-FFF2-40B4-BE49-F238E27FC236}">
                  <a16:creationId xmlns:a16="http://schemas.microsoft.com/office/drawing/2014/main" id="{E45B634A-9729-537B-A2FA-BB32A31F5B2C}"/>
                </a:ext>
              </a:extLst>
            </p:cNvPr>
            <p:cNvSpPr/>
            <p:nvPr/>
          </p:nvSpPr>
          <p:spPr>
            <a:xfrm>
              <a:off x="258610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9445;p52">
              <a:extLst>
                <a:ext uri="{FF2B5EF4-FFF2-40B4-BE49-F238E27FC236}">
                  <a16:creationId xmlns:a16="http://schemas.microsoft.com/office/drawing/2014/main" id="{76566B58-2758-34F3-1297-133D98C349D2}"/>
                </a:ext>
              </a:extLst>
            </p:cNvPr>
            <p:cNvSpPr/>
            <p:nvPr/>
          </p:nvSpPr>
          <p:spPr>
            <a:xfrm>
              <a:off x="258610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9446;p52">
              <a:extLst>
                <a:ext uri="{FF2B5EF4-FFF2-40B4-BE49-F238E27FC236}">
                  <a16:creationId xmlns:a16="http://schemas.microsoft.com/office/drawing/2014/main" id="{BC2E4A46-BA17-C20A-0F34-EB28BFF593F0}"/>
                </a:ext>
              </a:extLst>
            </p:cNvPr>
            <p:cNvSpPr/>
            <p:nvPr/>
          </p:nvSpPr>
          <p:spPr>
            <a:xfrm>
              <a:off x="258664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9447;p52">
              <a:extLst>
                <a:ext uri="{FF2B5EF4-FFF2-40B4-BE49-F238E27FC236}">
                  <a16:creationId xmlns:a16="http://schemas.microsoft.com/office/drawing/2014/main" id="{6781CE89-D84E-EBC3-083D-E73DE62CB548}"/>
                </a:ext>
              </a:extLst>
            </p:cNvPr>
            <p:cNvSpPr/>
            <p:nvPr/>
          </p:nvSpPr>
          <p:spPr>
            <a:xfrm>
              <a:off x="2532370" y="3195791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9448;p52">
              <a:extLst>
                <a:ext uri="{FF2B5EF4-FFF2-40B4-BE49-F238E27FC236}">
                  <a16:creationId xmlns:a16="http://schemas.microsoft.com/office/drawing/2014/main" id="{D3E2D424-A39A-4AD1-9E70-B5D3877BD088}"/>
                </a:ext>
              </a:extLst>
            </p:cNvPr>
            <p:cNvSpPr/>
            <p:nvPr/>
          </p:nvSpPr>
          <p:spPr>
            <a:xfrm>
              <a:off x="253291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9449;p52">
              <a:extLst>
                <a:ext uri="{FF2B5EF4-FFF2-40B4-BE49-F238E27FC236}">
                  <a16:creationId xmlns:a16="http://schemas.microsoft.com/office/drawing/2014/main" id="{F037256E-9814-081B-5449-A887BB39AC98}"/>
                </a:ext>
              </a:extLst>
            </p:cNvPr>
            <p:cNvSpPr/>
            <p:nvPr/>
          </p:nvSpPr>
          <p:spPr>
            <a:xfrm>
              <a:off x="2532370" y="3142120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9450;p52">
              <a:extLst>
                <a:ext uri="{FF2B5EF4-FFF2-40B4-BE49-F238E27FC236}">
                  <a16:creationId xmlns:a16="http://schemas.microsoft.com/office/drawing/2014/main" id="{3EC0D274-601D-DBC7-71A6-55B6CCC1EC0D}"/>
                </a:ext>
              </a:extLst>
            </p:cNvPr>
            <p:cNvSpPr/>
            <p:nvPr/>
          </p:nvSpPr>
          <p:spPr>
            <a:xfrm>
              <a:off x="253291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9451;p52">
              <a:extLst>
                <a:ext uri="{FF2B5EF4-FFF2-40B4-BE49-F238E27FC236}">
                  <a16:creationId xmlns:a16="http://schemas.microsoft.com/office/drawing/2014/main" id="{7F78D654-6CA0-D1C3-D093-34D5DDA26AFC}"/>
                </a:ext>
              </a:extLst>
            </p:cNvPr>
            <p:cNvSpPr/>
            <p:nvPr/>
          </p:nvSpPr>
          <p:spPr>
            <a:xfrm>
              <a:off x="2532370" y="3088355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9452;p52">
              <a:extLst>
                <a:ext uri="{FF2B5EF4-FFF2-40B4-BE49-F238E27FC236}">
                  <a16:creationId xmlns:a16="http://schemas.microsoft.com/office/drawing/2014/main" id="{ECB3737E-7519-63C4-D180-F8F086E660E9}"/>
                </a:ext>
              </a:extLst>
            </p:cNvPr>
            <p:cNvSpPr/>
            <p:nvPr/>
          </p:nvSpPr>
          <p:spPr>
            <a:xfrm>
              <a:off x="2532370" y="3034684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9453;p52">
              <a:extLst>
                <a:ext uri="{FF2B5EF4-FFF2-40B4-BE49-F238E27FC236}">
                  <a16:creationId xmlns:a16="http://schemas.microsoft.com/office/drawing/2014/main" id="{8AF9C890-F65B-EE9A-2543-90DA77387CD9}"/>
                </a:ext>
              </a:extLst>
            </p:cNvPr>
            <p:cNvSpPr/>
            <p:nvPr/>
          </p:nvSpPr>
          <p:spPr>
            <a:xfrm>
              <a:off x="253291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9454;p52">
              <a:extLst>
                <a:ext uri="{FF2B5EF4-FFF2-40B4-BE49-F238E27FC236}">
                  <a16:creationId xmlns:a16="http://schemas.microsoft.com/office/drawing/2014/main" id="{EA4D41AA-7A2B-98ED-F660-A250DF8B3781}"/>
                </a:ext>
              </a:extLst>
            </p:cNvPr>
            <p:cNvSpPr/>
            <p:nvPr/>
          </p:nvSpPr>
          <p:spPr>
            <a:xfrm>
              <a:off x="2532370" y="2980919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9455;p52">
              <a:extLst>
                <a:ext uri="{FF2B5EF4-FFF2-40B4-BE49-F238E27FC236}">
                  <a16:creationId xmlns:a16="http://schemas.microsoft.com/office/drawing/2014/main" id="{E9872F57-E61F-8269-616A-E9EA5F6F012E}"/>
                </a:ext>
              </a:extLst>
            </p:cNvPr>
            <p:cNvSpPr/>
            <p:nvPr/>
          </p:nvSpPr>
          <p:spPr>
            <a:xfrm>
              <a:off x="253291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9456;p52">
              <a:extLst>
                <a:ext uri="{FF2B5EF4-FFF2-40B4-BE49-F238E27FC236}">
                  <a16:creationId xmlns:a16="http://schemas.microsoft.com/office/drawing/2014/main" id="{D91AA176-A117-0E3B-C401-C41C40700D73}"/>
                </a:ext>
              </a:extLst>
            </p:cNvPr>
            <p:cNvSpPr/>
            <p:nvPr/>
          </p:nvSpPr>
          <p:spPr>
            <a:xfrm>
              <a:off x="2532370" y="292718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9457;p52">
              <a:extLst>
                <a:ext uri="{FF2B5EF4-FFF2-40B4-BE49-F238E27FC236}">
                  <a16:creationId xmlns:a16="http://schemas.microsoft.com/office/drawing/2014/main" id="{9851D1AC-E59E-CC22-5D98-00DB968C8E64}"/>
                </a:ext>
              </a:extLst>
            </p:cNvPr>
            <p:cNvSpPr/>
            <p:nvPr/>
          </p:nvSpPr>
          <p:spPr>
            <a:xfrm>
              <a:off x="253291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9458;p52">
              <a:extLst>
                <a:ext uri="{FF2B5EF4-FFF2-40B4-BE49-F238E27FC236}">
                  <a16:creationId xmlns:a16="http://schemas.microsoft.com/office/drawing/2014/main" id="{A84B6946-AB66-3C44-C779-CF6D44C7BA4F}"/>
                </a:ext>
              </a:extLst>
            </p:cNvPr>
            <p:cNvSpPr/>
            <p:nvPr/>
          </p:nvSpPr>
          <p:spPr>
            <a:xfrm>
              <a:off x="2532370" y="2873498"/>
              <a:ext cx="54824" cy="54793"/>
            </a:xfrm>
            <a:custGeom>
              <a:avLst/>
              <a:gdLst/>
              <a:ahLst/>
              <a:cxnLst/>
              <a:rect l="l" t="t" r="r" b="b"/>
              <a:pathLst>
                <a:path w="3520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9459;p52">
              <a:extLst>
                <a:ext uri="{FF2B5EF4-FFF2-40B4-BE49-F238E27FC236}">
                  <a16:creationId xmlns:a16="http://schemas.microsoft.com/office/drawing/2014/main" id="{04C00E9E-2927-DF3F-83C6-A4A8D4920E59}"/>
                </a:ext>
              </a:extLst>
            </p:cNvPr>
            <p:cNvSpPr/>
            <p:nvPr/>
          </p:nvSpPr>
          <p:spPr>
            <a:xfrm>
              <a:off x="253291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9460;p52">
              <a:extLst>
                <a:ext uri="{FF2B5EF4-FFF2-40B4-BE49-F238E27FC236}">
                  <a16:creationId xmlns:a16="http://schemas.microsoft.com/office/drawing/2014/main" id="{7FBC18CD-BB39-4FAD-020D-254442E647D5}"/>
                </a:ext>
              </a:extLst>
            </p:cNvPr>
            <p:cNvSpPr/>
            <p:nvPr/>
          </p:nvSpPr>
          <p:spPr>
            <a:xfrm>
              <a:off x="2532370" y="281976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9461;p52">
              <a:extLst>
                <a:ext uri="{FF2B5EF4-FFF2-40B4-BE49-F238E27FC236}">
                  <a16:creationId xmlns:a16="http://schemas.microsoft.com/office/drawing/2014/main" id="{C310C7DC-6DE5-FC67-9A10-00C3E43E4D5F}"/>
                </a:ext>
              </a:extLst>
            </p:cNvPr>
            <p:cNvSpPr/>
            <p:nvPr/>
          </p:nvSpPr>
          <p:spPr>
            <a:xfrm>
              <a:off x="253291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9462;p52">
              <a:extLst>
                <a:ext uri="{FF2B5EF4-FFF2-40B4-BE49-F238E27FC236}">
                  <a16:creationId xmlns:a16="http://schemas.microsoft.com/office/drawing/2014/main" id="{CAF663DD-D85D-66A5-BBF4-2129F0D092B0}"/>
                </a:ext>
              </a:extLst>
            </p:cNvPr>
            <p:cNvSpPr/>
            <p:nvPr/>
          </p:nvSpPr>
          <p:spPr>
            <a:xfrm>
              <a:off x="2532370" y="276601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9463;p52">
              <a:extLst>
                <a:ext uri="{FF2B5EF4-FFF2-40B4-BE49-F238E27FC236}">
                  <a16:creationId xmlns:a16="http://schemas.microsoft.com/office/drawing/2014/main" id="{CEE7346F-06C0-4B31-3362-3422ED0C92CD}"/>
                </a:ext>
              </a:extLst>
            </p:cNvPr>
            <p:cNvSpPr/>
            <p:nvPr/>
          </p:nvSpPr>
          <p:spPr>
            <a:xfrm>
              <a:off x="253291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9464;p52">
              <a:extLst>
                <a:ext uri="{FF2B5EF4-FFF2-40B4-BE49-F238E27FC236}">
                  <a16:creationId xmlns:a16="http://schemas.microsoft.com/office/drawing/2014/main" id="{329C1169-063D-4247-BF36-2B6DCBCDD0A4}"/>
                </a:ext>
              </a:extLst>
            </p:cNvPr>
            <p:cNvSpPr/>
            <p:nvPr/>
          </p:nvSpPr>
          <p:spPr>
            <a:xfrm>
              <a:off x="2532370" y="2712328"/>
              <a:ext cx="54824" cy="54808"/>
            </a:xfrm>
            <a:custGeom>
              <a:avLst/>
              <a:gdLst/>
              <a:ahLst/>
              <a:cxnLst/>
              <a:rect l="l" t="t" r="r" b="b"/>
              <a:pathLst>
                <a:path w="3520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9465;p52">
              <a:extLst>
                <a:ext uri="{FF2B5EF4-FFF2-40B4-BE49-F238E27FC236}">
                  <a16:creationId xmlns:a16="http://schemas.microsoft.com/office/drawing/2014/main" id="{124AEE46-6647-B057-4602-90A9AD7E4F51}"/>
                </a:ext>
              </a:extLst>
            </p:cNvPr>
            <p:cNvSpPr/>
            <p:nvPr/>
          </p:nvSpPr>
          <p:spPr>
            <a:xfrm>
              <a:off x="2532370" y="265859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9466;p52">
              <a:extLst>
                <a:ext uri="{FF2B5EF4-FFF2-40B4-BE49-F238E27FC236}">
                  <a16:creationId xmlns:a16="http://schemas.microsoft.com/office/drawing/2014/main" id="{3E516A01-8051-6345-D1F8-C93F5C5CB2A9}"/>
                </a:ext>
              </a:extLst>
            </p:cNvPr>
            <p:cNvSpPr/>
            <p:nvPr/>
          </p:nvSpPr>
          <p:spPr>
            <a:xfrm>
              <a:off x="253291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9467;p52">
              <a:extLst>
                <a:ext uri="{FF2B5EF4-FFF2-40B4-BE49-F238E27FC236}">
                  <a16:creationId xmlns:a16="http://schemas.microsoft.com/office/drawing/2014/main" id="{1E301CD7-454E-9C54-6C90-FA25469F2FEF}"/>
                </a:ext>
              </a:extLst>
            </p:cNvPr>
            <p:cNvSpPr/>
            <p:nvPr/>
          </p:nvSpPr>
          <p:spPr>
            <a:xfrm>
              <a:off x="247868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9468;p52">
              <a:extLst>
                <a:ext uri="{FF2B5EF4-FFF2-40B4-BE49-F238E27FC236}">
                  <a16:creationId xmlns:a16="http://schemas.microsoft.com/office/drawing/2014/main" id="{E9CCD178-B391-8326-4EE9-547B7F4C98C9}"/>
                </a:ext>
              </a:extLst>
            </p:cNvPr>
            <p:cNvSpPr/>
            <p:nvPr/>
          </p:nvSpPr>
          <p:spPr>
            <a:xfrm>
              <a:off x="247921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9469;p52">
              <a:extLst>
                <a:ext uri="{FF2B5EF4-FFF2-40B4-BE49-F238E27FC236}">
                  <a16:creationId xmlns:a16="http://schemas.microsoft.com/office/drawing/2014/main" id="{282D62B2-7B1A-B33F-05D2-97896E1BF547}"/>
                </a:ext>
              </a:extLst>
            </p:cNvPr>
            <p:cNvSpPr/>
            <p:nvPr/>
          </p:nvSpPr>
          <p:spPr>
            <a:xfrm>
              <a:off x="247868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9470;p52">
              <a:extLst>
                <a:ext uri="{FF2B5EF4-FFF2-40B4-BE49-F238E27FC236}">
                  <a16:creationId xmlns:a16="http://schemas.microsoft.com/office/drawing/2014/main" id="{32CCA7A9-2B61-4BB0-81D6-CE838B49C7D7}"/>
                </a:ext>
              </a:extLst>
            </p:cNvPr>
            <p:cNvSpPr/>
            <p:nvPr/>
          </p:nvSpPr>
          <p:spPr>
            <a:xfrm>
              <a:off x="247921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9471;p52">
              <a:extLst>
                <a:ext uri="{FF2B5EF4-FFF2-40B4-BE49-F238E27FC236}">
                  <a16:creationId xmlns:a16="http://schemas.microsoft.com/office/drawing/2014/main" id="{E86F14B6-94BE-A9B3-78E5-798C2EFA7803}"/>
                </a:ext>
              </a:extLst>
            </p:cNvPr>
            <p:cNvSpPr/>
            <p:nvPr/>
          </p:nvSpPr>
          <p:spPr>
            <a:xfrm>
              <a:off x="247868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9472;p52">
              <a:extLst>
                <a:ext uri="{FF2B5EF4-FFF2-40B4-BE49-F238E27FC236}">
                  <a16:creationId xmlns:a16="http://schemas.microsoft.com/office/drawing/2014/main" id="{65AF7F0E-5B35-2B40-E5C4-158814418C0C}"/>
                </a:ext>
              </a:extLst>
            </p:cNvPr>
            <p:cNvSpPr/>
            <p:nvPr/>
          </p:nvSpPr>
          <p:spPr>
            <a:xfrm>
              <a:off x="247868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9473;p52">
              <a:extLst>
                <a:ext uri="{FF2B5EF4-FFF2-40B4-BE49-F238E27FC236}">
                  <a16:creationId xmlns:a16="http://schemas.microsoft.com/office/drawing/2014/main" id="{8D3FD8ED-D690-8013-569F-3EE49F88954C}"/>
                </a:ext>
              </a:extLst>
            </p:cNvPr>
            <p:cNvSpPr/>
            <p:nvPr/>
          </p:nvSpPr>
          <p:spPr>
            <a:xfrm>
              <a:off x="247921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9474;p52">
              <a:extLst>
                <a:ext uri="{FF2B5EF4-FFF2-40B4-BE49-F238E27FC236}">
                  <a16:creationId xmlns:a16="http://schemas.microsoft.com/office/drawing/2014/main" id="{4EF994FB-C525-5A50-2932-FE5F0CD21FFC}"/>
                </a:ext>
              </a:extLst>
            </p:cNvPr>
            <p:cNvSpPr/>
            <p:nvPr/>
          </p:nvSpPr>
          <p:spPr>
            <a:xfrm>
              <a:off x="247868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9475;p52">
              <a:extLst>
                <a:ext uri="{FF2B5EF4-FFF2-40B4-BE49-F238E27FC236}">
                  <a16:creationId xmlns:a16="http://schemas.microsoft.com/office/drawing/2014/main" id="{4EFDAF3E-B1D2-F354-8DF9-9509DC8235DF}"/>
                </a:ext>
              </a:extLst>
            </p:cNvPr>
            <p:cNvSpPr/>
            <p:nvPr/>
          </p:nvSpPr>
          <p:spPr>
            <a:xfrm>
              <a:off x="247921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9476;p52">
              <a:extLst>
                <a:ext uri="{FF2B5EF4-FFF2-40B4-BE49-F238E27FC236}">
                  <a16:creationId xmlns:a16="http://schemas.microsoft.com/office/drawing/2014/main" id="{604A0733-200E-EA27-EA49-415402AD5765}"/>
                </a:ext>
              </a:extLst>
            </p:cNvPr>
            <p:cNvSpPr/>
            <p:nvPr/>
          </p:nvSpPr>
          <p:spPr>
            <a:xfrm>
              <a:off x="247868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9477;p52">
              <a:extLst>
                <a:ext uri="{FF2B5EF4-FFF2-40B4-BE49-F238E27FC236}">
                  <a16:creationId xmlns:a16="http://schemas.microsoft.com/office/drawing/2014/main" id="{BE0ADF44-CB11-8734-2D9A-69FA69BB748D}"/>
                </a:ext>
              </a:extLst>
            </p:cNvPr>
            <p:cNvSpPr/>
            <p:nvPr/>
          </p:nvSpPr>
          <p:spPr>
            <a:xfrm>
              <a:off x="247921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9478;p52">
              <a:extLst>
                <a:ext uri="{FF2B5EF4-FFF2-40B4-BE49-F238E27FC236}">
                  <a16:creationId xmlns:a16="http://schemas.microsoft.com/office/drawing/2014/main" id="{A45992DB-3052-8F8B-BFEA-382BA3BBDF99}"/>
                </a:ext>
              </a:extLst>
            </p:cNvPr>
            <p:cNvSpPr/>
            <p:nvPr/>
          </p:nvSpPr>
          <p:spPr>
            <a:xfrm>
              <a:off x="247868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9479;p52">
              <a:extLst>
                <a:ext uri="{FF2B5EF4-FFF2-40B4-BE49-F238E27FC236}">
                  <a16:creationId xmlns:a16="http://schemas.microsoft.com/office/drawing/2014/main" id="{1821DDB6-CA44-E217-9FDF-1E9E09AD7CCD}"/>
                </a:ext>
              </a:extLst>
            </p:cNvPr>
            <p:cNvSpPr/>
            <p:nvPr/>
          </p:nvSpPr>
          <p:spPr>
            <a:xfrm>
              <a:off x="247921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9480;p52">
              <a:extLst>
                <a:ext uri="{FF2B5EF4-FFF2-40B4-BE49-F238E27FC236}">
                  <a16:creationId xmlns:a16="http://schemas.microsoft.com/office/drawing/2014/main" id="{70F5D676-5A7A-2537-63C9-9B8973B4F9C3}"/>
                </a:ext>
              </a:extLst>
            </p:cNvPr>
            <p:cNvSpPr/>
            <p:nvPr/>
          </p:nvSpPr>
          <p:spPr>
            <a:xfrm>
              <a:off x="247868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9481;p52">
              <a:extLst>
                <a:ext uri="{FF2B5EF4-FFF2-40B4-BE49-F238E27FC236}">
                  <a16:creationId xmlns:a16="http://schemas.microsoft.com/office/drawing/2014/main" id="{29C51416-351E-7896-1358-1D26DBBE3715}"/>
                </a:ext>
              </a:extLst>
            </p:cNvPr>
            <p:cNvSpPr/>
            <p:nvPr/>
          </p:nvSpPr>
          <p:spPr>
            <a:xfrm>
              <a:off x="247921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9482;p52">
              <a:extLst>
                <a:ext uri="{FF2B5EF4-FFF2-40B4-BE49-F238E27FC236}">
                  <a16:creationId xmlns:a16="http://schemas.microsoft.com/office/drawing/2014/main" id="{4A4C5A3D-250F-1F12-5737-29F32ACCFAB6}"/>
                </a:ext>
              </a:extLst>
            </p:cNvPr>
            <p:cNvSpPr/>
            <p:nvPr/>
          </p:nvSpPr>
          <p:spPr>
            <a:xfrm>
              <a:off x="247868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9483;p52">
              <a:extLst>
                <a:ext uri="{FF2B5EF4-FFF2-40B4-BE49-F238E27FC236}">
                  <a16:creationId xmlns:a16="http://schemas.microsoft.com/office/drawing/2014/main" id="{08B2C15B-4304-1E73-D932-4F4EC3AE7531}"/>
                </a:ext>
              </a:extLst>
            </p:cNvPr>
            <p:cNvSpPr/>
            <p:nvPr/>
          </p:nvSpPr>
          <p:spPr>
            <a:xfrm>
              <a:off x="247921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9484;p52">
              <a:extLst>
                <a:ext uri="{FF2B5EF4-FFF2-40B4-BE49-F238E27FC236}">
                  <a16:creationId xmlns:a16="http://schemas.microsoft.com/office/drawing/2014/main" id="{4588173C-0CFB-4DAD-FE24-9F77BC3DCEF4}"/>
                </a:ext>
              </a:extLst>
            </p:cNvPr>
            <p:cNvSpPr/>
            <p:nvPr/>
          </p:nvSpPr>
          <p:spPr>
            <a:xfrm>
              <a:off x="247868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9485;p52">
              <a:extLst>
                <a:ext uri="{FF2B5EF4-FFF2-40B4-BE49-F238E27FC236}">
                  <a16:creationId xmlns:a16="http://schemas.microsoft.com/office/drawing/2014/main" id="{418691D9-CE34-B377-3034-CCF3F0D3E00D}"/>
                </a:ext>
              </a:extLst>
            </p:cNvPr>
            <p:cNvSpPr/>
            <p:nvPr/>
          </p:nvSpPr>
          <p:spPr>
            <a:xfrm>
              <a:off x="247868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9486;p52">
              <a:extLst>
                <a:ext uri="{FF2B5EF4-FFF2-40B4-BE49-F238E27FC236}">
                  <a16:creationId xmlns:a16="http://schemas.microsoft.com/office/drawing/2014/main" id="{2CF99FF6-C339-2EB6-2F3B-7A541FB3C770}"/>
                </a:ext>
              </a:extLst>
            </p:cNvPr>
            <p:cNvSpPr/>
            <p:nvPr/>
          </p:nvSpPr>
          <p:spPr>
            <a:xfrm>
              <a:off x="247921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9487;p52">
              <a:extLst>
                <a:ext uri="{FF2B5EF4-FFF2-40B4-BE49-F238E27FC236}">
                  <a16:creationId xmlns:a16="http://schemas.microsoft.com/office/drawing/2014/main" id="{A135CD6D-56FA-7227-DCE6-8BA89B4D339F}"/>
                </a:ext>
              </a:extLst>
            </p:cNvPr>
            <p:cNvSpPr/>
            <p:nvPr/>
          </p:nvSpPr>
          <p:spPr>
            <a:xfrm>
              <a:off x="2424949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9488;p52">
              <a:extLst>
                <a:ext uri="{FF2B5EF4-FFF2-40B4-BE49-F238E27FC236}">
                  <a16:creationId xmlns:a16="http://schemas.microsoft.com/office/drawing/2014/main" id="{0CB4653E-7BDA-4FA8-6EDB-96725A12A804}"/>
                </a:ext>
              </a:extLst>
            </p:cNvPr>
            <p:cNvSpPr/>
            <p:nvPr/>
          </p:nvSpPr>
          <p:spPr>
            <a:xfrm>
              <a:off x="242547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9489;p52">
              <a:extLst>
                <a:ext uri="{FF2B5EF4-FFF2-40B4-BE49-F238E27FC236}">
                  <a16:creationId xmlns:a16="http://schemas.microsoft.com/office/drawing/2014/main" id="{D4552A79-E342-6123-0674-31332C6BD1E8}"/>
                </a:ext>
              </a:extLst>
            </p:cNvPr>
            <p:cNvSpPr/>
            <p:nvPr/>
          </p:nvSpPr>
          <p:spPr>
            <a:xfrm>
              <a:off x="2424949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9490;p52">
              <a:extLst>
                <a:ext uri="{FF2B5EF4-FFF2-40B4-BE49-F238E27FC236}">
                  <a16:creationId xmlns:a16="http://schemas.microsoft.com/office/drawing/2014/main" id="{85186B6E-330F-B820-E455-620D7E708DE1}"/>
                </a:ext>
              </a:extLst>
            </p:cNvPr>
            <p:cNvSpPr/>
            <p:nvPr/>
          </p:nvSpPr>
          <p:spPr>
            <a:xfrm>
              <a:off x="242547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9491;p52">
              <a:extLst>
                <a:ext uri="{FF2B5EF4-FFF2-40B4-BE49-F238E27FC236}">
                  <a16:creationId xmlns:a16="http://schemas.microsoft.com/office/drawing/2014/main" id="{61B78351-4FAC-1580-4FF3-603E887EFAC2}"/>
                </a:ext>
              </a:extLst>
            </p:cNvPr>
            <p:cNvSpPr/>
            <p:nvPr/>
          </p:nvSpPr>
          <p:spPr>
            <a:xfrm>
              <a:off x="2424949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9492;p52">
              <a:extLst>
                <a:ext uri="{FF2B5EF4-FFF2-40B4-BE49-F238E27FC236}">
                  <a16:creationId xmlns:a16="http://schemas.microsoft.com/office/drawing/2014/main" id="{D8D30718-D1FF-CC30-1BC3-065595D38607}"/>
                </a:ext>
              </a:extLst>
            </p:cNvPr>
            <p:cNvSpPr/>
            <p:nvPr/>
          </p:nvSpPr>
          <p:spPr>
            <a:xfrm>
              <a:off x="2424949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9493;p52">
              <a:extLst>
                <a:ext uri="{FF2B5EF4-FFF2-40B4-BE49-F238E27FC236}">
                  <a16:creationId xmlns:a16="http://schemas.microsoft.com/office/drawing/2014/main" id="{CC8E5F74-0628-E01F-0DA9-8289D1DA109D}"/>
                </a:ext>
              </a:extLst>
            </p:cNvPr>
            <p:cNvSpPr/>
            <p:nvPr/>
          </p:nvSpPr>
          <p:spPr>
            <a:xfrm>
              <a:off x="242547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9494;p52">
              <a:extLst>
                <a:ext uri="{FF2B5EF4-FFF2-40B4-BE49-F238E27FC236}">
                  <a16:creationId xmlns:a16="http://schemas.microsoft.com/office/drawing/2014/main" id="{92A6EEA1-97F0-8480-A96A-1EB947DF839A}"/>
                </a:ext>
              </a:extLst>
            </p:cNvPr>
            <p:cNvSpPr/>
            <p:nvPr/>
          </p:nvSpPr>
          <p:spPr>
            <a:xfrm>
              <a:off x="2424949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9495;p52">
              <a:extLst>
                <a:ext uri="{FF2B5EF4-FFF2-40B4-BE49-F238E27FC236}">
                  <a16:creationId xmlns:a16="http://schemas.microsoft.com/office/drawing/2014/main" id="{B27CEF03-B76D-C66E-E0BF-265659EA13FD}"/>
                </a:ext>
              </a:extLst>
            </p:cNvPr>
            <p:cNvSpPr/>
            <p:nvPr/>
          </p:nvSpPr>
          <p:spPr>
            <a:xfrm>
              <a:off x="242547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9496;p52">
              <a:extLst>
                <a:ext uri="{FF2B5EF4-FFF2-40B4-BE49-F238E27FC236}">
                  <a16:creationId xmlns:a16="http://schemas.microsoft.com/office/drawing/2014/main" id="{E7C4D2B3-5E07-F00D-69B1-9824E526F4B5}"/>
                </a:ext>
              </a:extLst>
            </p:cNvPr>
            <p:cNvSpPr/>
            <p:nvPr/>
          </p:nvSpPr>
          <p:spPr>
            <a:xfrm>
              <a:off x="2424949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9497;p52">
              <a:extLst>
                <a:ext uri="{FF2B5EF4-FFF2-40B4-BE49-F238E27FC236}">
                  <a16:creationId xmlns:a16="http://schemas.microsoft.com/office/drawing/2014/main" id="{ED1B1E0E-1502-4C7B-708C-8ACA8267FA31}"/>
                </a:ext>
              </a:extLst>
            </p:cNvPr>
            <p:cNvSpPr/>
            <p:nvPr/>
          </p:nvSpPr>
          <p:spPr>
            <a:xfrm>
              <a:off x="242547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9498;p52">
              <a:extLst>
                <a:ext uri="{FF2B5EF4-FFF2-40B4-BE49-F238E27FC236}">
                  <a16:creationId xmlns:a16="http://schemas.microsoft.com/office/drawing/2014/main" id="{8D2C8EC0-D862-7805-2B88-E7996BB2B88A}"/>
                </a:ext>
              </a:extLst>
            </p:cNvPr>
            <p:cNvSpPr/>
            <p:nvPr/>
          </p:nvSpPr>
          <p:spPr>
            <a:xfrm>
              <a:off x="2424949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9499;p52">
              <a:extLst>
                <a:ext uri="{FF2B5EF4-FFF2-40B4-BE49-F238E27FC236}">
                  <a16:creationId xmlns:a16="http://schemas.microsoft.com/office/drawing/2014/main" id="{46E50B65-7DED-1C1D-1283-75DE47B86D42}"/>
                </a:ext>
              </a:extLst>
            </p:cNvPr>
            <p:cNvSpPr/>
            <p:nvPr/>
          </p:nvSpPr>
          <p:spPr>
            <a:xfrm>
              <a:off x="242547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9500;p52">
              <a:extLst>
                <a:ext uri="{FF2B5EF4-FFF2-40B4-BE49-F238E27FC236}">
                  <a16:creationId xmlns:a16="http://schemas.microsoft.com/office/drawing/2014/main" id="{CDE9EB68-3283-EF25-0B4B-548D8FC60174}"/>
                </a:ext>
              </a:extLst>
            </p:cNvPr>
            <p:cNvSpPr/>
            <p:nvPr/>
          </p:nvSpPr>
          <p:spPr>
            <a:xfrm>
              <a:off x="2424949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9501;p52">
              <a:extLst>
                <a:ext uri="{FF2B5EF4-FFF2-40B4-BE49-F238E27FC236}">
                  <a16:creationId xmlns:a16="http://schemas.microsoft.com/office/drawing/2014/main" id="{937E4508-64FA-1A59-BC4C-83AFD68ADF65}"/>
                </a:ext>
              </a:extLst>
            </p:cNvPr>
            <p:cNvSpPr/>
            <p:nvPr/>
          </p:nvSpPr>
          <p:spPr>
            <a:xfrm>
              <a:off x="242547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9502;p52">
              <a:extLst>
                <a:ext uri="{FF2B5EF4-FFF2-40B4-BE49-F238E27FC236}">
                  <a16:creationId xmlns:a16="http://schemas.microsoft.com/office/drawing/2014/main" id="{88A5E734-8191-8615-4177-A2B68B1C7E65}"/>
                </a:ext>
              </a:extLst>
            </p:cNvPr>
            <p:cNvSpPr/>
            <p:nvPr/>
          </p:nvSpPr>
          <p:spPr>
            <a:xfrm>
              <a:off x="2424949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9503;p52">
              <a:extLst>
                <a:ext uri="{FF2B5EF4-FFF2-40B4-BE49-F238E27FC236}">
                  <a16:creationId xmlns:a16="http://schemas.microsoft.com/office/drawing/2014/main" id="{7A879932-6F36-449F-D5D6-2683EBE8156A}"/>
                </a:ext>
              </a:extLst>
            </p:cNvPr>
            <p:cNvSpPr/>
            <p:nvPr/>
          </p:nvSpPr>
          <p:spPr>
            <a:xfrm>
              <a:off x="242547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9504;p52">
              <a:extLst>
                <a:ext uri="{FF2B5EF4-FFF2-40B4-BE49-F238E27FC236}">
                  <a16:creationId xmlns:a16="http://schemas.microsoft.com/office/drawing/2014/main" id="{FCCC2E51-FC2F-93C0-FEDD-16F07A793C49}"/>
                </a:ext>
              </a:extLst>
            </p:cNvPr>
            <p:cNvSpPr/>
            <p:nvPr/>
          </p:nvSpPr>
          <p:spPr>
            <a:xfrm>
              <a:off x="2424949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9505;p52">
              <a:extLst>
                <a:ext uri="{FF2B5EF4-FFF2-40B4-BE49-F238E27FC236}">
                  <a16:creationId xmlns:a16="http://schemas.microsoft.com/office/drawing/2014/main" id="{41D2D017-9C4D-5CE1-7240-C03EA872BCA7}"/>
                </a:ext>
              </a:extLst>
            </p:cNvPr>
            <p:cNvSpPr/>
            <p:nvPr/>
          </p:nvSpPr>
          <p:spPr>
            <a:xfrm>
              <a:off x="2424949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9506;p52">
              <a:extLst>
                <a:ext uri="{FF2B5EF4-FFF2-40B4-BE49-F238E27FC236}">
                  <a16:creationId xmlns:a16="http://schemas.microsoft.com/office/drawing/2014/main" id="{D6510AC1-2E2A-4841-B8FF-CF85DF43408C}"/>
                </a:ext>
              </a:extLst>
            </p:cNvPr>
            <p:cNvSpPr/>
            <p:nvPr/>
          </p:nvSpPr>
          <p:spPr>
            <a:xfrm>
              <a:off x="242547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9507;p52">
              <a:extLst>
                <a:ext uri="{FF2B5EF4-FFF2-40B4-BE49-F238E27FC236}">
                  <a16:creationId xmlns:a16="http://schemas.microsoft.com/office/drawing/2014/main" id="{EB49465D-ED37-4A1C-5D9E-EB48F9BA7FBC}"/>
                </a:ext>
              </a:extLst>
            </p:cNvPr>
            <p:cNvSpPr/>
            <p:nvPr/>
          </p:nvSpPr>
          <p:spPr>
            <a:xfrm>
              <a:off x="2371184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9508;p52">
              <a:extLst>
                <a:ext uri="{FF2B5EF4-FFF2-40B4-BE49-F238E27FC236}">
                  <a16:creationId xmlns:a16="http://schemas.microsoft.com/office/drawing/2014/main" id="{97A95484-4C21-7C6D-35BF-2475C60A0CF0}"/>
                </a:ext>
              </a:extLst>
            </p:cNvPr>
            <p:cNvSpPr/>
            <p:nvPr/>
          </p:nvSpPr>
          <p:spPr>
            <a:xfrm>
              <a:off x="237174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9509;p52">
              <a:extLst>
                <a:ext uri="{FF2B5EF4-FFF2-40B4-BE49-F238E27FC236}">
                  <a16:creationId xmlns:a16="http://schemas.microsoft.com/office/drawing/2014/main" id="{58AA039A-7E03-2164-178C-CE2B8E49060C}"/>
                </a:ext>
              </a:extLst>
            </p:cNvPr>
            <p:cNvSpPr/>
            <p:nvPr/>
          </p:nvSpPr>
          <p:spPr>
            <a:xfrm>
              <a:off x="2371184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9510;p52">
              <a:extLst>
                <a:ext uri="{FF2B5EF4-FFF2-40B4-BE49-F238E27FC236}">
                  <a16:creationId xmlns:a16="http://schemas.microsoft.com/office/drawing/2014/main" id="{FDE57901-5966-99F9-44B9-7325700C6101}"/>
                </a:ext>
              </a:extLst>
            </p:cNvPr>
            <p:cNvSpPr/>
            <p:nvPr/>
          </p:nvSpPr>
          <p:spPr>
            <a:xfrm>
              <a:off x="237174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9511;p52">
              <a:extLst>
                <a:ext uri="{FF2B5EF4-FFF2-40B4-BE49-F238E27FC236}">
                  <a16:creationId xmlns:a16="http://schemas.microsoft.com/office/drawing/2014/main" id="{FD65A43D-5C50-3BB9-24EE-98DB880205BB}"/>
                </a:ext>
              </a:extLst>
            </p:cNvPr>
            <p:cNvSpPr/>
            <p:nvPr/>
          </p:nvSpPr>
          <p:spPr>
            <a:xfrm>
              <a:off x="237118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9512;p52">
              <a:extLst>
                <a:ext uri="{FF2B5EF4-FFF2-40B4-BE49-F238E27FC236}">
                  <a16:creationId xmlns:a16="http://schemas.microsoft.com/office/drawing/2014/main" id="{1B8977DC-1552-95AB-8867-9300107A9CDF}"/>
                </a:ext>
              </a:extLst>
            </p:cNvPr>
            <p:cNvSpPr/>
            <p:nvPr/>
          </p:nvSpPr>
          <p:spPr>
            <a:xfrm>
              <a:off x="237118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9513;p52">
              <a:extLst>
                <a:ext uri="{FF2B5EF4-FFF2-40B4-BE49-F238E27FC236}">
                  <a16:creationId xmlns:a16="http://schemas.microsoft.com/office/drawing/2014/main" id="{B77AE92E-A58B-196F-E389-D3E6DB5658D1}"/>
                </a:ext>
              </a:extLst>
            </p:cNvPr>
            <p:cNvSpPr/>
            <p:nvPr/>
          </p:nvSpPr>
          <p:spPr>
            <a:xfrm>
              <a:off x="237174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9514;p52">
              <a:extLst>
                <a:ext uri="{FF2B5EF4-FFF2-40B4-BE49-F238E27FC236}">
                  <a16:creationId xmlns:a16="http://schemas.microsoft.com/office/drawing/2014/main" id="{E2E212FD-51F4-9958-7E4D-4889B573BB8A}"/>
                </a:ext>
              </a:extLst>
            </p:cNvPr>
            <p:cNvSpPr/>
            <p:nvPr/>
          </p:nvSpPr>
          <p:spPr>
            <a:xfrm>
              <a:off x="237118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9515;p52">
              <a:extLst>
                <a:ext uri="{FF2B5EF4-FFF2-40B4-BE49-F238E27FC236}">
                  <a16:creationId xmlns:a16="http://schemas.microsoft.com/office/drawing/2014/main" id="{C2F3A6FF-F5EB-D086-F97C-6C2E0377DC5F}"/>
                </a:ext>
              </a:extLst>
            </p:cNvPr>
            <p:cNvSpPr/>
            <p:nvPr/>
          </p:nvSpPr>
          <p:spPr>
            <a:xfrm>
              <a:off x="237174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9516;p52">
              <a:extLst>
                <a:ext uri="{FF2B5EF4-FFF2-40B4-BE49-F238E27FC236}">
                  <a16:creationId xmlns:a16="http://schemas.microsoft.com/office/drawing/2014/main" id="{5DF89BEF-6750-8BF8-296C-093DD4A34674}"/>
                </a:ext>
              </a:extLst>
            </p:cNvPr>
            <p:cNvSpPr/>
            <p:nvPr/>
          </p:nvSpPr>
          <p:spPr>
            <a:xfrm>
              <a:off x="237118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9517;p52">
              <a:extLst>
                <a:ext uri="{FF2B5EF4-FFF2-40B4-BE49-F238E27FC236}">
                  <a16:creationId xmlns:a16="http://schemas.microsoft.com/office/drawing/2014/main" id="{B4CA0596-C6CF-1131-2BE8-AFE256FDDF0F}"/>
                </a:ext>
              </a:extLst>
            </p:cNvPr>
            <p:cNvSpPr/>
            <p:nvPr/>
          </p:nvSpPr>
          <p:spPr>
            <a:xfrm>
              <a:off x="237174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9518;p52">
              <a:extLst>
                <a:ext uri="{FF2B5EF4-FFF2-40B4-BE49-F238E27FC236}">
                  <a16:creationId xmlns:a16="http://schemas.microsoft.com/office/drawing/2014/main" id="{EDC87C69-D6C2-6B9A-879A-CF37784D3753}"/>
                </a:ext>
              </a:extLst>
            </p:cNvPr>
            <p:cNvSpPr/>
            <p:nvPr/>
          </p:nvSpPr>
          <p:spPr>
            <a:xfrm>
              <a:off x="237118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9519;p52">
              <a:extLst>
                <a:ext uri="{FF2B5EF4-FFF2-40B4-BE49-F238E27FC236}">
                  <a16:creationId xmlns:a16="http://schemas.microsoft.com/office/drawing/2014/main" id="{7DA8572F-2B61-09AA-9EEF-5F98E52D41B8}"/>
                </a:ext>
              </a:extLst>
            </p:cNvPr>
            <p:cNvSpPr/>
            <p:nvPr/>
          </p:nvSpPr>
          <p:spPr>
            <a:xfrm>
              <a:off x="237174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9520;p52">
              <a:extLst>
                <a:ext uri="{FF2B5EF4-FFF2-40B4-BE49-F238E27FC236}">
                  <a16:creationId xmlns:a16="http://schemas.microsoft.com/office/drawing/2014/main" id="{9F7AEBB3-83E0-868B-E2A7-845287D0B420}"/>
                </a:ext>
              </a:extLst>
            </p:cNvPr>
            <p:cNvSpPr/>
            <p:nvPr/>
          </p:nvSpPr>
          <p:spPr>
            <a:xfrm>
              <a:off x="237118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9521;p52">
              <a:extLst>
                <a:ext uri="{FF2B5EF4-FFF2-40B4-BE49-F238E27FC236}">
                  <a16:creationId xmlns:a16="http://schemas.microsoft.com/office/drawing/2014/main" id="{13E24673-5AB5-E785-D440-877841E152E8}"/>
                </a:ext>
              </a:extLst>
            </p:cNvPr>
            <p:cNvSpPr/>
            <p:nvPr/>
          </p:nvSpPr>
          <p:spPr>
            <a:xfrm>
              <a:off x="237174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9522;p52">
              <a:extLst>
                <a:ext uri="{FF2B5EF4-FFF2-40B4-BE49-F238E27FC236}">
                  <a16:creationId xmlns:a16="http://schemas.microsoft.com/office/drawing/2014/main" id="{719BBA0A-34A3-7F3B-0947-FB18F1AA73EE}"/>
                </a:ext>
              </a:extLst>
            </p:cNvPr>
            <p:cNvSpPr/>
            <p:nvPr/>
          </p:nvSpPr>
          <p:spPr>
            <a:xfrm>
              <a:off x="2371184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9523;p52">
              <a:extLst>
                <a:ext uri="{FF2B5EF4-FFF2-40B4-BE49-F238E27FC236}">
                  <a16:creationId xmlns:a16="http://schemas.microsoft.com/office/drawing/2014/main" id="{E551E084-B494-EB47-2DA5-79DFADC7FD7C}"/>
                </a:ext>
              </a:extLst>
            </p:cNvPr>
            <p:cNvSpPr/>
            <p:nvPr/>
          </p:nvSpPr>
          <p:spPr>
            <a:xfrm>
              <a:off x="237174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9524;p52">
              <a:extLst>
                <a:ext uri="{FF2B5EF4-FFF2-40B4-BE49-F238E27FC236}">
                  <a16:creationId xmlns:a16="http://schemas.microsoft.com/office/drawing/2014/main" id="{BD62006B-6B9E-83A9-F76F-1F6471D37C3B}"/>
                </a:ext>
              </a:extLst>
            </p:cNvPr>
            <p:cNvSpPr/>
            <p:nvPr/>
          </p:nvSpPr>
          <p:spPr>
            <a:xfrm>
              <a:off x="2371184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9525;p52">
              <a:extLst>
                <a:ext uri="{FF2B5EF4-FFF2-40B4-BE49-F238E27FC236}">
                  <a16:creationId xmlns:a16="http://schemas.microsoft.com/office/drawing/2014/main" id="{8BA2F236-6ADE-C938-D5BC-3A614D933B33}"/>
                </a:ext>
              </a:extLst>
            </p:cNvPr>
            <p:cNvSpPr/>
            <p:nvPr/>
          </p:nvSpPr>
          <p:spPr>
            <a:xfrm>
              <a:off x="2371184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9526;p52">
              <a:extLst>
                <a:ext uri="{FF2B5EF4-FFF2-40B4-BE49-F238E27FC236}">
                  <a16:creationId xmlns:a16="http://schemas.microsoft.com/office/drawing/2014/main" id="{AA508956-D62D-D810-7E3F-01F24BCC8CF9}"/>
                </a:ext>
              </a:extLst>
            </p:cNvPr>
            <p:cNvSpPr/>
            <p:nvPr/>
          </p:nvSpPr>
          <p:spPr>
            <a:xfrm>
              <a:off x="237174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9527;p52">
              <a:extLst>
                <a:ext uri="{FF2B5EF4-FFF2-40B4-BE49-F238E27FC236}">
                  <a16:creationId xmlns:a16="http://schemas.microsoft.com/office/drawing/2014/main" id="{B5D35DAC-9E5D-9053-4F3B-78FCC61BBA1D}"/>
                </a:ext>
              </a:extLst>
            </p:cNvPr>
            <p:cNvSpPr/>
            <p:nvPr/>
          </p:nvSpPr>
          <p:spPr>
            <a:xfrm>
              <a:off x="231751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9528;p52">
              <a:extLst>
                <a:ext uri="{FF2B5EF4-FFF2-40B4-BE49-F238E27FC236}">
                  <a16:creationId xmlns:a16="http://schemas.microsoft.com/office/drawing/2014/main" id="{1D8E9CF8-FC9E-B376-DCBF-DD72ECD9E7E8}"/>
                </a:ext>
              </a:extLst>
            </p:cNvPr>
            <p:cNvSpPr/>
            <p:nvPr/>
          </p:nvSpPr>
          <p:spPr>
            <a:xfrm>
              <a:off x="231804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9529;p52">
              <a:extLst>
                <a:ext uri="{FF2B5EF4-FFF2-40B4-BE49-F238E27FC236}">
                  <a16:creationId xmlns:a16="http://schemas.microsoft.com/office/drawing/2014/main" id="{69FCCCA5-D9FA-FCC2-6D35-084A8A54A5AC}"/>
                </a:ext>
              </a:extLst>
            </p:cNvPr>
            <p:cNvSpPr/>
            <p:nvPr/>
          </p:nvSpPr>
          <p:spPr>
            <a:xfrm>
              <a:off x="231751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9530;p52">
              <a:extLst>
                <a:ext uri="{FF2B5EF4-FFF2-40B4-BE49-F238E27FC236}">
                  <a16:creationId xmlns:a16="http://schemas.microsoft.com/office/drawing/2014/main" id="{DAB679B4-C06C-2BE0-F177-5B499888E192}"/>
                </a:ext>
              </a:extLst>
            </p:cNvPr>
            <p:cNvSpPr/>
            <p:nvPr/>
          </p:nvSpPr>
          <p:spPr>
            <a:xfrm>
              <a:off x="231804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5" name="Google Shape;9531;p52">
              <a:extLst>
                <a:ext uri="{FF2B5EF4-FFF2-40B4-BE49-F238E27FC236}">
                  <a16:creationId xmlns:a16="http://schemas.microsoft.com/office/drawing/2014/main" id="{8C34768E-8AD1-4647-8D9A-323352B2538B}"/>
                </a:ext>
              </a:extLst>
            </p:cNvPr>
            <p:cNvSpPr/>
            <p:nvPr/>
          </p:nvSpPr>
          <p:spPr>
            <a:xfrm>
              <a:off x="231751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6" name="Google Shape;9532;p52">
              <a:extLst>
                <a:ext uri="{FF2B5EF4-FFF2-40B4-BE49-F238E27FC236}">
                  <a16:creationId xmlns:a16="http://schemas.microsoft.com/office/drawing/2014/main" id="{5B09B3EE-6D1C-0174-D81E-4E411072CA6B}"/>
                </a:ext>
              </a:extLst>
            </p:cNvPr>
            <p:cNvSpPr/>
            <p:nvPr/>
          </p:nvSpPr>
          <p:spPr>
            <a:xfrm>
              <a:off x="231751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9533;p52">
              <a:extLst>
                <a:ext uri="{FF2B5EF4-FFF2-40B4-BE49-F238E27FC236}">
                  <a16:creationId xmlns:a16="http://schemas.microsoft.com/office/drawing/2014/main" id="{3FEF3949-21A3-BE7D-56E8-DC585C6240F7}"/>
                </a:ext>
              </a:extLst>
            </p:cNvPr>
            <p:cNvSpPr/>
            <p:nvPr/>
          </p:nvSpPr>
          <p:spPr>
            <a:xfrm>
              <a:off x="231804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9534;p52">
              <a:extLst>
                <a:ext uri="{FF2B5EF4-FFF2-40B4-BE49-F238E27FC236}">
                  <a16:creationId xmlns:a16="http://schemas.microsoft.com/office/drawing/2014/main" id="{7F50BEB3-ABC6-DAC7-9692-529010E29029}"/>
                </a:ext>
              </a:extLst>
            </p:cNvPr>
            <p:cNvSpPr/>
            <p:nvPr/>
          </p:nvSpPr>
          <p:spPr>
            <a:xfrm>
              <a:off x="231751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9535;p52">
              <a:extLst>
                <a:ext uri="{FF2B5EF4-FFF2-40B4-BE49-F238E27FC236}">
                  <a16:creationId xmlns:a16="http://schemas.microsoft.com/office/drawing/2014/main" id="{A5A87D62-3C4B-EE7E-81F0-CBAC83A596D9}"/>
                </a:ext>
              </a:extLst>
            </p:cNvPr>
            <p:cNvSpPr/>
            <p:nvPr/>
          </p:nvSpPr>
          <p:spPr>
            <a:xfrm>
              <a:off x="231804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9536;p52">
              <a:extLst>
                <a:ext uri="{FF2B5EF4-FFF2-40B4-BE49-F238E27FC236}">
                  <a16:creationId xmlns:a16="http://schemas.microsoft.com/office/drawing/2014/main" id="{E7DE9563-C74B-B4E9-558B-FB55A3387954}"/>
                </a:ext>
              </a:extLst>
            </p:cNvPr>
            <p:cNvSpPr/>
            <p:nvPr/>
          </p:nvSpPr>
          <p:spPr>
            <a:xfrm>
              <a:off x="231751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9537;p52">
              <a:extLst>
                <a:ext uri="{FF2B5EF4-FFF2-40B4-BE49-F238E27FC236}">
                  <a16:creationId xmlns:a16="http://schemas.microsoft.com/office/drawing/2014/main" id="{AB8B5BEE-A9C4-737A-03BC-6E789ABE3577}"/>
                </a:ext>
              </a:extLst>
            </p:cNvPr>
            <p:cNvSpPr/>
            <p:nvPr/>
          </p:nvSpPr>
          <p:spPr>
            <a:xfrm>
              <a:off x="231804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9538;p52">
              <a:extLst>
                <a:ext uri="{FF2B5EF4-FFF2-40B4-BE49-F238E27FC236}">
                  <a16:creationId xmlns:a16="http://schemas.microsoft.com/office/drawing/2014/main" id="{6B3007EE-11C0-5A96-1C21-4843DB78037E}"/>
                </a:ext>
              </a:extLst>
            </p:cNvPr>
            <p:cNvSpPr/>
            <p:nvPr/>
          </p:nvSpPr>
          <p:spPr>
            <a:xfrm>
              <a:off x="231751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9539;p52">
              <a:extLst>
                <a:ext uri="{FF2B5EF4-FFF2-40B4-BE49-F238E27FC236}">
                  <a16:creationId xmlns:a16="http://schemas.microsoft.com/office/drawing/2014/main" id="{CB4B74FC-9A5F-DD38-8C39-9D4B92B6477F}"/>
                </a:ext>
              </a:extLst>
            </p:cNvPr>
            <p:cNvSpPr/>
            <p:nvPr/>
          </p:nvSpPr>
          <p:spPr>
            <a:xfrm>
              <a:off x="231804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4" name="Google Shape;9540;p52">
              <a:extLst>
                <a:ext uri="{FF2B5EF4-FFF2-40B4-BE49-F238E27FC236}">
                  <a16:creationId xmlns:a16="http://schemas.microsoft.com/office/drawing/2014/main" id="{8C1B209E-CE79-8266-5A98-3FE2AFE84D16}"/>
                </a:ext>
              </a:extLst>
            </p:cNvPr>
            <p:cNvSpPr/>
            <p:nvPr/>
          </p:nvSpPr>
          <p:spPr>
            <a:xfrm>
              <a:off x="231751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9541;p52">
              <a:extLst>
                <a:ext uri="{FF2B5EF4-FFF2-40B4-BE49-F238E27FC236}">
                  <a16:creationId xmlns:a16="http://schemas.microsoft.com/office/drawing/2014/main" id="{539C4B7E-07E7-10C2-A79C-462D3194FFC2}"/>
                </a:ext>
              </a:extLst>
            </p:cNvPr>
            <p:cNvSpPr/>
            <p:nvPr/>
          </p:nvSpPr>
          <p:spPr>
            <a:xfrm>
              <a:off x="231804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9542;p52">
              <a:extLst>
                <a:ext uri="{FF2B5EF4-FFF2-40B4-BE49-F238E27FC236}">
                  <a16:creationId xmlns:a16="http://schemas.microsoft.com/office/drawing/2014/main" id="{9B919028-4193-29AF-46F0-53341DA48E9B}"/>
                </a:ext>
              </a:extLst>
            </p:cNvPr>
            <p:cNvSpPr/>
            <p:nvPr/>
          </p:nvSpPr>
          <p:spPr>
            <a:xfrm>
              <a:off x="231751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9543;p52">
              <a:extLst>
                <a:ext uri="{FF2B5EF4-FFF2-40B4-BE49-F238E27FC236}">
                  <a16:creationId xmlns:a16="http://schemas.microsoft.com/office/drawing/2014/main" id="{9B3233F5-C89F-B446-FC4E-7832B532D481}"/>
                </a:ext>
              </a:extLst>
            </p:cNvPr>
            <p:cNvSpPr/>
            <p:nvPr/>
          </p:nvSpPr>
          <p:spPr>
            <a:xfrm>
              <a:off x="231804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9544;p52">
              <a:extLst>
                <a:ext uri="{FF2B5EF4-FFF2-40B4-BE49-F238E27FC236}">
                  <a16:creationId xmlns:a16="http://schemas.microsoft.com/office/drawing/2014/main" id="{CDA5D377-0011-89C8-33A8-CD1D48914B5C}"/>
                </a:ext>
              </a:extLst>
            </p:cNvPr>
            <p:cNvSpPr/>
            <p:nvPr/>
          </p:nvSpPr>
          <p:spPr>
            <a:xfrm>
              <a:off x="231751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9545;p52">
              <a:extLst>
                <a:ext uri="{FF2B5EF4-FFF2-40B4-BE49-F238E27FC236}">
                  <a16:creationId xmlns:a16="http://schemas.microsoft.com/office/drawing/2014/main" id="{657292DB-4E24-8F1B-F960-26C90733A96F}"/>
                </a:ext>
              </a:extLst>
            </p:cNvPr>
            <p:cNvSpPr/>
            <p:nvPr/>
          </p:nvSpPr>
          <p:spPr>
            <a:xfrm>
              <a:off x="231751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9546;p52">
              <a:extLst>
                <a:ext uri="{FF2B5EF4-FFF2-40B4-BE49-F238E27FC236}">
                  <a16:creationId xmlns:a16="http://schemas.microsoft.com/office/drawing/2014/main" id="{FC3F606A-C53D-F593-82C6-7525575FA3E7}"/>
                </a:ext>
              </a:extLst>
            </p:cNvPr>
            <p:cNvSpPr/>
            <p:nvPr/>
          </p:nvSpPr>
          <p:spPr>
            <a:xfrm>
              <a:off x="231804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9547;p52">
              <a:extLst>
                <a:ext uri="{FF2B5EF4-FFF2-40B4-BE49-F238E27FC236}">
                  <a16:creationId xmlns:a16="http://schemas.microsoft.com/office/drawing/2014/main" id="{B6A6FEED-EE0F-3649-FDC6-673882FB959F}"/>
                </a:ext>
              </a:extLst>
            </p:cNvPr>
            <p:cNvSpPr/>
            <p:nvPr/>
          </p:nvSpPr>
          <p:spPr>
            <a:xfrm>
              <a:off x="2263748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9548;p52">
              <a:extLst>
                <a:ext uri="{FF2B5EF4-FFF2-40B4-BE49-F238E27FC236}">
                  <a16:creationId xmlns:a16="http://schemas.microsoft.com/office/drawing/2014/main" id="{3F75F67C-84F9-C758-EF60-3C67B8B2C0E0}"/>
                </a:ext>
              </a:extLst>
            </p:cNvPr>
            <p:cNvSpPr/>
            <p:nvPr/>
          </p:nvSpPr>
          <p:spPr>
            <a:xfrm>
              <a:off x="2264308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9549;p52">
              <a:extLst>
                <a:ext uri="{FF2B5EF4-FFF2-40B4-BE49-F238E27FC236}">
                  <a16:creationId xmlns:a16="http://schemas.microsoft.com/office/drawing/2014/main" id="{62BE0A7D-71F5-912E-7483-E2738C3E7AD5}"/>
                </a:ext>
              </a:extLst>
            </p:cNvPr>
            <p:cNvSpPr/>
            <p:nvPr/>
          </p:nvSpPr>
          <p:spPr>
            <a:xfrm>
              <a:off x="2263748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9550;p52">
              <a:extLst>
                <a:ext uri="{FF2B5EF4-FFF2-40B4-BE49-F238E27FC236}">
                  <a16:creationId xmlns:a16="http://schemas.microsoft.com/office/drawing/2014/main" id="{BBAD57A9-1271-4CFF-A5CE-4BCE97FC1BAC}"/>
                </a:ext>
              </a:extLst>
            </p:cNvPr>
            <p:cNvSpPr/>
            <p:nvPr/>
          </p:nvSpPr>
          <p:spPr>
            <a:xfrm>
              <a:off x="226430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9551;p52">
              <a:extLst>
                <a:ext uri="{FF2B5EF4-FFF2-40B4-BE49-F238E27FC236}">
                  <a16:creationId xmlns:a16="http://schemas.microsoft.com/office/drawing/2014/main" id="{E22B70E4-0815-276C-65DC-A1D8A10C2882}"/>
                </a:ext>
              </a:extLst>
            </p:cNvPr>
            <p:cNvSpPr/>
            <p:nvPr/>
          </p:nvSpPr>
          <p:spPr>
            <a:xfrm>
              <a:off x="2263748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9552;p52">
              <a:extLst>
                <a:ext uri="{FF2B5EF4-FFF2-40B4-BE49-F238E27FC236}">
                  <a16:creationId xmlns:a16="http://schemas.microsoft.com/office/drawing/2014/main" id="{BBDBC1F6-2D9F-2C8D-96F8-CF5F41B639C5}"/>
                </a:ext>
              </a:extLst>
            </p:cNvPr>
            <p:cNvSpPr/>
            <p:nvPr/>
          </p:nvSpPr>
          <p:spPr>
            <a:xfrm>
              <a:off x="2263748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9553;p52">
              <a:extLst>
                <a:ext uri="{FF2B5EF4-FFF2-40B4-BE49-F238E27FC236}">
                  <a16:creationId xmlns:a16="http://schemas.microsoft.com/office/drawing/2014/main" id="{B02B4E07-F6FE-FD2E-0623-386CD8580A86}"/>
                </a:ext>
              </a:extLst>
            </p:cNvPr>
            <p:cNvSpPr/>
            <p:nvPr/>
          </p:nvSpPr>
          <p:spPr>
            <a:xfrm>
              <a:off x="226430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9554;p52">
              <a:extLst>
                <a:ext uri="{FF2B5EF4-FFF2-40B4-BE49-F238E27FC236}">
                  <a16:creationId xmlns:a16="http://schemas.microsoft.com/office/drawing/2014/main" id="{7749823D-E178-282C-8D77-4CE57BEEDCEF}"/>
                </a:ext>
              </a:extLst>
            </p:cNvPr>
            <p:cNvSpPr/>
            <p:nvPr/>
          </p:nvSpPr>
          <p:spPr>
            <a:xfrm>
              <a:off x="2263748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9555;p52">
              <a:extLst>
                <a:ext uri="{FF2B5EF4-FFF2-40B4-BE49-F238E27FC236}">
                  <a16:creationId xmlns:a16="http://schemas.microsoft.com/office/drawing/2014/main" id="{6F642580-71D8-98ED-ECA8-52D9E8800DC6}"/>
                </a:ext>
              </a:extLst>
            </p:cNvPr>
            <p:cNvSpPr/>
            <p:nvPr/>
          </p:nvSpPr>
          <p:spPr>
            <a:xfrm>
              <a:off x="226430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9556;p52">
              <a:extLst>
                <a:ext uri="{FF2B5EF4-FFF2-40B4-BE49-F238E27FC236}">
                  <a16:creationId xmlns:a16="http://schemas.microsoft.com/office/drawing/2014/main" id="{390124DF-E80F-01C9-2CB2-5ABF885E6136}"/>
                </a:ext>
              </a:extLst>
            </p:cNvPr>
            <p:cNvSpPr/>
            <p:nvPr/>
          </p:nvSpPr>
          <p:spPr>
            <a:xfrm>
              <a:off x="2263748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9557;p52">
              <a:extLst>
                <a:ext uri="{FF2B5EF4-FFF2-40B4-BE49-F238E27FC236}">
                  <a16:creationId xmlns:a16="http://schemas.microsoft.com/office/drawing/2014/main" id="{BD8DC0BD-7F52-0D68-5403-430B95FAA5B4}"/>
                </a:ext>
              </a:extLst>
            </p:cNvPr>
            <p:cNvSpPr/>
            <p:nvPr/>
          </p:nvSpPr>
          <p:spPr>
            <a:xfrm>
              <a:off x="226430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9558;p52">
              <a:extLst>
                <a:ext uri="{FF2B5EF4-FFF2-40B4-BE49-F238E27FC236}">
                  <a16:creationId xmlns:a16="http://schemas.microsoft.com/office/drawing/2014/main" id="{2A24EDF8-791F-1C72-120A-9A31C30B74CA}"/>
                </a:ext>
              </a:extLst>
            </p:cNvPr>
            <p:cNvSpPr/>
            <p:nvPr/>
          </p:nvSpPr>
          <p:spPr>
            <a:xfrm>
              <a:off x="2263748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9559;p52">
              <a:extLst>
                <a:ext uri="{FF2B5EF4-FFF2-40B4-BE49-F238E27FC236}">
                  <a16:creationId xmlns:a16="http://schemas.microsoft.com/office/drawing/2014/main" id="{A2019D77-5240-F1CA-E762-58A047CB231A}"/>
                </a:ext>
              </a:extLst>
            </p:cNvPr>
            <p:cNvSpPr/>
            <p:nvPr/>
          </p:nvSpPr>
          <p:spPr>
            <a:xfrm>
              <a:off x="226430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9560;p52">
              <a:extLst>
                <a:ext uri="{FF2B5EF4-FFF2-40B4-BE49-F238E27FC236}">
                  <a16:creationId xmlns:a16="http://schemas.microsoft.com/office/drawing/2014/main" id="{173D5879-D7F6-0CBA-A4E3-55C7DFFE2B79}"/>
                </a:ext>
              </a:extLst>
            </p:cNvPr>
            <p:cNvSpPr/>
            <p:nvPr/>
          </p:nvSpPr>
          <p:spPr>
            <a:xfrm>
              <a:off x="2263748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9561;p52">
              <a:extLst>
                <a:ext uri="{FF2B5EF4-FFF2-40B4-BE49-F238E27FC236}">
                  <a16:creationId xmlns:a16="http://schemas.microsoft.com/office/drawing/2014/main" id="{6C346C05-CA4F-E68B-49AF-47D846E64335}"/>
                </a:ext>
              </a:extLst>
            </p:cNvPr>
            <p:cNvSpPr/>
            <p:nvPr/>
          </p:nvSpPr>
          <p:spPr>
            <a:xfrm>
              <a:off x="226430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9562;p52">
              <a:extLst>
                <a:ext uri="{FF2B5EF4-FFF2-40B4-BE49-F238E27FC236}">
                  <a16:creationId xmlns:a16="http://schemas.microsoft.com/office/drawing/2014/main" id="{7A89A3BF-5880-4925-5D91-1C75D78F978E}"/>
                </a:ext>
              </a:extLst>
            </p:cNvPr>
            <p:cNvSpPr/>
            <p:nvPr/>
          </p:nvSpPr>
          <p:spPr>
            <a:xfrm>
              <a:off x="2263748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9563;p52">
              <a:extLst>
                <a:ext uri="{FF2B5EF4-FFF2-40B4-BE49-F238E27FC236}">
                  <a16:creationId xmlns:a16="http://schemas.microsoft.com/office/drawing/2014/main" id="{00A13F53-2022-A3DB-8F51-EEAA31F8F117}"/>
                </a:ext>
              </a:extLst>
            </p:cNvPr>
            <p:cNvSpPr/>
            <p:nvPr/>
          </p:nvSpPr>
          <p:spPr>
            <a:xfrm>
              <a:off x="226430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9564;p52">
              <a:extLst>
                <a:ext uri="{FF2B5EF4-FFF2-40B4-BE49-F238E27FC236}">
                  <a16:creationId xmlns:a16="http://schemas.microsoft.com/office/drawing/2014/main" id="{79ADDEB4-70EF-2418-5F6C-52BCC8A3EEA2}"/>
                </a:ext>
              </a:extLst>
            </p:cNvPr>
            <p:cNvSpPr/>
            <p:nvPr/>
          </p:nvSpPr>
          <p:spPr>
            <a:xfrm>
              <a:off x="2263748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9565;p52">
              <a:extLst>
                <a:ext uri="{FF2B5EF4-FFF2-40B4-BE49-F238E27FC236}">
                  <a16:creationId xmlns:a16="http://schemas.microsoft.com/office/drawing/2014/main" id="{BAFB72D1-969A-A689-C5F0-847F843ADA9E}"/>
                </a:ext>
              </a:extLst>
            </p:cNvPr>
            <p:cNvSpPr/>
            <p:nvPr/>
          </p:nvSpPr>
          <p:spPr>
            <a:xfrm>
              <a:off x="2263748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9566;p52">
              <a:extLst>
                <a:ext uri="{FF2B5EF4-FFF2-40B4-BE49-F238E27FC236}">
                  <a16:creationId xmlns:a16="http://schemas.microsoft.com/office/drawing/2014/main" id="{8ACBBD01-93F8-86B7-32F4-4CADAA34565C}"/>
                </a:ext>
              </a:extLst>
            </p:cNvPr>
            <p:cNvSpPr/>
            <p:nvPr/>
          </p:nvSpPr>
          <p:spPr>
            <a:xfrm>
              <a:off x="2264308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9567;p52">
              <a:extLst>
                <a:ext uri="{FF2B5EF4-FFF2-40B4-BE49-F238E27FC236}">
                  <a16:creationId xmlns:a16="http://schemas.microsoft.com/office/drawing/2014/main" id="{ED5673A8-F9F6-1FBD-83F9-AA0E58F95268}"/>
                </a:ext>
              </a:extLst>
            </p:cNvPr>
            <p:cNvSpPr/>
            <p:nvPr/>
          </p:nvSpPr>
          <p:spPr>
            <a:xfrm>
              <a:off x="221007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9568;p52">
              <a:extLst>
                <a:ext uri="{FF2B5EF4-FFF2-40B4-BE49-F238E27FC236}">
                  <a16:creationId xmlns:a16="http://schemas.microsoft.com/office/drawing/2014/main" id="{EC6F7ED3-2EFA-7A41-781F-77B4CDC96B3A}"/>
                </a:ext>
              </a:extLst>
            </p:cNvPr>
            <p:cNvSpPr/>
            <p:nvPr/>
          </p:nvSpPr>
          <p:spPr>
            <a:xfrm>
              <a:off x="221062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9569;p52">
              <a:extLst>
                <a:ext uri="{FF2B5EF4-FFF2-40B4-BE49-F238E27FC236}">
                  <a16:creationId xmlns:a16="http://schemas.microsoft.com/office/drawing/2014/main" id="{3C867A23-0108-0672-1787-529F35354F63}"/>
                </a:ext>
              </a:extLst>
            </p:cNvPr>
            <p:cNvSpPr/>
            <p:nvPr/>
          </p:nvSpPr>
          <p:spPr>
            <a:xfrm>
              <a:off x="221007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9570;p52">
              <a:extLst>
                <a:ext uri="{FF2B5EF4-FFF2-40B4-BE49-F238E27FC236}">
                  <a16:creationId xmlns:a16="http://schemas.microsoft.com/office/drawing/2014/main" id="{2DFEE4D6-CA22-C216-86EE-AF538C8AF0F0}"/>
                </a:ext>
              </a:extLst>
            </p:cNvPr>
            <p:cNvSpPr/>
            <p:nvPr/>
          </p:nvSpPr>
          <p:spPr>
            <a:xfrm>
              <a:off x="2210621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9571;p52">
              <a:extLst>
                <a:ext uri="{FF2B5EF4-FFF2-40B4-BE49-F238E27FC236}">
                  <a16:creationId xmlns:a16="http://schemas.microsoft.com/office/drawing/2014/main" id="{EE5696CE-9B23-C4BC-92DD-098F11673C95}"/>
                </a:ext>
              </a:extLst>
            </p:cNvPr>
            <p:cNvSpPr/>
            <p:nvPr/>
          </p:nvSpPr>
          <p:spPr>
            <a:xfrm>
              <a:off x="221007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9572;p52">
              <a:extLst>
                <a:ext uri="{FF2B5EF4-FFF2-40B4-BE49-F238E27FC236}">
                  <a16:creationId xmlns:a16="http://schemas.microsoft.com/office/drawing/2014/main" id="{33A21C3C-AEEC-8540-26AF-A8B06CFA9519}"/>
                </a:ext>
              </a:extLst>
            </p:cNvPr>
            <p:cNvSpPr/>
            <p:nvPr/>
          </p:nvSpPr>
          <p:spPr>
            <a:xfrm>
              <a:off x="221007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9573;p52">
              <a:extLst>
                <a:ext uri="{FF2B5EF4-FFF2-40B4-BE49-F238E27FC236}">
                  <a16:creationId xmlns:a16="http://schemas.microsoft.com/office/drawing/2014/main" id="{8655A77E-4E0E-C24B-F532-BC0B40698336}"/>
                </a:ext>
              </a:extLst>
            </p:cNvPr>
            <p:cNvSpPr/>
            <p:nvPr/>
          </p:nvSpPr>
          <p:spPr>
            <a:xfrm>
              <a:off x="221062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9574;p52">
              <a:extLst>
                <a:ext uri="{FF2B5EF4-FFF2-40B4-BE49-F238E27FC236}">
                  <a16:creationId xmlns:a16="http://schemas.microsoft.com/office/drawing/2014/main" id="{EA1B6DCB-9FC8-4944-43DD-F7E05F9CDA84}"/>
                </a:ext>
              </a:extLst>
            </p:cNvPr>
            <p:cNvSpPr/>
            <p:nvPr/>
          </p:nvSpPr>
          <p:spPr>
            <a:xfrm>
              <a:off x="221007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9575;p52">
              <a:extLst>
                <a:ext uri="{FF2B5EF4-FFF2-40B4-BE49-F238E27FC236}">
                  <a16:creationId xmlns:a16="http://schemas.microsoft.com/office/drawing/2014/main" id="{56215FBE-E868-6492-BC5C-E74E759674B6}"/>
                </a:ext>
              </a:extLst>
            </p:cNvPr>
            <p:cNvSpPr/>
            <p:nvPr/>
          </p:nvSpPr>
          <p:spPr>
            <a:xfrm>
              <a:off x="221062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0" name="Google Shape;9576;p52">
              <a:extLst>
                <a:ext uri="{FF2B5EF4-FFF2-40B4-BE49-F238E27FC236}">
                  <a16:creationId xmlns:a16="http://schemas.microsoft.com/office/drawing/2014/main" id="{672B8F59-114B-B664-851A-E3C90C897B23}"/>
                </a:ext>
              </a:extLst>
            </p:cNvPr>
            <p:cNvSpPr/>
            <p:nvPr/>
          </p:nvSpPr>
          <p:spPr>
            <a:xfrm>
              <a:off x="221007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9577;p52">
              <a:extLst>
                <a:ext uri="{FF2B5EF4-FFF2-40B4-BE49-F238E27FC236}">
                  <a16:creationId xmlns:a16="http://schemas.microsoft.com/office/drawing/2014/main" id="{719AF491-27F1-4514-9D96-F8A339990044}"/>
                </a:ext>
              </a:extLst>
            </p:cNvPr>
            <p:cNvSpPr/>
            <p:nvPr/>
          </p:nvSpPr>
          <p:spPr>
            <a:xfrm>
              <a:off x="2210621" y="292773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9578;p52">
              <a:extLst>
                <a:ext uri="{FF2B5EF4-FFF2-40B4-BE49-F238E27FC236}">
                  <a16:creationId xmlns:a16="http://schemas.microsoft.com/office/drawing/2014/main" id="{FFF9FDDB-DE30-2000-2B1E-EFB5C4B119D1}"/>
                </a:ext>
              </a:extLst>
            </p:cNvPr>
            <p:cNvSpPr/>
            <p:nvPr/>
          </p:nvSpPr>
          <p:spPr>
            <a:xfrm>
              <a:off x="221007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9579;p52">
              <a:extLst>
                <a:ext uri="{FF2B5EF4-FFF2-40B4-BE49-F238E27FC236}">
                  <a16:creationId xmlns:a16="http://schemas.microsoft.com/office/drawing/2014/main" id="{6B64A182-ED0C-5287-39C1-80209DEC18F1}"/>
                </a:ext>
              </a:extLst>
            </p:cNvPr>
            <p:cNvSpPr/>
            <p:nvPr/>
          </p:nvSpPr>
          <p:spPr>
            <a:xfrm>
              <a:off x="221062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9580;p52">
              <a:extLst>
                <a:ext uri="{FF2B5EF4-FFF2-40B4-BE49-F238E27FC236}">
                  <a16:creationId xmlns:a16="http://schemas.microsoft.com/office/drawing/2014/main" id="{05FC6477-012C-A7BF-453C-A2D178B3FC79}"/>
                </a:ext>
              </a:extLst>
            </p:cNvPr>
            <p:cNvSpPr/>
            <p:nvPr/>
          </p:nvSpPr>
          <p:spPr>
            <a:xfrm>
              <a:off x="221007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9581;p52">
              <a:extLst>
                <a:ext uri="{FF2B5EF4-FFF2-40B4-BE49-F238E27FC236}">
                  <a16:creationId xmlns:a16="http://schemas.microsoft.com/office/drawing/2014/main" id="{AE5DF63D-AC6D-D0EE-BEC2-C0DED2497F02}"/>
                </a:ext>
              </a:extLst>
            </p:cNvPr>
            <p:cNvSpPr/>
            <p:nvPr/>
          </p:nvSpPr>
          <p:spPr>
            <a:xfrm>
              <a:off x="221062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9582;p52">
              <a:extLst>
                <a:ext uri="{FF2B5EF4-FFF2-40B4-BE49-F238E27FC236}">
                  <a16:creationId xmlns:a16="http://schemas.microsoft.com/office/drawing/2014/main" id="{41A44C34-2950-CFDB-61E3-72BB11556114}"/>
                </a:ext>
              </a:extLst>
            </p:cNvPr>
            <p:cNvSpPr/>
            <p:nvPr/>
          </p:nvSpPr>
          <p:spPr>
            <a:xfrm>
              <a:off x="221007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9583;p52">
              <a:extLst>
                <a:ext uri="{FF2B5EF4-FFF2-40B4-BE49-F238E27FC236}">
                  <a16:creationId xmlns:a16="http://schemas.microsoft.com/office/drawing/2014/main" id="{188029BF-980A-2E07-0329-2615645DAEE8}"/>
                </a:ext>
              </a:extLst>
            </p:cNvPr>
            <p:cNvSpPr/>
            <p:nvPr/>
          </p:nvSpPr>
          <p:spPr>
            <a:xfrm>
              <a:off x="221062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9584;p52">
              <a:extLst>
                <a:ext uri="{FF2B5EF4-FFF2-40B4-BE49-F238E27FC236}">
                  <a16:creationId xmlns:a16="http://schemas.microsoft.com/office/drawing/2014/main" id="{46E73240-D270-B4B8-613D-A7C8FB56E3AE}"/>
                </a:ext>
              </a:extLst>
            </p:cNvPr>
            <p:cNvSpPr/>
            <p:nvPr/>
          </p:nvSpPr>
          <p:spPr>
            <a:xfrm>
              <a:off x="221007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9585;p52">
              <a:extLst>
                <a:ext uri="{FF2B5EF4-FFF2-40B4-BE49-F238E27FC236}">
                  <a16:creationId xmlns:a16="http://schemas.microsoft.com/office/drawing/2014/main" id="{C79C8928-0171-3F9F-C5AF-A8E1DFBFD347}"/>
                </a:ext>
              </a:extLst>
            </p:cNvPr>
            <p:cNvSpPr/>
            <p:nvPr/>
          </p:nvSpPr>
          <p:spPr>
            <a:xfrm>
              <a:off x="221007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9586;p52">
              <a:extLst>
                <a:ext uri="{FF2B5EF4-FFF2-40B4-BE49-F238E27FC236}">
                  <a16:creationId xmlns:a16="http://schemas.microsoft.com/office/drawing/2014/main" id="{2BF6EDBF-5915-8D19-E413-50ED73E9168D}"/>
                </a:ext>
              </a:extLst>
            </p:cNvPr>
            <p:cNvSpPr/>
            <p:nvPr/>
          </p:nvSpPr>
          <p:spPr>
            <a:xfrm>
              <a:off x="221062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9587;p52">
              <a:extLst>
                <a:ext uri="{FF2B5EF4-FFF2-40B4-BE49-F238E27FC236}">
                  <a16:creationId xmlns:a16="http://schemas.microsoft.com/office/drawing/2014/main" id="{8D71F7C1-5BC3-C928-8506-89FDF46E12CD}"/>
                </a:ext>
              </a:extLst>
            </p:cNvPr>
            <p:cNvSpPr/>
            <p:nvPr/>
          </p:nvSpPr>
          <p:spPr>
            <a:xfrm>
              <a:off x="215634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9588;p52">
              <a:extLst>
                <a:ext uri="{FF2B5EF4-FFF2-40B4-BE49-F238E27FC236}">
                  <a16:creationId xmlns:a16="http://schemas.microsoft.com/office/drawing/2014/main" id="{B035ED29-E138-D935-FD42-7CB0009983D9}"/>
                </a:ext>
              </a:extLst>
            </p:cNvPr>
            <p:cNvSpPr/>
            <p:nvPr/>
          </p:nvSpPr>
          <p:spPr>
            <a:xfrm>
              <a:off x="2156872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9589;p52">
              <a:extLst>
                <a:ext uri="{FF2B5EF4-FFF2-40B4-BE49-F238E27FC236}">
                  <a16:creationId xmlns:a16="http://schemas.microsoft.com/office/drawing/2014/main" id="{B149F854-7AAA-D645-04D6-E035BBBFFEF9}"/>
                </a:ext>
              </a:extLst>
            </p:cNvPr>
            <p:cNvSpPr/>
            <p:nvPr/>
          </p:nvSpPr>
          <p:spPr>
            <a:xfrm>
              <a:off x="215634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9590;p52">
              <a:extLst>
                <a:ext uri="{FF2B5EF4-FFF2-40B4-BE49-F238E27FC236}">
                  <a16:creationId xmlns:a16="http://schemas.microsoft.com/office/drawing/2014/main" id="{32E43623-6BE6-DB4E-6C14-A132A2AC0AF0}"/>
                </a:ext>
              </a:extLst>
            </p:cNvPr>
            <p:cNvSpPr/>
            <p:nvPr/>
          </p:nvSpPr>
          <p:spPr>
            <a:xfrm>
              <a:off x="2156872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9591;p52">
              <a:extLst>
                <a:ext uri="{FF2B5EF4-FFF2-40B4-BE49-F238E27FC236}">
                  <a16:creationId xmlns:a16="http://schemas.microsoft.com/office/drawing/2014/main" id="{F08A35BF-3664-E257-2E41-77E180405DB2}"/>
                </a:ext>
              </a:extLst>
            </p:cNvPr>
            <p:cNvSpPr/>
            <p:nvPr/>
          </p:nvSpPr>
          <p:spPr>
            <a:xfrm>
              <a:off x="215634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9592;p52">
              <a:extLst>
                <a:ext uri="{FF2B5EF4-FFF2-40B4-BE49-F238E27FC236}">
                  <a16:creationId xmlns:a16="http://schemas.microsoft.com/office/drawing/2014/main" id="{4CA1709D-397A-D58E-91DC-26D813003AC0}"/>
                </a:ext>
              </a:extLst>
            </p:cNvPr>
            <p:cNvSpPr/>
            <p:nvPr/>
          </p:nvSpPr>
          <p:spPr>
            <a:xfrm>
              <a:off x="2156872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9593;p52">
              <a:extLst>
                <a:ext uri="{FF2B5EF4-FFF2-40B4-BE49-F238E27FC236}">
                  <a16:creationId xmlns:a16="http://schemas.microsoft.com/office/drawing/2014/main" id="{0F431D03-AC0F-0D49-D48B-A3508B66A8EE}"/>
                </a:ext>
              </a:extLst>
            </p:cNvPr>
            <p:cNvSpPr/>
            <p:nvPr/>
          </p:nvSpPr>
          <p:spPr>
            <a:xfrm>
              <a:off x="215634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9594;p52">
              <a:extLst>
                <a:ext uri="{FF2B5EF4-FFF2-40B4-BE49-F238E27FC236}">
                  <a16:creationId xmlns:a16="http://schemas.microsoft.com/office/drawing/2014/main" id="{21C177D6-6D5D-B1DE-3A3C-0A0663925B2A}"/>
                </a:ext>
              </a:extLst>
            </p:cNvPr>
            <p:cNvSpPr/>
            <p:nvPr/>
          </p:nvSpPr>
          <p:spPr>
            <a:xfrm>
              <a:off x="215634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9595;p52">
              <a:extLst>
                <a:ext uri="{FF2B5EF4-FFF2-40B4-BE49-F238E27FC236}">
                  <a16:creationId xmlns:a16="http://schemas.microsoft.com/office/drawing/2014/main" id="{D85B51CA-990B-896C-1D33-B1760007859F}"/>
                </a:ext>
              </a:extLst>
            </p:cNvPr>
            <p:cNvSpPr/>
            <p:nvPr/>
          </p:nvSpPr>
          <p:spPr>
            <a:xfrm>
              <a:off x="215634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9596;p52">
              <a:extLst>
                <a:ext uri="{FF2B5EF4-FFF2-40B4-BE49-F238E27FC236}">
                  <a16:creationId xmlns:a16="http://schemas.microsoft.com/office/drawing/2014/main" id="{C98477B9-4221-DCD8-F0E2-155771940BB5}"/>
                </a:ext>
              </a:extLst>
            </p:cNvPr>
            <p:cNvSpPr/>
            <p:nvPr/>
          </p:nvSpPr>
          <p:spPr>
            <a:xfrm>
              <a:off x="215634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9597;p52">
              <a:extLst>
                <a:ext uri="{FF2B5EF4-FFF2-40B4-BE49-F238E27FC236}">
                  <a16:creationId xmlns:a16="http://schemas.microsoft.com/office/drawing/2014/main" id="{A9657CCC-942F-E6E2-1168-860F420D5D1C}"/>
                </a:ext>
              </a:extLst>
            </p:cNvPr>
            <p:cNvSpPr/>
            <p:nvPr/>
          </p:nvSpPr>
          <p:spPr>
            <a:xfrm>
              <a:off x="215634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9598;p52">
              <a:extLst>
                <a:ext uri="{FF2B5EF4-FFF2-40B4-BE49-F238E27FC236}">
                  <a16:creationId xmlns:a16="http://schemas.microsoft.com/office/drawing/2014/main" id="{5304A77C-3798-5B19-D63F-09A907A5648C}"/>
                </a:ext>
              </a:extLst>
            </p:cNvPr>
            <p:cNvSpPr/>
            <p:nvPr/>
          </p:nvSpPr>
          <p:spPr>
            <a:xfrm>
              <a:off x="215634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9599;p52">
              <a:extLst>
                <a:ext uri="{FF2B5EF4-FFF2-40B4-BE49-F238E27FC236}">
                  <a16:creationId xmlns:a16="http://schemas.microsoft.com/office/drawing/2014/main" id="{DD79F83B-00D0-62F7-7816-4DB56C17CEDF}"/>
                </a:ext>
              </a:extLst>
            </p:cNvPr>
            <p:cNvSpPr/>
            <p:nvPr/>
          </p:nvSpPr>
          <p:spPr>
            <a:xfrm>
              <a:off x="215634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9600;p52">
              <a:extLst>
                <a:ext uri="{FF2B5EF4-FFF2-40B4-BE49-F238E27FC236}">
                  <a16:creationId xmlns:a16="http://schemas.microsoft.com/office/drawing/2014/main" id="{03479D3C-6E47-A846-86E1-24D902A970AA}"/>
                </a:ext>
              </a:extLst>
            </p:cNvPr>
            <p:cNvSpPr/>
            <p:nvPr/>
          </p:nvSpPr>
          <p:spPr>
            <a:xfrm>
              <a:off x="2156872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9601;p52">
              <a:extLst>
                <a:ext uri="{FF2B5EF4-FFF2-40B4-BE49-F238E27FC236}">
                  <a16:creationId xmlns:a16="http://schemas.microsoft.com/office/drawing/2014/main" id="{CB85AC85-286F-A39A-740C-E410DA829765}"/>
                </a:ext>
              </a:extLst>
            </p:cNvPr>
            <p:cNvSpPr/>
            <p:nvPr/>
          </p:nvSpPr>
          <p:spPr>
            <a:xfrm>
              <a:off x="215634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9602;p52">
              <a:extLst>
                <a:ext uri="{FF2B5EF4-FFF2-40B4-BE49-F238E27FC236}">
                  <a16:creationId xmlns:a16="http://schemas.microsoft.com/office/drawing/2014/main" id="{EF3B9804-B1E4-EFDD-FD84-EE99FC64FAA0}"/>
                </a:ext>
              </a:extLst>
            </p:cNvPr>
            <p:cNvSpPr/>
            <p:nvPr/>
          </p:nvSpPr>
          <p:spPr>
            <a:xfrm>
              <a:off x="2156872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9603;p52">
              <a:extLst>
                <a:ext uri="{FF2B5EF4-FFF2-40B4-BE49-F238E27FC236}">
                  <a16:creationId xmlns:a16="http://schemas.microsoft.com/office/drawing/2014/main" id="{54615171-5618-01E9-DF20-82D2932A14DD}"/>
                </a:ext>
              </a:extLst>
            </p:cNvPr>
            <p:cNvSpPr/>
            <p:nvPr/>
          </p:nvSpPr>
          <p:spPr>
            <a:xfrm>
              <a:off x="210259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9604;p52">
              <a:extLst>
                <a:ext uri="{FF2B5EF4-FFF2-40B4-BE49-F238E27FC236}">
                  <a16:creationId xmlns:a16="http://schemas.microsoft.com/office/drawing/2014/main" id="{C73FBE37-E635-DCF1-5F89-C1C68121399E}"/>
                </a:ext>
              </a:extLst>
            </p:cNvPr>
            <p:cNvSpPr/>
            <p:nvPr/>
          </p:nvSpPr>
          <p:spPr>
            <a:xfrm>
              <a:off x="210259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9605;p52">
              <a:extLst>
                <a:ext uri="{FF2B5EF4-FFF2-40B4-BE49-F238E27FC236}">
                  <a16:creationId xmlns:a16="http://schemas.microsoft.com/office/drawing/2014/main" id="{EF606A06-E8C6-F619-8076-2C89946F03A3}"/>
                </a:ext>
              </a:extLst>
            </p:cNvPr>
            <p:cNvSpPr/>
            <p:nvPr/>
          </p:nvSpPr>
          <p:spPr>
            <a:xfrm>
              <a:off x="210313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9606;p52">
              <a:extLst>
                <a:ext uri="{FF2B5EF4-FFF2-40B4-BE49-F238E27FC236}">
                  <a16:creationId xmlns:a16="http://schemas.microsoft.com/office/drawing/2014/main" id="{ACB8C955-C678-4FF6-9C46-4A7261989A4D}"/>
                </a:ext>
              </a:extLst>
            </p:cNvPr>
            <p:cNvSpPr/>
            <p:nvPr/>
          </p:nvSpPr>
          <p:spPr>
            <a:xfrm>
              <a:off x="210259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9607;p52">
              <a:extLst>
                <a:ext uri="{FF2B5EF4-FFF2-40B4-BE49-F238E27FC236}">
                  <a16:creationId xmlns:a16="http://schemas.microsoft.com/office/drawing/2014/main" id="{F4BE5B46-EA10-E994-9B4E-469835FD026E}"/>
                </a:ext>
              </a:extLst>
            </p:cNvPr>
            <p:cNvSpPr/>
            <p:nvPr/>
          </p:nvSpPr>
          <p:spPr>
            <a:xfrm>
              <a:off x="2103138" y="308890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9608;p52">
              <a:extLst>
                <a:ext uri="{FF2B5EF4-FFF2-40B4-BE49-F238E27FC236}">
                  <a16:creationId xmlns:a16="http://schemas.microsoft.com/office/drawing/2014/main" id="{4DD8E959-1997-988D-CC22-D4967B2FDF02}"/>
                </a:ext>
              </a:extLst>
            </p:cNvPr>
            <p:cNvSpPr/>
            <p:nvPr/>
          </p:nvSpPr>
          <p:spPr>
            <a:xfrm>
              <a:off x="210259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9609;p52">
              <a:extLst>
                <a:ext uri="{FF2B5EF4-FFF2-40B4-BE49-F238E27FC236}">
                  <a16:creationId xmlns:a16="http://schemas.microsoft.com/office/drawing/2014/main" id="{23D0A39A-8F02-F18C-8527-7265033FE2AE}"/>
                </a:ext>
              </a:extLst>
            </p:cNvPr>
            <p:cNvSpPr/>
            <p:nvPr/>
          </p:nvSpPr>
          <p:spPr>
            <a:xfrm>
              <a:off x="210313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9610;p52">
              <a:extLst>
                <a:ext uri="{FF2B5EF4-FFF2-40B4-BE49-F238E27FC236}">
                  <a16:creationId xmlns:a16="http://schemas.microsoft.com/office/drawing/2014/main" id="{F5045DCC-CA02-3B65-8EBF-83AF8D59D196}"/>
                </a:ext>
              </a:extLst>
            </p:cNvPr>
            <p:cNvSpPr/>
            <p:nvPr/>
          </p:nvSpPr>
          <p:spPr>
            <a:xfrm>
              <a:off x="210259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9611;p52">
              <a:extLst>
                <a:ext uri="{FF2B5EF4-FFF2-40B4-BE49-F238E27FC236}">
                  <a16:creationId xmlns:a16="http://schemas.microsoft.com/office/drawing/2014/main" id="{403295F9-D68E-C336-13CA-37FFD2C6B93B}"/>
                </a:ext>
              </a:extLst>
            </p:cNvPr>
            <p:cNvSpPr/>
            <p:nvPr/>
          </p:nvSpPr>
          <p:spPr>
            <a:xfrm>
              <a:off x="210313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9612;p52">
              <a:extLst>
                <a:ext uri="{FF2B5EF4-FFF2-40B4-BE49-F238E27FC236}">
                  <a16:creationId xmlns:a16="http://schemas.microsoft.com/office/drawing/2014/main" id="{715E6A11-190A-C32B-C46D-0D094FF536A4}"/>
                </a:ext>
              </a:extLst>
            </p:cNvPr>
            <p:cNvSpPr/>
            <p:nvPr/>
          </p:nvSpPr>
          <p:spPr>
            <a:xfrm>
              <a:off x="210259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9613;p52">
              <a:extLst>
                <a:ext uri="{FF2B5EF4-FFF2-40B4-BE49-F238E27FC236}">
                  <a16:creationId xmlns:a16="http://schemas.microsoft.com/office/drawing/2014/main" id="{A00442AD-6416-EFFB-D901-E3D355865760}"/>
                </a:ext>
              </a:extLst>
            </p:cNvPr>
            <p:cNvSpPr/>
            <p:nvPr/>
          </p:nvSpPr>
          <p:spPr>
            <a:xfrm>
              <a:off x="210313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9614;p52">
              <a:extLst>
                <a:ext uri="{FF2B5EF4-FFF2-40B4-BE49-F238E27FC236}">
                  <a16:creationId xmlns:a16="http://schemas.microsoft.com/office/drawing/2014/main" id="{D78A84A8-3ACD-A42F-9EAA-CFD8821C8FCC}"/>
                </a:ext>
              </a:extLst>
            </p:cNvPr>
            <p:cNvSpPr/>
            <p:nvPr/>
          </p:nvSpPr>
          <p:spPr>
            <a:xfrm>
              <a:off x="210259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9615;p52">
              <a:extLst>
                <a:ext uri="{FF2B5EF4-FFF2-40B4-BE49-F238E27FC236}">
                  <a16:creationId xmlns:a16="http://schemas.microsoft.com/office/drawing/2014/main" id="{4C692DB9-08B8-B02F-BEAA-F481F35F0BB2}"/>
                </a:ext>
              </a:extLst>
            </p:cNvPr>
            <p:cNvSpPr/>
            <p:nvPr/>
          </p:nvSpPr>
          <p:spPr>
            <a:xfrm>
              <a:off x="210313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9616;p52">
              <a:extLst>
                <a:ext uri="{FF2B5EF4-FFF2-40B4-BE49-F238E27FC236}">
                  <a16:creationId xmlns:a16="http://schemas.microsoft.com/office/drawing/2014/main" id="{6D7731C8-64E2-1FCC-469B-8D442E1EFF81}"/>
                </a:ext>
              </a:extLst>
            </p:cNvPr>
            <p:cNvSpPr/>
            <p:nvPr/>
          </p:nvSpPr>
          <p:spPr>
            <a:xfrm>
              <a:off x="210259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9617;p52">
              <a:extLst>
                <a:ext uri="{FF2B5EF4-FFF2-40B4-BE49-F238E27FC236}">
                  <a16:creationId xmlns:a16="http://schemas.microsoft.com/office/drawing/2014/main" id="{054FEDDF-25B8-2517-9146-B058DFBBF88F}"/>
                </a:ext>
              </a:extLst>
            </p:cNvPr>
            <p:cNvSpPr/>
            <p:nvPr/>
          </p:nvSpPr>
          <p:spPr>
            <a:xfrm>
              <a:off x="210313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9618;p52">
              <a:extLst>
                <a:ext uri="{FF2B5EF4-FFF2-40B4-BE49-F238E27FC236}">
                  <a16:creationId xmlns:a16="http://schemas.microsoft.com/office/drawing/2014/main" id="{864C3F2B-6DBF-15BC-5578-19CECF74FF6F}"/>
                </a:ext>
              </a:extLst>
            </p:cNvPr>
            <p:cNvSpPr/>
            <p:nvPr/>
          </p:nvSpPr>
          <p:spPr>
            <a:xfrm>
              <a:off x="210259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9619;p52">
              <a:extLst>
                <a:ext uri="{FF2B5EF4-FFF2-40B4-BE49-F238E27FC236}">
                  <a16:creationId xmlns:a16="http://schemas.microsoft.com/office/drawing/2014/main" id="{955B888C-8CC2-E456-1DF5-409C2B8FA47A}"/>
                </a:ext>
              </a:extLst>
            </p:cNvPr>
            <p:cNvSpPr/>
            <p:nvPr/>
          </p:nvSpPr>
          <p:spPr>
            <a:xfrm>
              <a:off x="210313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9620;p52">
              <a:extLst>
                <a:ext uri="{FF2B5EF4-FFF2-40B4-BE49-F238E27FC236}">
                  <a16:creationId xmlns:a16="http://schemas.microsoft.com/office/drawing/2014/main" id="{B74FD9AE-9153-F49B-7313-7625E997D8E6}"/>
                </a:ext>
              </a:extLst>
            </p:cNvPr>
            <p:cNvSpPr/>
            <p:nvPr/>
          </p:nvSpPr>
          <p:spPr>
            <a:xfrm>
              <a:off x="210259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9621;p52">
              <a:extLst>
                <a:ext uri="{FF2B5EF4-FFF2-40B4-BE49-F238E27FC236}">
                  <a16:creationId xmlns:a16="http://schemas.microsoft.com/office/drawing/2014/main" id="{FBE52D5C-CD21-E502-5FBA-3D3DA8D7869F}"/>
                </a:ext>
              </a:extLst>
            </p:cNvPr>
            <p:cNvSpPr/>
            <p:nvPr/>
          </p:nvSpPr>
          <p:spPr>
            <a:xfrm>
              <a:off x="210313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9622;p52">
              <a:extLst>
                <a:ext uri="{FF2B5EF4-FFF2-40B4-BE49-F238E27FC236}">
                  <a16:creationId xmlns:a16="http://schemas.microsoft.com/office/drawing/2014/main" id="{AE1239E9-94EB-0D1B-9E87-6F1444159CF9}"/>
                </a:ext>
              </a:extLst>
            </p:cNvPr>
            <p:cNvSpPr/>
            <p:nvPr/>
          </p:nvSpPr>
          <p:spPr>
            <a:xfrm>
              <a:off x="210259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9623;p52">
              <a:extLst>
                <a:ext uri="{FF2B5EF4-FFF2-40B4-BE49-F238E27FC236}">
                  <a16:creationId xmlns:a16="http://schemas.microsoft.com/office/drawing/2014/main" id="{EB09FB9B-7DEB-D65A-088D-63C3E66ADFE6}"/>
                </a:ext>
              </a:extLst>
            </p:cNvPr>
            <p:cNvSpPr/>
            <p:nvPr/>
          </p:nvSpPr>
          <p:spPr>
            <a:xfrm>
              <a:off x="204890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9624;p52">
              <a:extLst>
                <a:ext uri="{FF2B5EF4-FFF2-40B4-BE49-F238E27FC236}">
                  <a16:creationId xmlns:a16="http://schemas.microsoft.com/office/drawing/2014/main" id="{E400521D-57B2-CDF6-70D7-BAFFADC46596}"/>
                </a:ext>
              </a:extLst>
            </p:cNvPr>
            <p:cNvSpPr/>
            <p:nvPr/>
          </p:nvSpPr>
          <p:spPr>
            <a:xfrm>
              <a:off x="204945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9625;p52">
              <a:extLst>
                <a:ext uri="{FF2B5EF4-FFF2-40B4-BE49-F238E27FC236}">
                  <a16:creationId xmlns:a16="http://schemas.microsoft.com/office/drawing/2014/main" id="{1AD3AF54-FFAD-06D1-468B-69F091F65493}"/>
                </a:ext>
              </a:extLst>
            </p:cNvPr>
            <p:cNvSpPr/>
            <p:nvPr/>
          </p:nvSpPr>
          <p:spPr>
            <a:xfrm>
              <a:off x="204890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9626;p52">
              <a:extLst>
                <a:ext uri="{FF2B5EF4-FFF2-40B4-BE49-F238E27FC236}">
                  <a16:creationId xmlns:a16="http://schemas.microsoft.com/office/drawing/2014/main" id="{055CB51B-AA50-63FF-1E3F-F7B04445B839}"/>
                </a:ext>
              </a:extLst>
            </p:cNvPr>
            <p:cNvSpPr/>
            <p:nvPr/>
          </p:nvSpPr>
          <p:spPr>
            <a:xfrm>
              <a:off x="204890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9627;p52">
              <a:extLst>
                <a:ext uri="{FF2B5EF4-FFF2-40B4-BE49-F238E27FC236}">
                  <a16:creationId xmlns:a16="http://schemas.microsoft.com/office/drawing/2014/main" id="{2A2D56AA-29D3-2519-D246-902D7C8DE31F}"/>
                </a:ext>
              </a:extLst>
            </p:cNvPr>
            <p:cNvSpPr/>
            <p:nvPr/>
          </p:nvSpPr>
          <p:spPr>
            <a:xfrm>
              <a:off x="2049451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9628;p52">
              <a:extLst>
                <a:ext uri="{FF2B5EF4-FFF2-40B4-BE49-F238E27FC236}">
                  <a16:creationId xmlns:a16="http://schemas.microsoft.com/office/drawing/2014/main" id="{0ECFB158-98A5-3AE9-F46C-FD22BD927030}"/>
                </a:ext>
              </a:extLst>
            </p:cNvPr>
            <p:cNvSpPr/>
            <p:nvPr/>
          </p:nvSpPr>
          <p:spPr>
            <a:xfrm>
              <a:off x="204890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9629;p52">
              <a:extLst>
                <a:ext uri="{FF2B5EF4-FFF2-40B4-BE49-F238E27FC236}">
                  <a16:creationId xmlns:a16="http://schemas.microsoft.com/office/drawing/2014/main" id="{440A0DA2-0AF0-80D9-F17C-B49CC754AA9C}"/>
                </a:ext>
              </a:extLst>
            </p:cNvPr>
            <p:cNvSpPr/>
            <p:nvPr/>
          </p:nvSpPr>
          <p:spPr>
            <a:xfrm>
              <a:off x="204945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9630;p52">
              <a:extLst>
                <a:ext uri="{FF2B5EF4-FFF2-40B4-BE49-F238E27FC236}">
                  <a16:creationId xmlns:a16="http://schemas.microsoft.com/office/drawing/2014/main" id="{B7F7EEAD-2BC6-E60C-92C8-DE20C9B9591D}"/>
                </a:ext>
              </a:extLst>
            </p:cNvPr>
            <p:cNvSpPr/>
            <p:nvPr/>
          </p:nvSpPr>
          <p:spPr>
            <a:xfrm>
              <a:off x="204890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9631;p52">
              <a:extLst>
                <a:ext uri="{FF2B5EF4-FFF2-40B4-BE49-F238E27FC236}">
                  <a16:creationId xmlns:a16="http://schemas.microsoft.com/office/drawing/2014/main" id="{5DEDEFB9-104A-CF9E-ED81-F98B7CFB5AB1}"/>
                </a:ext>
              </a:extLst>
            </p:cNvPr>
            <p:cNvSpPr/>
            <p:nvPr/>
          </p:nvSpPr>
          <p:spPr>
            <a:xfrm>
              <a:off x="204945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9632;p52">
              <a:extLst>
                <a:ext uri="{FF2B5EF4-FFF2-40B4-BE49-F238E27FC236}">
                  <a16:creationId xmlns:a16="http://schemas.microsoft.com/office/drawing/2014/main" id="{38E55687-211F-2E40-5DA0-6FCA74566F53}"/>
                </a:ext>
              </a:extLst>
            </p:cNvPr>
            <p:cNvSpPr/>
            <p:nvPr/>
          </p:nvSpPr>
          <p:spPr>
            <a:xfrm>
              <a:off x="204890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9633;p52">
              <a:extLst>
                <a:ext uri="{FF2B5EF4-FFF2-40B4-BE49-F238E27FC236}">
                  <a16:creationId xmlns:a16="http://schemas.microsoft.com/office/drawing/2014/main" id="{490B67BA-1991-66D7-E42D-6C4D22B72981}"/>
                </a:ext>
              </a:extLst>
            </p:cNvPr>
            <p:cNvSpPr/>
            <p:nvPr/>
          </p:nvSpPr>
          <p:spPr>
            <a:xfrm>
              <a:off x="204890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9634;p52">
              <a:extLst>
                <a:ext uri="{FF2B5EF4-FFF2-40B4-BE49-F238E27FC236}">
                  <a16:creationId xmlns:a16="http://schemas.microsoft.com/office/drawing/2014/main" id="{6EE97B3E-033C-138E-B9B9-4D80503B6234}"/>
                </a:ext>
              </a:extLst>
            </p:cNvPr>
            <p:cNvSpPr/>
            <p:nvPr/>
          </p:nvSpPr>
          <p:spPr>
            <a:xfrm>
              <a:off x="204945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9635;p52">
              <a:extLst>
                <a:ext uri="{FF2B5EF4-FFF2-40B4-BE49-F238E27FC236}">
                  <a16:creationId xmlns:a16="http://schemas.microsoft.com/office/drawing/2014/main" id="{C9BFE58F-2EC3-0AD0-16C8-D26860D96159}"/>
                </a:ext>
              </a:extLst>
            </p:cNvPr>
            <p:cNvSpPr/>
            <p:nvPr/>
          </p:nvSpPr>
          <p:spPr>
            <a:xfrm>
              <a:off x="204890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9636;p52">
              <a:extLst>
                <a:ext uri="{FF2B5EF4-FFF2-40B4-BE49-F238E27FC236}">
                  <a16:creationId xmlns:a16="http://schemas.microsoft.com/office/drawing/2014/main" id="{C7C21BBB-7DCD-B7A0-6999-47F77C20ED72}"/>
                </a:ext>
              </a:extLst>
            </p:cNvPr>
            <p:cNvSpPr/>
            <p:nvPr/>
          </p:nvSpPr>
          <p:spPr>
            <a:xfrm>
              <a:off x="204945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9637;p52">
              <a:extLst>
                <a:ext uri="{FF2B5EF4-FFF2-40B4-BE49-F238E27FC236}">
                  <a16:creationId xmlns:a16="http://schemas.microsoft.com/office/drawing/2014/main" id="{8D004C67-86C2-C94B-1E0B-72743560EF6C}"/>
                </a:ext>
              </a:extLst>
            </p:cNvPr>
            <p:cNvSpPr/>
            <p:nvPr/>
          </p:nvSpPr>
          <p:spPr>
            <a:xfrm>
              <a:off x="204890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9638;p52">
              <a:extLst>
                <a:ext uri="{FF2B5EF4-FFF2-40B4-BE49-F238E27FC236}">
                  <a16:creationId xmlns:a16="http://schemas.microsoft.com/office/drawing/2014/main" id="{29059B98-5E2A-FF47-E13E-97CE6E7E72D9}"/>
                </a:ext>
              </a:extLst>
            </p:cNvPr>
            <p:cNvSpPr/>
            <p:nvPr/>
          </p:nvSpPr>
          <p:spPr>
            <a:xfrm>
              <a:off x="204945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9639;p52">
              <a:extLst>
                <a:ext uri="{FF2B5EF4-FFF2-40B4-BE49-F238E27FC236}">
                  <a16:creationId xmlns:a16="http://schemas.microsoft.com/office/drawing/2014/main" id="{D8C9F7E7-23F7-821A-A5D9-6B7D13BA69CA}"/>
                </a:ext>
              </a:extLst>
            </p:cNvPr>
            <p:cNvSpPr/>
            <p:nvPr/>
          </p:nvSpPr>
          <p:spPr>
            <a:xfrm>
              <a:off x="204890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9640;p52">
              <a:extLst>
                <a:ext uri="{FF2B5EF4-FFF2-40B4-BE49-F238E27FC236}">
                  <a16:creationId xmlns:a16="http://schemas.microsoft.com/office/drawing/2014/main" id="{E19925C1-B5F5-31BA-A0AA-4479AB6A2CE1}"/>
                </a:ext>
              </a:extLst>
            </p:cNvPr>
            <p:cNvSpPr/>
            <p:nvPr/>
          </p:nvSpPr>
          <p:spPr>
            <a:xfrm>
              <a:off x="204890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9641;p52">
              <a:extLst>
                <a:ext uri="{FF2B5EF4-FFF2-40B4-BE49-F238E27FC236}">
                  <a16:creationId xmlns:a16="http://schemas.microsoft.com/office/drawing/2014/main" id="{A9F686DA-A3E7-4490-0FF1-50614B4AF067}"/>
                </a:ext>
              </a:extLst>
            </p:cNvPr>
            <p:cNvSpPr/>
            <p:nvPr/>
          </p:nvSpPr>
          <p:spPr>
            <a:xfrm>
              <a:off x="204945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9642;p52">
              <a:extLst>
                <a:ext uri="{FF2B5EF4-FFF2-40B4-BE49-F238E27FC236}">
                  <a16:creationId xmlns:a16="http://schemas.microsoft.com/office/drawing/2014/main" id="{67802B90-DF10-3124-6FDC-ABC430224386}"/>
                </a:ext>
              </a:extLst>
            </p:cNvPr>
            <p:cNvSpPr/>
            <p:nvPr/>
          </p:nvSpPr>
          <p:spPr>
            <a:xfrm>
              <a:off x="1995157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9643;p52">
              <a:extLst>
                <a:ext uri="{FF2B5EF4-FFF2-40B4-BE49-F238E27FC236}">
                  <a16:creationId xmlns:a16="http://schemas.microsoft.com/office/drawing/2014/main" id="{CE666DC0-D8A2-55F6-7DB4-98FA983E5CF5}"/>
                </a:ext>
              </a:extLst>
            </p:cNvPr>
            <p:cNvSpPr/>
            <p:nvPr/>
          </p:nvSpPr>
          <p:spPr>
            <a:xfrm>
              <a:off x="199571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9644;p52">
              <a:extLst>
                <a:ext uri="{FF2B5EF4-FFF2-40B4-BE49-F238E27FC236}">
                  <a16:creationId xmlns:a16="http://schemas.microsoft.com/office/drawing/2014/main" id="{0B6E2213-31A4-A013-4B84-CC58FF0B392E}"/>
                </a:ext>
              </a:extLst>
            </p:cNvPr>
            <p:cNvSpPr/>
            <p:nvPr/>
          </p:nvSpPr>
          <p:spPr>
            <a:xfrm>
              <a:off x="1995157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9645;p52">
              <a:extLst>
                <a:ext uri="{FF2B5EF4-FFF2-40B4-BE49-F238E27FC236}">
                  <a16:creationId xmlns:a16="http://schemas.microsoft.com/office/drawing/2014/main" id="{E298C5DD-2C55-EA89-DD20-D8D1634D3A9F}"/>
                </a:ext>
              </a:extLst>
            </p:cNvPr>
            <p:cNvSpPr/>
            <p:nvPr/>
          </p:nvSpPr>
          <p:spPr>
            <a:xfrm>
              <a:off x="199571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9646;p52">
              <a:extLst>
                <a:ext uri="{FF2B5EF4-FFF2-40B4-BE49-F238E27FC236}">
                  <a16:creationId xmlns:a16="http://schemas.microsoft.com/office/drawing/2014/main" id="{3D227357-1CDE-3C6D-22C0-DC3B0006BA4C}"/>
                </a:ext>
              </a:extLst>
            </p:cNvPr>
            <p:cNvSpPr/>
            <p:nvPr/>
          </p:nvSpPr>
          <p:spPr>
            <a:xfrm>
              <a:off x="1995157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9647;p52">
              <a:extLst>
                <a:ext uri="{FF2B5EF4-FFF2-40B4-BE49-F238E27FC236}">
                  <a16:creationId xmlns:a16="http://schemas.microsoft.com/office/drawing/2014/main" id="{F6781C57-4296-1132-828F-1AE2DEB131F2}"/>
                </a:ext>
              </a:extLst>
            </p:cNvPr>
            <p:cNvSpPr/>
            <p:nvPr/>
          </p:nvSpPr>
          <p:spPr>
            <a:xfrm>
              <a:off x="1995157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9648;p52">
              <a:extLst>
                <a:ext uri="{FF2B5EF4-FFF2-40B4-BE49-F238E27FC236}">
                  <a16:creationId xmlns:a16="http://schemas.microsoft.com/office/drawing/2014/main" id="{4F439C5F-3307-6382-A739-05E2CB3DB8DA}"/>
                </a:ext>
              </a:extLst>
            </p:cNvPr>
            <p:cNvSpPr/>
            <p:nvPr/>
          </p:nvSpPr>
          <p:spPr>
            <a:xfrm>
              <a:off x="1995157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9649;p52">
              <a:extLst>
                <a:ext uri="{FF2B5EF4-FFF2-40B4-BE49-F238E27FC236}">
                  <a16:creationId xmlns:a16="http://schemas.microsoft.com/office/drawing/2014/main" id="{BEE6FD40-6AA3-74F0-B18F-FD19F5BDED64}"/>
                </a:ext>
              </a:extLst>
            </p:cNvPr>
            <p:cNvSpPr/>
            <p:nvPr/>
          </p:nvSpPr>
          <p:spPr>
            <a:xfrm>
              <a:off x="1995157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9650;p52">
              <a:extLst>
                <a:ext uri="{FF2B5EF4-FFF2-40B4-BE49-F238E27FC236}">
                  <a16:creationId xmlns:a16="http://schemas.microsoft.com/office/drawing/2014/main" id="{28694493-B3BD-A0C8-5719-D44AF6CAB0AD}"/>
                </a:ext>
              </a:extLst>
            </p:cNvPr>
            <p:cNvSpPr/>
            <p:nvPr/>
          </p:nvSpPr>
          <p:spPr>
            <a:xfrm>
              <a:off x="199571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9651;p52">
              <a:extLst>
                <a:ext uri="{FF2B5EF4-FFF2-40B4-BE49-F238E27FC236}">
                  <a16:creationId xmlns:a16="http://schemas.microsoft.com/office/drawing/2014/main" id="{E4BEC0C4-BE4D-56AD-6420-A0538E3BA1DC}"/>
                </a:ext>
              </a:extLst>
            </p:cNvPr>
            <p:cNvSpPr/>
            <p:nvPr/>
          </p:nvSpPr>
          <p:spPr>
            <a:xfrm>
              <a:off x="1995157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9652;p52">
              <a:extLst>
                <a:ext uri="{FF2B5EF4-FFF2-40B4-BE49-F238E27FC236}">
                  <a16:creationId xmlns:a16="http://schemas.microsoft.com/office/drawing/2014/main" id="{5DAE578E-8B8D-A2CD-FF79-9C833490BEB2}"/>
                </a:ext>
              </a:extLst>
            </p:cNvPr>
            <p:cNvSpPr/>
            <p:nvPr/>
          </p:nvSpPr>
          <p:spPr>
            <a:xfrm>
              <a:off x="1995157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9653;p52">
              <a:extLst>
                <a:ext uri="{FF2B5EF4-FFF2-40B4-BE49-F238E27FC236}">
                  <a16:creationId xmlns:a16="http://schemas.microsoft.com/office/drawing/2014/main" id="{4118705C-C3ED-9639-F677-2EB3CB0CF9A2}"/>
                </a:ext>
              </a:extLst>
            </p:cNvPr>
            <p:cNvSpPr/>
            <p:nvPr/>
          </p:nvSpPr>
          <p:spPr>
            <a:xfrm>
              <a:off x="199571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9654;p52">
              <a:extLst>
                <a:ext uri="{FF2B5EF4-FFF2-40B4-BE49-F238E27FC236}">
                  <a16:creationId xmlns:a16="http://schemas.microsoft.com/office/drawing/2014/main" id="{F8C61097-CE9F-CFD7-E190-E43F4DDF1C21}"/>
                </a:ext>
              </a:extLst>
            </p:cNvPr>
            <p:cNvSpPr/>
            <p:nvPr/>
          </p:nvSpPr>
          <p:spPr>
            <a:xfrm>
              <a:off x="1995157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9655;p52">
              <a:extLst>
                <a:ext uri="{FF2B5EF4-FFF2-40B4-BE49-F238E27FC236}">
                  <a16:creationId xmlns:a16="http://schemas.microsoft.com/office/drawing/2014/main" id="{0221E2DC-8BB6-176B-BB25-2791BB4392F4}"/>
                </a:ext>
              </a:extLst>
            </p:cNvPr>
            <p:cNvSpPr/>
            <p:nvPr/>
          </p:nvSpPr>
          <p:spPr>
            <a:xfrm>
              <a:off x="194142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9656;p52">
              <a:extLst>
                <a:ext uri="{FF2B5EF4-FFF2-40B4-BE49-F238E27FC236}">
                  <a16:creationId xmlns:a16="http://schemas.microsoft.com/office/drawing/2014/main" id="{5F9BE980-810B-A411-DDB8-564864A8993A}"/>
                </a:ext>
              </a:extLst>
            </p:cNvPr>
            <p:cNvSpPr/>
            <p:nvPr/>
          </p:nvSpPr>
          <p:spPr>
            <a:xfrm>
              <a:off x="1941953" y="314264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9657;p52">
              <a:extLst>
                <a:ext uri="{FF2B5EF4-FFF2-40B4-BE49-F238E27FC236}">
                  <a16:creationId xmlns:a16="http://schemas.microsoft.com/office/drawing/2014/main" id="{1FB82023-E2D6-E9A7-EB9E-8092755196FE}"/>
                </a:ext>
              </a:extLst>
            </p:cNvPr>
            <p:cNvSpPr/>
            <p:nvPr/>
          </p:nvSpPr>
          <p:spPr>
            <a:xfrm>
              <a:off x="194142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9658;p52">
              <a:extLst>
                <a:ext uri="{FF2B5EF4-FFF2-40B4-BE49-F238E27FC236}">
                  <a16:creationId xmlns:a16="http://schemas.microsoft.com/office/drawing/2014/main" id="{19BB94FF-B7E3-B9DA-7CCD-D4CA5D65FA7E}"/>
                </a:ext>
              </a:extLst>
            </p:cNvPr>
            <p:cNvSpPr/>
            <p:nvPr/>
          </p:nvSpPr>
          <p:spPr>
            <a:xfrm>
              <a:off x="194195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9659;p52">
              <a:extLst>
                <a:ext uri="{FF2B5EF4-FFF2-40B4-BE49-F238E27FC236}">
                  <a16:creationId xmlns:a16="http://schemas.microsoft.com/office/drawing/2014/main" id="{15D4AAE2-7EF2-E958-7758-C6DAF826CD09}"/>
                </a:ext>
              </a:extLst>
            </p:cNvPr>
            <p:cNvSpPr/>
            <p:nvPr/>
          </p:nvSpPr>
          <p:spPr>
            <a:xfrm>
              <a:off x="194142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9660;p52">
              <a:extLst>
                <a:ext uri="{FF2B5EF4-FFF2-40B4-BE49-F238E27FC236}">
                  <a16:creationId xmlns:a16="http://schemas.microsoft.com/office/drawing/2014/main" id="{D3FE2D33-4437-CA29-40ED-50C8F985F08A}"/>
                </a:ext>
              </a:extLst>
            </p:cNvPr>
            <p:cNvSpPr/>
            <p:nvPr/>
          </p:nvSpPr>
          <p:spPr>
            <a:xfrm>
              <a:off x="194195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9661;p52">
              <a:extLst>
                <a:ext uri="{FF2B5EF4-FFF2-40B4-BE49-F238E27FC236}">
                  <a16:creationId xmlns:a16="http://schemas.microsoft.com/office/drawing/2014/main" id="{AD39C284-0C4A-552D-552C-BC93CC2528EA}"/>
                </a:ext>
              </a:extLst>
            </p:cNvPr>
            <p:cNvSpPr/>
            <p:nvPr/>
          </p:nvSpPr>
          <p:spPr>
            <a:xfrm>
              <a:off x="194142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9662;p52">
              <a:extLst>
                <a:ext uri="{FF2B5EF4-FFF2-40B4-BE49-F238E27FC236}">
                  <a16:creationId xmlns:a16="http://schemas.microsoft.com/office/drawing/2014/main" id="{0520F740-CBA2-F5E2-6D9F-A04343B6E9C9}"/>
                </a:ext>
              </a:extLst>
            </p:cNvPr>
            <p:cNvSpPr/>
            <p:nvPr/>
          </p:nvSpPr>
          <p:spPr>
            <a:xfrm>
              <a:off x="194142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9663;p52">
              <a:extLst>
                <a:ext uri="{FF2B5EF4-FFF2-40B4-BE49-F238E27FC236}">
                  <a16:creationId xmlns:a16="http://schemas.microsoft.com/office/drawing/2014/main" id="{1141EDA7-BBD9-A39B-65E3-2FC1EF5E7FB3}"/>
                </a:ext>
              </a:extLst>
            </p:cNvPr>
            <p:cNvSpPr/>
            <p:nvPr/>
          </p:nvSpPr>
          <p:spPr>
            <a:xfrm>
              <a:off x="194195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9664;p52">
              <a:extLst>
                <a:ext uri="{FF2B5EF4-FFF2-40B4-BE49-F238E27FC236}">
                  <a16:creationId xmlns:a16="http://schemas.microsoft.com/office/drawing/2014/main" id="{5F5D728B-0899-6D5A-1320-90D248A96D96}"/>
                </a:ext>
              </a:extLst>
            </p:cNvPr>
            <p:cNvSpPr/>
            <p:nvPr/>
          </p:nvSpPr>
          <p:spPr>
            <a:xfrm>
              <a:off x="194142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9665;p52">
              <a:extLst>
                <a:ext uri="{FF2B5EF4-FFF2-40B4-BE49-F238E27FC236}">
                  <a16:creationId xmlns:a16="http://schemas.microsoft.com/office/drawing/2014/main" id="{A09421B5-DEAE-5C6F-55FD-78A21CF28BD8}"/>
                </a:ext>
              </a:extLst>
            </p:cNvPr>
            <p:cNvSpPr/>
            <p:nvPr/>
          </p:nvSpPr>
          <p:spPr>
            <a:xfrm>
              <a:off x="194195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9666;p52">
              <a:extLst>
                <a:ext uri="{FF2B5EF4-FFF2-40B4-BE49-F238E27FC236}">
                  <a16:creationId xmlns:a16="http://schemas.microsoft.com/office/drawing/2014/main" id="{02215C63-BD87-FFAE-D816-2C1B50B25148}"/>
                </a:ext>
              </a:extLst>
            </p:cNvPr>
            <p:cNvSpPr/>
            <p:nvPr/>
          </p:nvSpPr>
          <p:spPr>
            <a:xfrm>
              <a:off x="194142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9667;p52">
              <a:extLst>
                <a:ext uri="{FF2B5EF4-FFF2-40B4-BE49-F238E27FC236}">
                  <a16:creationId xmlns:a16="http://schemas.microsoft.com/office/drawing/2014/main" id="{FADAA4C6-119A-6414-6959-1B1084E2F6AF}"/>
                </a:ext>
              </a:extLst>
            </p:cNvPr>
            <p:cNvSpPr/>
            <p:nvPr/>
          </p:nvSpPr>
          <p:spPr>
            <a:xfrm>
              <a:off x="194142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9668;p52">
              <a:extLst>
                <a:ext uri="{FF2B5EF4-FFF2-40B4-BE49-F238E27FC236}">
                  <a16:creationId xmlns:a16="http://schemas.microsoft.com/office/drawing/2014/main" id="{90AF3DBF-06B2-B3A8-BA60-8090C5380E9F}"/>
                </a:ext>
              </a:extLst>
            </p:cNvPr>
            <p:cNvSpPr/>
            <p:nvPr/>
          </p:nvSpPr>
          <p:spPr>
            <a:xfrm>
              <a:off x="1941953" y="2712857"/>
              <a:ext cx="53780" cy="53718"/>
            </a:xfrm>
            <a:custGeom>
              <a:avLst/>
              <a:gdLst/>
              <a:ahLst/>
              <a:cxnLst/>
              <a:rect l="l" t="t" r="r" b="b"/>
              <a:pathLst>
                <a:path w="3453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9669;p52">
              <a:extLst>
                <a:ext uri="{FF2B5EF4-FFF2-40B4-BE49-F238E27FC236}">
                  <a16:creationId xmlns:a16="http://schemas.microsoft.com/office/drawing/2014/main" id="{FE50396E-3806-93FB-B63F-8BB362E271C8}"/>
                </a:ext>
              </a:extLst>
            </p:cNvPr>
            <p:cNvSpPr/>
            <p:nvPr/>
          </p:nvSpPr>
          <p:spPr>
            <a:xfrm>
              <a:off x="194142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9670;p52">
              <a:extLst>
                <a:ext uri="{FF2B5EF4-FFF2-40B4-BE49-F238E27FC236}">
                  <a16:creationId xmlns:a16="http://schemas.microsoft.com/office/drawing/2014/main" id="{75727FC2-4AF7-8208-D8CB-2C6A7AAB4A3F}"/>
                </a:ext>
              </a:extLst>
            </p:cNvPr>
            <p:cNvSpPr/>
            <p:nvPr/>
          </p:nvSpPr>
          <p:spPr>
            <a:xfrm>
              <a:off x="1887752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9671;p52">
              <a:extLst>
                <a:ext uri="{FF2B5EF4-FFF2-40B4-BE49-F238E27FC236}">
                  <a16:creationId xmlns:a16="http://schemas.microsoft.com/office/drawing/2014/main" id="{FDCAEC10-E627-4C37-D5E9-4572E4854123}"/>
                </a:ext>
              </a:extLst>
            </p:cNvPr>
            <p:cNvSpPr/>
            <p:nvPr/>
          </p:nvSpPr>
          <p:spPr>
            <a:xfrm>
              <a:off x="1887752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9672;p52">
              <a:extLst>
                <a:ext uri="{FF2B5EF4-FFF2-40B4-BE49-F238E27FC236}">
                  <a16:creationId xmlns:a16="http://schemas.microsoft.com/office/drawing/2014/main" id="{5B9E1374-EBA5-B617-56B1-90A110330B86}"/>
                </a:ext>
              </a:extLst>
            </p:cNvPr>
            <p:cNvSpPr/>
            <p:nvPr/>
          </p:nvSpPr>
          <p:spPr>
            <a:xfrm>
              <a:off x="1888281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9673;p52">
              <a:extLst>
                <a:ext uri="{FF2B5EF4-FFF2-40B4-BE49-F238E27FC236}">
                  <a16:creationId xmlns:a16="http://schemas.microsoft.com/office/drawing/2014/main" id="{765F91B7-9058-14A7-5E8F-DA5FA44BAD1B}"/>
                </a:ext>
              </a:extLst>
            </p:cNvPr>
            <p:cNvSpPr/>
            <p:nvPr/>
          </p:nvSpPr>
          <p:spPr>
            <a:xfrm>
              <a:off x="1887752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9674;p52">
              <a:extLst>
                <a:ext uri="{FF2B5EF4-FFF2-40B4-BE49-F238E27FC236}">
                  <a16:creationId xmlns:a16="http://schemas.microsoft.com/office/drawing/2014/main" id="{2126C80C-B083-4AC1-6EEA-52542ACC316A}"/>
                </a:ext>
              </a:extLst>
            </p:cNvPr>
            <p:cNvSpPr/>
            <p:nvPr/>
          </p:nvSpPr>
          <p:spPr>
            <a:xfrm>
              <a:off x="1888281" y="298147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9675;p52">
              <a:extLst>
                <a:ext uri="{FF2B5EF4-FFF2-40B4-BE49-F238E27FC236}">
                  <a16:creationId xmlns:a16="http://schemas.microsoft.com/office/drawing/2014/main" id="{68B15751-7B45-760A-15E3-874939B8F920}"/>
                </a:ext>
              </a:extLst>
            </p:cNvPr>
            <p:cNvSpPr/>
            <p:nvPr/>
          </p:nvSpPr>
          <p:spPr>
            <a:xfrm>
              <a:off x="1887752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9676;p52">
              <a:extLst>
                <a:ext uri="{FF2B5EF4-FFF2-40B4-BE49-F238E27FC236}">
                  <a16:creationId xmlns:a16="http://schemas.microsoft.com/office/drawing/2014/main" id="{30A931FA-9F6A-A4C0-4495-7A9792004429}"/>
                </a:ext>
              </a:extLst>
            </p:cNvPr>
            <p:cNvSpPr/>
            <p:nvPr/>
          </p:nvSpPr>
          <p:spPr>
            <a:xfrm>
              <a:off x="1888281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9677;p52">
              <a:extLst>
                <a:ext uri="{FF2B5EF4-FFF2-40B4-BE49-F238E27FC236}">
                  <a16:creationId xmlns:a16="http://schemas.microsoft.com/office/drawing/2014/main" id="{2B43104F-AE4E-A8CF-C209-B3ED8CF8C255}"/>
                </a:ext>
              </a:extLst>
            </p:cNvPr>
            <p:cNvSpPr/>
            <p:nvPr/>
          </p:nvSpPr>
          <p:spPr>
            <a:xfrm>
              <a:off x="1887752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9678;p52">
              <a:extLst>
                <a:ext uri="{FF2B5EF4-FFF2-40B4-BE49-F238E27FC236}">
                  <a16:creationId xmlns:a16="http://schemas.microsoft.com/office/drawing/2014/main" id="{B3FC3ACC-4BFB-3443-2376-1AA7A8C9FA8D}"/>
                </a:ext>
              </a:extLst>
            </p:cNvPr>
            <p:cNvSpPr/>
            <p:nvPr/>
          </p:nvSpPr>
          <p:spPr>
            <a:xfrm>
              <a:off x="1888281" y="287405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9679;p52">
              <a:extLst>
                <a:ext uri="{FF2B5EF4-FFF2-40B4-BE49-F238E27FC236}">
                  <a16:creationId xmlns:a16="http://schemas.microsoft.com/office/drawing/2014/main" id="{4C52FA30-57C2-71DE-A1F2-8A9A8A5A7C16}"/>
                </a:ext>
              </a:extLst>
            </p:cNvPr>
            <p:cNvSpPr/>
            <p:nvPr/>
          </p:nvSpPr>
          <p:spPr>
            <a:xfrm>
              <a:off x="1887752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9680;p52">
              <a:extLst>
                <a:ext uri="{FF2B5EF4-FFF2-40B4-BE49-F238E27FC236}">
                  <a16:creationId xmlns:a16="http://schemas.microsoft.com/office/drawing/2014/main" id="{DEFC54D6-8D6C-51AD-0E67-3C7B87F43489}"/>
                </a:ext>
              </a:extLst>
            </p:cNvPr>
            <p:cNvSpPr/>
            <p:nvPr/>
          </p:nvSpPr>
          <p:spPr>
            <a:xfrm>
              <a:off x="1888281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9681;p52">
              <a:extLst>
                <a:ext uri="{FF2B5EF4-FFF2-40B4-BE49-F238E27FC236}">
                  <a16:creationId xmlns:a16="http://schemas.microsoft.com/office/drawing/2014/main" id="{32D81436-7C09-719F-9304-FE45F1F4D518}"/>
                </a:ext>
              </a:extLst>
            </p:cNvPr>
            <p:cNvSpPr/>
            <p:nvPr/>
          </p:nvSpPr>
          <p:spPr>
            <a:xfrm>
              <a:off x="1887752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9682;p52">
              <a:extLst>
                <a:ext uri="{FF2B5EF4-FFF2-40B4-BE49-F238E27FC236}">
                  <a16:creationId xmlns:a16="http://schemas.microsoft.com/office/drawing/2014/main" id="{61AA4B15-A229-A273-4E80-4F6AA2A48508}"/>
                </a:ext>
              </a:extLst>
            </p:cNvPr>
            <p:cNvSpPr/>
            <p:nvPr/>
          </p:nvSpPr>
          <p:spPr>
            <a:xfrm>
              <a:off x="1887752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7" name="Google Shape;9683;p52">
              <a:extLst>
                <a:ext uri="{FF2B5EF4-FFF2-40B4-BE49-F238E27FC236}">
                  <a16:creationId xmlns:a16="http://schemas.microsoft.com/office/drawing/2014/main" id="{098CED77-09BE-1E59-9836-20E88E2138F0}"/>
                </a:ext>
              </a:extLst>
            </p:cNvPr>
            <p:cNvGrpSpPr/>
            <p:nvPr/>
          </p:nvGrpSpPr>
          <p:grpSpPr>
            <a:xfrm>
              <a:off x="1833987" y="2604860"/>
              <a:ext cx="1182999" cy="699504"/>
              <a:chOff x="1833987" y="2604860"/>
              <a:chExt cx="1182999" cy="699504"/>
            </a:xfrm>
          </p:grpSpPr>
          <p:sp>
            <p:nvSpPr>
              <p:cNvPr id="7528" name="Google Shape;9684;p52">
                <a:extLst>
                  <a:ext uri="{FF2B5EF4-FFF2-40B4-BE49-F238E27FC236}">
                    <a16:creationId xmlns:a16="http://schemas.microsoft.com/office/drawing/2014/main" id="{46372EC7-19D4-F434-A900-862CDD1D1FA3}"/>
                  </a:ext>
                </a:extLst>
              </p:cNvPr>
              <p:cNvSpPr/>
              <p:nvPr/>
            </p:nvSpPr>
            <p:spPr>
              <a:xfrm>
                <a:off x="2962178" y="3088355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9685;p52">
                <a:extLst>
                  <a:ext uri="{FF2B5EF4-FFF2-40B4-BE49-F238E27FC236}">
                    <a16:creationId xmlns:a16="http://schemas.microsoft.com/office/drawing/2014/main" id="{59CC4D34-7D5B-EE9A-2C3C-AA0912510282}"/>
                  </a:ext>
                </a:extLst>
              </p:cNvPr>
              <p:cNvSpPr/>
              <p:nvPr/>
            </p:nvSpPr>
            <p:spPr>
              <a:xfrm>
                <a:off x="296273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9686;p52">
                <a:extLst>
                  <a:ext uri="{FF2B5EF4-FFF2-40B4-BE49-F238E27FC236}">
                    <a16:creationId xmlns:a16="http://schemas.microsoft.com/office/drawing/2014/main" id="{06091DAE-57B6-7C20-4B4E-1528A684E7F0}"/>
                  </a:ext>
                </a:extLst>
              </p:cNvPr>
              <p:cNvSpPr/>
              <p:nvPr/>
            </p:nvSpPr>
            <p:spPr>
              <a:xfrm>
                <a:off x="2962178" y="3034684"/>
                <a:ext cx="54808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18" y="3517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9687;p52">
                <a:extLst>
                  <a:ext uri="{FF2B5EF4-FFF2-40B4-BE49-F238E27FC236}">
                    <a16:creationId xmlns:a16="http://schemas.microsoft.com/office/drawing/2014/main" id="{6D0AF274-61C3-5E0F-355D-E1E7E5B65952}"/>
                  </a:ext>
                </a:extLst>
              </p:cNvPr>
              <p:cNvSpPr/>
              <p:nvPr/>
            </p:nvSpPr>
            <p:spPr>
              <a:xfrm>
                <a:off x="2962738" y="3035213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9688;p52">
                <a:extLst>
                  <a:ext uri="{FF2B5EF4-FFF2-40B4-BE49-F238E27FC236}">
                    <a16:creationId xmlns:a16="http://schemas.microsoft.com/office/drawing/2014/main" id="{490F44D4-69D4-3F89-6DC0-23F23E86483D}"/>
                  </a:ext>
                </a:extLst>
              </p:cNvPr>
              <p:cNvSpPr/>
              <p:nvPr/>
            </p:nvSpPr>
            <p:spPr>
              <a:xfrm>
                <a:off x="2962178" y="2980919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9689;p52">
                <a:extLst>
                  <a:ext uri="{FF2B5EF4-FFF2-40B4-BE49-F238E27FC236}">
                    <a16:creationId xmlns:a16="http://schemas.microsoft.com/office/drawing/2014/main" id="{D7487B6A-8B35-DB05-A2F7-55A665BD633D}"/>
                  </a:ext>
                </a:extLst>
              </p:cNvPr>
              <p:cNvSpPr/>
              <p:nvPr/>
            </p:nvSpPr>
            <p:spPr>
              <a:xfrm>
                <a:off x="296273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9690;p52">
                <a:extLst>
                  <a:ext uri="{FF2B5EF4-FFF2-40B4-BE49-F238E27FC236}">
                    <a16:creationId xmlns:a16="http://schemas.microsoft.com/office/drawing/2014/main" id="{4357DCF0-74C1-3245-F183-23B9F57AA7FE}"/>
                  </a:ext>
                </a:extLst>
              </p:cNvPr>
              <p:cNvSpPr/>
              <p:nvPr/>
            </p:nvSpPr>
            <p:spPr>
              <a:xfrm>
                <a:off x="2962178" y="292718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9691;p52">
                <a:extLst>
                  <a:ext uri="{FF2B5EF4-FFF2-40B4-BE49-F238E27FC236}">
                    <a16:creationId xmlns:a16="http://schemas.microsoft.com/office/drawing/2014/main" id="{BAFB02C6-FC3B-06D1-4CC7-1B6ABB6C0142}"/>
                  </a:ext>
                </a:extLst>
              </p:cNvPr>
              <p:cNvSpPr/>
              <p:nvPr/>
            </p:nvSpPr>
            <p:spPr>
              <a:xfrm>
                <a:off x="2962738" y="292773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9692;p52">
                <a:extLst>
                  <a:ext uri="{FF2B5EF4-FFF2-40B4-BE49-F238E27FC236}">
                    <a16:creationId xmlns:a16="http://schemas.microsoft.com/office/drawing/2014/main" id="{71C58ADA-C200-709C-5CB0-E8586D4DC714}"/>
                  </a:ext>
                </a:extLst>
              </p:cNvPr>
              <p:cNvSpPr/>
              <p:nvPr/>
            </p:nvSpPr>
            <p:spPr>
              <a:xfrm>
                <a:off x="2962178" y="2873498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9693;p52">
                <a:extLst>
                  <a:ext uri="{FF2B5EF4-FFF2-40B4-BE49-F238E27FC236}">
                    <a16:creationId xmlns:a16="http://schemas.microsoft.com/office/drawing/2014/main" id="{9F8E52AF-C4C6-15EC-ADB7-3276A16ECA79}"/>
                  </a:ext>
                </a:extLst>
              </p:cNvPr>
              <p:cNvSpPr/>
              <p:nvPr/>
            </p:nvSpPr>
            <p:spPr>
              <a:xfrm>
                <a:off x="296273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9694;p52">
                <a:extLst>
                  <a:ext uri="{FF2B5EF4-FFF2-40B4-BE49-F238E27FC236}">
                    <a16:creationId xmlns:a16="http://schemas.microsoft.com/office/drawing/2014/main" id="{A06AED7F-6B3E-0640-E599-887D5326CDFC}"/>
                  </a:ext>
                </a:extLst>
              </p:cNvPr>
              <p:cNvSpPr/>
              <p:nvPr/>
            </p:nvSpPr>
            <p:spPr>
              <a:xfrm>
                <a:off x="2962178" y="281976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9695;p52">
                <a:extLst>
                  <a:ext uri="{FF2B5EF4-FFF2-40B4-BE49-F238E27FC236}">
                    <a16:creationId xmlns:a16="http://schemas.microsoft.com/office/drawing/2014/main" id="{06C88875-7ABB-7044-9BC0-7E3E398908CB}"/>
                  </a:ext>
                </a:extLst>
              </p:cNvPr>
              <p:cNvSpPr/>
              <p:nvPr/>
            </p:nvSpPr>
            <p:spPr>
              <a:xfrm>
                <a:off x="2962738" y="282029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9696;p52">
                <a:extLst>
                  <a:ext uri="{FF2B5EF4-FFF2-40B4-BE49-F238E27FC236}">
                    <a16:creationId xmlns:a16="http://schemas.microsoft.com/office/drawing/2014/main" id="{5E515666-0C19-AE17-55FB-9B0A3B61AC2E}"/>
                  </a:ext>
                </a:extLst>
              </p:cNvPr>
              <p:cNvSpPr/>
              <p:nvPr/>
            </p:nvSpPr>
            <p:spPr>
              <a:xfrm>
                <a:off x="2962178" y="276601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9697;p52">
                <a:extLst>
                  <a:ext uri="{FF2B5EF4-FFF2-40B4-BE49-F238E27FC236}">
                    <a16:creationId xmlns:a16="http://schemas.microsoft.com/office/drawing/2014/main" id="{C43C99BB-C3E5-AE59-54F4-AADC3F6EAE30}"/>
                  </a:ext>
                </a:extLst>
              </p:cNvPr>
              <p:cNvSpPr/>
              <p:nvPr/>
            </p:nvSpPr>
            <p:spPr>
              <a:xfrm>
                <a:off x="296273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9698;p52">
                <a:extLst>
                  <a:ext uri="{FF2B5EF4-FFF2-40B4-BE49-F238E27FC236}">
                    <a16:creationId xmlns:a16="http://schemas.microsoft.com/office/drawing/2014/main" id="{CF118539-DE6A-9338-D016-00B674539965}"/>
                  </a:ext>
                </a:extLst>
              </p:cNvPr>
              <p:cNvSpPr/>
              <p:nvPr/>
            </p:nvSpPr>
            <p:spPr>
              <a:xfrm>
                <a:off x="2908444" y="314212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9699;p52">
                <a:extLst>
                  <a:ext uri="{FF2B5EF4-FFF2-40B4-BE49-F238E27FC236}">
                    <a16:creationId xmlns:a16="http://schemas.microsoft.com/office/drawing/2014/main" id="{0F6E0DAC-7BDE-1928-6FE7-1830D4FEDF25}"/>
                  </a:ext>
                </a:extLst>
              </p:cNvPr>
              <p:cNvSpPr/>
              <p:nvPr/>
            </p:nvSpPr>
            <p:spPr>
              <a:xfrm>
                <a:off x="2908973" y="3142649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9700;p52">
                <a:extLst>
                  <a:ext uri="{FF2B5EF4-FFF2-40B4-BE49-F238E27FC236}">
                    <a16:creationId xmlns:a16="http://schemas.microsoft.com/office/drawing/2014/main" id="{E8CB5DA5-5F12-CAF1-A372-1D4F81C74427}"/>
                  </a:ext>
                </a:extLst>
              </p:cNvPr>
              <p:cNvSpPr/>
              <p:nvPr/>
            </p:nvSpPr>
            <p:spPr>
              <a:xfrm>
                <a:off x="290897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9701;p52">
                <a:extLst>
                  <a:ext uri="{FF2B5EF4-FFF2-40B4-BE49-F238E27FC236}">
                    <a16:creationId xmlns:a16="http://schemas.microsoft.com/office/drawing/2014/main" id="{92880C23-151B-5B89-AAAF-964E895088F5}"/>
                  </a:ext>
                </a:extLst>
              </p:cNvPr>
              <p:cNvSpPr/>
              <p:nvPr/>
            </p:nvSpPr>
            <p:spPr>
              <a:xfrm>
                <a:off x="2908444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9702;p52">
                <a:extLst>
                  <a:ext uri="{FF2B5EF4-FFF2-40B4-BE49-F238E27FC236}">
                    <a16:creationId xmlns:a16="http://schemas.microsoft.com/office/drawing/2014/main" id="{B11FD9E3-E5AC-8C19-A2EC-FC0A6928C8FC}"/>
                  </a:ext>
                </a:extLst>
              </p:cNvPr>
              <p:cNvSpPr/>
              <p:nvPr/>
            </p:nvSpPr>
            <p:spPr>
              <a:xfrm>
                <a:off x="290897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9703;p52">
                <a:extLst>
                  <a:ext uri="{FF2B5EF4-FFF2-40B4-BE49-F238E27FC236}">
                    <a16:creationId xmlns:a16="http://schemas.microsoft.com/office/drawing/2014/main" id="{F1FA8CA9-F358-1D32-CF95-93F7AA4FF072}"/>
                  </a:ext>
                </a:extLst>
              </p:cNvPr>
              <p:cNvSpPr/>
              <p:nvPr/>
            </p:nvSpPr>
            <p:spPr>
              <a:xfrm>
                <a:off x="2908444" y="2712328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9704;p52">
                <a:extLst>
                  <a:ext uri="{FF2B5EF4-FFF2-40B4-BE49-F238E27FC236}">
                    <a16:creationId xmlns:a16="http://schemas.microsoft.com/office/drawing/2014/main" id="{B6A82227-78CE-0590-4651-9DC18F4502A3}"/>
                  </a:ext>
                </a:extLst>
              </p:cNvPr>
              <p:cNvSpPr/>
              <p:nvPr/>
            </p:nvSpPr>
            <p:spPr>
              <a:xfrm>
                <a:off x="2908973" y="2712857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9705;p52">
                <a:extLst>
                  <a:ext uri="{FF2B5EF4-FFF2-40B4-BE49-F238E27FC236}">
                    <a16:creationId xmlns:a16="http://schemas.microsoft.com/office/drawing/2014/main" id="{375ED890-3C6C-823B-8325-5D4877CC7651}"/>
                  </a:ext>
                </a:extLst>
              </p:cNvPr>
              <p:cNvSpPr/>
              <p:nvPr/>
            </p:nvSpPr>
            <p:spPr>
              <a:xfrm>
                <a:off x="2854710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9706;p52">
                <a:extLst>
                  <a:ext uri="{FF2B5EF4-FFF2-40B4-BE49-F238E27FC236}">
                    <a16:creationId xmlns:a16="http://schemas.microsoft.com/office/drawing/2014/main" id="{331FC2C6-4191-E0B6-8C28-714EF500A46C}"/>
                  </a:ext>
                </a:extLst>
              </p:cNvPr>
              <p:cNvSpPr/>
              <p:nvPr/>
            </p:nvSpPr>
            <p:spPr>
              <a:xfrm>
                <a:off x="2855240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9707;p52">
                <a:extLst>
                  <a:ext uri="{FF2B5EF4-FFF2-40B4-BE49-F238E27FC236}">
                    <a16:creationId xmlns:a16="http://schemas.microsoft.com/office/drawing/2014/main" id="{23B6C18F-EB5C-8643-A8FB-C4B656B4B1C2}"/>
                  </a:ext>
                </a:extLst>
              </p:cNvPr>
              <p:cNvSpPr/>
              <p:nvPr/>
            </p:nvSpPr>
            <p:spPr>
              <a:xfrm>
                <a:off x="2855240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9708;p52">
                <a:extLst>
                  <a:ext uri="{FF2B5EF4-FFF2-40B4-BE49-F238E27FC236}">
                    <a16:creationId xmlns:a16="http://schemas.microsoft.com/office/drawing/2014/main" id="{03E7B02D-B4EE-02FB-CD17-A5D6740B0079}"/>
                  </a:ext>
                </a:extLst>
              </p:cNvPr>
              <p:cNvSpPr/>
              <p:nvPr/>
            </p:nvSpPr>
            <p:spPr>
              <a:xfrm>
                <a:off x="2855240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9709;p52">
                <a:extLst>
                  <a:ext uri="{FF2B5EF4-FFF2-40B4-BE49-F238E27FC236}">
                    <a16:creationId xmlns:a16="http://schemas.microsoft.com/office/drawing/2014/main" id="{98D746E4-E5F3-79B7-2BCB-56573FE48A17}"/>
                  </a:ext>
                </a:extLst>
              </p:cNvPr>
              <p:cNvSpPr/>
              <p:nvPr/>
            </p:nvSpPr>
            <p:spPr>
              <a:xfrm>
                <a:off x="2855240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9710;p52">
                <a:extLst>
                  <a:ext uri="{FF2B5EF4-FFF2-40B4-BE49-F238E27FC236}">
                    <a16:creationId xmlns:a16="http://schemas.microsoft.com/office/drawing/2014/main" id="{6F55C765-24E2-A3E6-6CEF-BDB8AC55ABCC}"/>
                  </a:ext>
                </a:extLst>
              </p:cNvPr>
              <p:cNvSpPr/>
              <p:nvPr/>
            </p:nvSpPr>
            <p:spPr>
              <a:xfrm>
                <a:off x="2854710" y="265859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9711;p52">
                <a:extLst>
                  <a:ext uri="{FF2B5EF4-FFF2-40B4-BE49-F238E27FC236}">
                    <a16:creationId xmlns:a16="http://schemas.microsoft.com/office/drawing/2014/main" id="{66E1126A-9294-0945-A2B5-BCC630659EE7}"/>
                  </a:ext>
                </a:extLst>
              </p:cNvPr>
              <p:cNvSpPr/>
              <p:nvPr/>
            </p:nvSpPr>
            <p:spPr>
              <a:xfrm>
                <a:off x="2855240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9712;p52">
                <a:extLst>
                  <a:ext uri="{FF2B5EF4-FFF2-40B4-BE49-F238E27FC236}">
                    <a16:creationId xmlns:a16="http://schemas.microsoft.com/office/drawing/2014/main" id="{86A88207-087C-A495-45B5-94461F852A04}"/>
                  </a:ext>
                </a:extLst>
              </p:cNvPr>
              <p:cNvSpPr/>
              <p:nvPr/>
            </p:nvSpPr>
            <p:spPr>
              <a:xfrm>
                <a:off x="2801007" y="3195791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9713;p52">
                <a:extLst>
                  <a:ext uri="{FF2B5EF4-FFF2-40B4-BE49-F238E27FC236}">
                    <a16:creationId xmlns:a16="http://schemas.microsoft.com/office/drawing/2014/main" id="{D0C9CDDB-0C0B-0AE5-106C-E1F25B4A7596}"/>
                  </a:ext>
                </a:extLst>
              </p:cNvPr>
              <p:cNvSpPr/>
              <p:nvPr/>
            </p:nvSpPr>
            <p:spPr>
              <a:xfrm>
                <a:off x="2801568" y="3196321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9714;p52">
                <a:extLst>
                  <a:ext uri="{FF2B5EF4-FFF2-40B4-BE49-F238E27FC236}">
                    <a16:creationId xmlns:a16="http://schemas.microsoft.com/office/drawing/2014/main" id="{A8199FCF-61B5-4F7C-F4D7-898FB7513E8A}"/>
                  </a:ext>
                </a:extLst>
              </p:cNvPr>
              <p:cNvSpPr/>
              <p:nvPr/>
            </p:nvSpPr>
            <p:spPr>
              <a:xfrm>
                <a:off x="280156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9715;p52">
                <a:extLst>
                  <a:ext uri="{FF2B5EF4-FFF2-40B4-BE49-F238E27FC236}">
                    <a16:creationId xmlns:a16="http://schemas.microsoft.com/office/drawing/2014/main" id="{2916AF39-0934-1A9F-8A07-CE88E4BE5E1D}"/>
                  </a:ext>
                </a:extLst>
              </p:cNvPr>
              <p:cNvSpPr/>
              <p:nvPr/>
            </p:nvSpPr>
            <p:spPr>
              <a:xfrm>
                <a:off x="280156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9716;p52">
                <a:extLst>
                  <a:ext uri="{FF2B5EF4-FFF2-40B4-BE49-F238E27FC236}">
                    <a16:creationId xmlns:a16="http://schemas.microsoft.com/office/drawing/2014/main" id="{C729B05A-0C4F-7DAC-0414-AE1B04D1433D}"/>
                  </a:ext>
                </a:extLst>
              </p:cNvPr>
              <p:cNvSpPr/>
              <p:nvPr/>
            </p:nvSpPr>
            <p:spPr>
              <a:xfrm>
                <a:off x="280156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9717;p52">
                <a:extLst>
                  <a:ext uri="{FF2B5EF4-FFF2-40B4-BE49-F238E27FC236}">
                    <a16:creationId xmlns:a16="http://schemas.microsoft.com/office/drawing/2014/main" id="{16BC76D0-E04F-C58D-4D2E-EA9189EA1EB5}"/>
                  </a:ext>
                </a:extLst>
              </p:cNvPr>
              <p:cNvSpPr/>
              <p:nvPr/>
            </p:nvSpPr>
            <p:spPr>
              <a:xfrm>
                <a:off x="280156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9718;p52">
                <a:extLst>
                  <a:ext uri="{FF2B5EF4-FFF2-40B4-BE49-F238E27FC236}">
                    <a16:creationId xmlns:a16="http://schemas.microsoft.com/office/drawing/2014/main" id="{7162FE30-F7F8-5E15-A6C2-D507BF4AAC3A}"/>
                  </a:ext>
                </a:extLst>
              </p:cNvPr>
              <p:cNvSpPr/>
              <p:nvPr/>
            </p:nvSpPr>
            <p:spPr>
              <a:xfrm>
                <a:off x="2801007" y="265859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9719;p52">
                <a:extLst>
                  <a:ext uri="{FF2B5EF4-FFF2-40B4-BE49-F238E27FC236}">
                    <a16:creationId xmlns:a16="http://schemas.microsoft.com/office/drawing/2014/main" id="{2E8273A0-2A76-9340-C73C-2377EB6F5604}"/>
                  </a:ext>
                </a:extLst>
              </p:cNvPr>
              <p:cNvSpPr/>
              <p:nvPr/>
            </p:nvSpPr>
            <p:spPr>
              <a:xfrm>
                <a:off x="2801568" y="265912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9720;p52">
                <a:extLst>
                  <a:ext uri="{FF2B5EF4-FFF2-40B4-BE49-F238E27FC236}">
                    <a16:creationId xmlns:a16="http://schemas.microsoft.com/office/drawing/2014/main" id="{1A26C8DB-5671-B663-6834-AA05CACC9D8C}"/>
                  </a:ext>
                </a:extLst>
              </p:cNvPr>
              <p:cNvSpPr/>
              <p:nvPr/>
            </p:nvSpPr>
            <p:spPr>
              <a:xfrm>
                <a:off x="274727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9721;p52">
                <a:extLst>
                  <a:ext uri="{FF2B5EF4-FFF2-40B4-BE49-F238E27FC236}">
                    <a16:creationId xmlns:a16="http://schemas.microsoft.com/office/drawing/2014/main" id="{EE4AC734-8EC0-02A5-B376-85E283B2D19F}"/>
                  </a:ext>
                </a:extLst>
              </p:cNvPr>
              <p:cNvSpPr/>
              <p:nvPr/>
            </p:nvSpPr>
            <p:spPr>
              <a:xfrm>
                <a:off x="274781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9722;p52">
                <a:extLst>
                  <a:ext uri="{FF2B5EF4-FFF2-40B4-BE49-F238E27FC236}">
                    <a16:creationId xmlns:a16="http://schemas.microsoft.com/office/drawing/2014/main" id="{AB828613-DBD8-7718-5D12-A1A8711EACBE}"/>
                  </a:ext>
                </a:extLst>
              </p:cNvPr>
              <p:cNvSpPr/>
              <p:nvPr/>
            </p:nvSpPr>
            <p:spPr>
              <a:xfrm>
                <a:off x="2747819" y="314264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9723;p52">
                <a:extLst>
                  <a:ext uri="{FF2B5EF4-FFF2-40B4-BE49-F238E27FC236}">
                    <a16:creationId xmlns:a16="http://schemas.microsoft.com/office/drawing/2014/main" id="{25C4791E-6D1E-4264-2B11-9D7DC5B2431D}"/>
                  </a:ext>
                </a:extLst>
              </p:cNvPr>
              <p:cNvSpPr/>
              <p:nvPr/>
            </p:nvSpPr>
            <p:spPr>
              <a:xfrm>
                <a:off x="2747819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9724;p52">
                <a:extLst>
                  <a:ext uri="{FF2B5EF4-FFF2-40B4-BE49-F238E27FC236}">
                    <a16:creationId xmlns:a16="http://schemas.microsoft.com/office/drawing/2014/main" id="{C94ACDBE-7BD3-4880-6527-4B01DFD83BB3}"/>
                  </a:ext>
                </a:extLst>
              </p:cNvPr>
              <p:cNvSpPr/>
              <p:nvPr/>
            </p:nvSpPr>
            <p:spPr>
              <a:xfrm>
                <a:off x="2747819" y="2712857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9725;p52">
                <a:extLst>
                  <a:ext uri="{FF2B5EF4-FFF2-40B4-BE49-F238E27FC236}">
                    <a16:creationId xmlns:a16="http://schemas.microsoft.com/office/drawing/2014/main" id="{8F5D0ECB-D48D-3EE9-34FF-DF038D1F40B5}"/>
                  </a:ext>
                </a:extLst>
              </p:cNvPr>
              <p:cNvSpPr/>
              <p:nvPr/>
            </p:nvSpPr>
            <p:spPr>
              <a:xfrm>
                <a:off x="274727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9726;p52">
                <a:extLst>
                  <a:ext uri="{FF2B5EF4-FFF2-40B4-BE49-F238E27FC236}">
                    <a16:creationId xmlns:a16="http://schemas.microsoft.com/office/drawing/2014/main" id="{56161233-4D2E-63AB-5A95-A23223185BA5}"/>
                  </a:ext>
                </a:extLst>
              </p:cNvPr>
              <p:cNvSpPr/>
              <p:nvPr/>
            </p:nvSpPr>
            <p:spPr>
              <a:xfrm>
                <a:off x="274781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9727;p52">
                <a:extLst>
                  <a:ext uri="{FF2B5EF4-FFF2-40B4-BE49-F238E27FC236}">
                    <a16:creationId xmlns:a16="http://schemas.microsoft.com/office/drawing/2014/main" id="{353487E3-50A4-62E4-5A37-C05BC8F40545}"/>
                  </a:ext>
                </a:extLst>
              </p:cNvPr>
              <p:cNvSpPr/>
              <p:nvPr/>
            </p:nvSpPr>
            <p:spPr>
              <a:xfrm>
                <a:off x="2693540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9728;p52">
                <a:extLst>
                  <a:ext uri="{FF2B5EF4-FFF2-40B4-BE49-F238E27FC236}">
                    <a16:creationId xmlns:a16="http://schemas.microsoft.com/office/drawing/2014/main" id="{AC21B477-855E-25B8-90ED-9FE84BF211C9}"/>
                  </a:ext>
                </a:extLst>
              </p:cNvPr>
              <p:cNvSpPr/>
              <p:nvPr/>
            </p:nvSpPr>
            <p:spPr>
              <a:xfrm>
                <a:off x="269406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9729;p52">
                <a:extLst>
                  <a:ext uri="{FF2B5EF4-FFF2-40B4-BE49-F238E27FC236}">
                    <a16:creationId xmlns:a16="http://schemas.microsoft.com/office/drawing/2014/main" id="{443CB09F-609E-BA85-BBE4-CB6D3835329C}"/>
                  </a:ext>
                </a:extLst>
              </p:cNvPr>
              <p:cNvSpPr/>
              <p:nvPr/>
            </p:nvSpPr>
            <p:spPr>
              <a:xfrm>
                <a:off x="2694069" y="3196321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9730;p52">
                <a:extLst>
                  <a:ext uri="{FF2B5EF4-FFF2-40B4-BE49-F238E27FC236}">
                    <a16:creationId xmlns:a16="http://schemas.microsoft.com/office/drawing/2014/main" id="{4085A3FC-531C-5D66-CB91-FBEBF91A3BE4}"/>
                  </a:ext>
                </a:extLst>
              </p:cNvPr>
              <p:cNvSpPr/>
              <p:nvPr/>
            </p:nvSpPr>
            <p:spPr>
              <a:xfrm>
                <a:off x="2694069" y="265912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9731;p52">
                <a:extLst>
                  <a:ext uri="{FF2B5EF4-FFF2-40B4-BE49-F238E27FC236}">
                    <a16:creationId xmlns:a16="http://schemas.microsoft.com/office/drawing/2014/main" id="{7D5C6276-580E-3C95-E99C-DC39C86F5417}"/>
                  </a:ext>
                </a:extLst>
              </p:cNvPr>
              <p:cNvSpPr/>
              <p:nvPr/>
            </p:nvSpPr>
            <p:spPr>
              <a:xfrm>
                <a:off x="2693540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9732;p52">
                <a:extLst>
                  <a:ext uri="{FF2B5EF4-FFF2-40B4-BE49-F238E27FC236}">
                    <a16:creationId xmlns:a16="http://schemas.microsoft.com/office/drawing/2014/main" id="{B42C1A9A-6C42-2CD0-DF4B-ED5A910132F2}"/>
                  </a:ext>
                </a:extLst>
              </p:cNvPr>
              <p:cNvSpPr/>
              <p:nvPr/>
            </p:nvSpPr>
            <p:spPr>
              <a:xfrm>
                <a:off x="269406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9733;p52">
                <a:extLst>
                  <a:ext uri="{FF2B5EF4-FFF2-40B4-BE49-F238E27FC236}">
                    <a16:creationId xmlns:a16="http://schemas.microsoft.com/office/drawing/2014/main" id="{4BB85413-BB26-095E-5556-7026392053CF}"/>
                  </a:ext>
                </a:extLst>
              </p:cNvPr>
              <p:cNvSpPr/>
              <p:nvPr/>
            </p:nvSpPr>
            <p:spPr>
              <a:xfrm>
                <a:off x="263985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9734;p52">
                <a:extLst>
                  <a:ext uri="{FF2B5EF4-FFF2-40B4-BE49-F238E27FC236}">
                    <a16:creationId xmlns:a16="http://schemas.microsoft.com/office/drawing/2014/main" id="{577D398A-85DE-06B0-5955-EEA7AA85B685}"/>
                  </a:ext>
                </a:extLst>
              </p:cNvPr>
              <p:cNvSpPr/>
              <p:nvPr/>
            </p:nvSpPr>
            <p:spPr>
              <a:xfrm>
                <a:off x="2640382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9735;p52">
                <a:extLst>
                  <a:ext uri="{FF2B5EF4-FFF2-40B4-BE49-F238E27FC236}">
                    <a16:creationId xmlns:a16="http://schemas.microsoft.com/office/drawing/2014/main" id="{EAFE737B-5E15-21AD-A7A0-87937211E10F}"/>
                  </a:ext>
                </a:extLst>
              </p:cNvPr>
              <p:cNvSpPr/>
              <p:nvPr/>
            </p:nvSpPr>
            <p:spPr>
              <a:xfrm>
                <a:off x="2640382" y="3035213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9736;p52">
                <a:extLst>
                  <a:ext uri="{FF2B5EF4-FFF2-40B4-BE49-F238E27FC236}">
                    <a16:creationId xmlns:a16="http://schemas.microsoft.com/office/drawing/2014/main" id="{461BCC4B-4DBB-10FA-F4AD-728538A3C997}"/>
                  </a:ext>
                </a:extLst>
              </p:cNvPr>
              <p:cNvSpPr/>
              <p:nvPr/>
            </p:nvSpPr>
            <p:spPr>
              <a:xfrm>
                <a:off x="2640382" y="298147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9737;p52">
                <a:extLst>
                  <a:ext uri="{FF2B5EF4-FFF2-40B4-BE49-F238E27FC236}">
                    <a16:creationId xmlns:a16="http://schemas.microsoft.com/office/drawing/2014/main" id="{553F4B1C-B8B4-7773-53DD-5C80D5820DF0}"/>
                  </a:ext>
                </a:extLst>
              </p:cNvPr>
              <p:cNvSpPr/>
              <p:nvPr/>
            </p:nvSpPr>
            <p:spPr>
              <a:xfrm>
                <a:off x="2640382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9738;p52">
                <a:extLst>
                  <a:ext uri="{FF2B5EF4-FFF2-40B4-BE49-F238E27FC236}">
                    <a16:creationId xmlns:a16="http://schemas.microsoft.com/office/drawing/2014/main" id="{11406AAB-5F7F-A371-7EA6-56BEA07127E0}"/>
                  </a:ext>
                </a:extLst>
              </p:cNvPr>
              <p:cNvSpPr/>
              <p:nvPr/>
            </p:nvSpPr>
            <p:spPr>
              <a:xfrm>
                <a:off x="2640382" y="287405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9739;p52">
                <a:extLst>
                  <a:ext uri="{FF2B5EF4-FFF2-40B4-BE49-F238E27FC236}">
                    <a16:creationId xmlns:a16="http://schemas.microsoft.com/office/drawing/2014/main" id="{3CD770C2-D0F8-5B14-C975-0D79DA35C127}"/>
                  </a:ext>
                </a:extLst>
              </p:cNvPr>
              <p:cNvSpPr/>
              <p:nvPr/>
            </p:nvSpPr>
            <p:spPr>
              <a:xfrm>
                <a:off x="2640382" y="2820294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9740;p52">
                <a:extLst>
                  <a:ext uri="{FF2B5EF4-FFF2-40B4-BE49-F238E27FC236}">
                    <a16:creationId xmlns:a16="http://schemas.microsoft.com/office/drawing/2014/main" id="{417C9C6C-A5FD-4C37-AF7C-081766CE1382}"/>
                  </a:ext>
                </a:extLst>
              </p:cNvPr>
              <p:cNvSpPr/>
              <p:nvPr/>
            </p:nvSpPr>
            <p:spPr>
              <a:xfrm>
                <a:off x="2640382" y="276656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9741;p52">
                <a:extLst>
                  <a:ext uri="{FF2B5EF4-FFF2-40B4-BE49-F238E27FC236}">
                    <a16:creationId xmlns:a16="http://schemas.microsoft.com/office/drawing/2014/main" id="{49B008D0-FCAE-F644-CB2C-D2EB3867AB54}"/>
                  </a:ext>
                </a:extLst>
              </p:cNvPr>
              <p:cNvSpPr/>
              <p:nvPr/>
            </p:nvSpPr>
            <p:spPr>
              <a:xfrm>
                <a:off x="263985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9742;p52">
                <a:extLst>
                  <a:ext uri="{FF2B5EF4-FFF2-40B4-BE49-F238E27FC236}">
                    <a16:creationId xmlns:a16="http://schemas.microsoft.com/office/drawing/2014/main" id="{19A7271B-D3F8-3A3F-35F0-E009154BBF54}"/>
                  </a:ext>
                </a:extLst>
              </p:cNvPr>
              <p:cNvSpPr/>
              <p:nvPr/>
            </p:nvSpPr>
            <p:spPr>
              <a:xfrm>
                <a:off x="2640382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9743;p52">
                <a:extLst>
                  <a:ext uri="{FF2B5EF4-FFF2-40B4-BE49-F238E27FC236}">
                    <a16:creationId xmlns:a16="http://schemas.microsoft.com/office/drawing/2014/main" id="{1D6D8444-BF06-87D3-5B55-A423B2A6D34A}"/>
                  </a:ext>
                </a:extLst>
              </p:cNvPr>
              <p:cNvSpPr/>
              <p:nvPr/>
            </p:nvSpPr>
            <p:spPr>
              <a:xfrm>
                <a:off x="258610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9744;p52">
                <a:extLst>
                  <a:ext uri="{FF2B5EF4-FFF2-40B4-BE49-F238E27FC236}">
                    <a16:creationId xmlns:a16="http://schemas.microsoft.com/office/drawing/2014/main" id="{C59BDBAE-C828-698D-9911-E3812C82D93E}"/>
                  </a:ext>
                </a:extLst>
              </p:cNvPr>
              <p:cNvSpPr/>
              <p:nvPr/>
            </p:nvSpPr>
            <p:spPr>
              <a:xfrm>
                <a:off x="258664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9745;p52">
                <a:extLst>
                  <a:ext uri="{FF2B5EF4-FFF2-40B4-BE49-F238E27FC236}">
                    <a16:creationId xmlns:a16="http://schemas.microsoft.com/office/drawing/2014/main" id="{144C9643-9464-FE6A-C12F-EECD4360F7A1}"/>
                  </a:ext>
                </a:extLst>
              </p:cNvPr>
              <p:cNvSpPr/>
              <p:nvPr/>
            </p:nvSpPr>
            <p:spPr>
              <a:xfrm>
                <a:off x="258664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9746;p52">
                <a:extLst>
                  <a:ext uri="{FF2B5EF4-FFF2-40B4-BE49-F238E27FC236}">
                    <a16:creationId xmlns:a16="http://schemas.microsoft.com/office/drawing/2014/main" id="{C987E302-63C8-8B7F-BF55-C22D0139512F}"/>
                  </a:ext>
                </a:extLst>
              </p:cNvPr>
              <p:cNvSpPr/>
              <p:nvPr/>
            </p:nvSpPr>
            <p:spPr>
              <a:xfrm>
                <a:off x="258664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9747;p52">
                <a:extLst>
                  <a:ext uri="{FF2B5EF4-FFF2-40B4-BE49-F238E27FC236}">
                    <a16:creationId xmlns:a16="http://schemas.microsoft.com/office/drawing/2014/main" id="{439E9EE9-FC49-7D79-C741-24151A43505B}"/>
                  </a:ext>
                </a:extLst>
              </p:cNvPr>
              <p:cNvSpPr/>
              <p:nvPr/>
            </p:nvSpPr>
            <p:spPr>
              <a:xfrm>
                <a:off x="258610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9748;p52">
                <a:extLst>
                  <a:ext uri="{FF2B5EF4-FFF2-40B4-BE49-F238E27FC236}">
                    <a16:creationId xmlns:a16="http://schemas.microsoft.com/office/drawing/2014/main" id="{6FBE6567-0420-6817-BC4F-87C3AA6DB13A}"/>
                  </a:ext>
                </a:extLst>
              </p:cNvPr>
              <p:cNvSpPr/>
              <p:nvPr/>
            </p:nvSpPr>
            <p:spPr>
              <a:xfrm>
                <a:off x="258664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9749;p52">
                <a:extLst>
                  <a:ext uri="{FF2B5EF4-FFF2-40B4-BE49-F238E27FC236}">
                    <a16:creationId xmlns:a16="http://schemas.microsoft.com/office/drawing/2014/main" id="{50377825-C3C5-A725-098D-905EF64B286C}"/>
                  </a:ext>
                </a:extLst>
              </p:cNvPr>
              <p:cNvSpPr/>
              <p:nvPr/>
            </p:nvSpPr>
            <p:spPr>
              <a:xfrm>
                <a:off x="2532370" y="3249541"/>
                <a:ext cx="54824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9750;p52">
                <a:extLst>
                  <a:ext uri="{FF2B5EF4-FFF2-40B4-BE49-F238E27FC236}">
                    <a16:creationId xmlns:a16="http://schemas.microsoft.com/office/drawing/2014/main" id="{B4E223E7-46DC-78B4-543E-F1D545AA65A7}"/>
                  </a:ext>
                </a:extLst>
              </p:cNvPr>
              <p:cNvSpPr/>
              <p:nvPr/>
            </p:nvSpPr>
            <p:spPr>
              <a:xfrm>
                <a:off x="253291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9751;p52">
                <a:extLst>
                  <a:ext uri="{FF2B5EF4-FFF2-40B4-BE49-F238E27FC236}">
                    <a16:creationId xmlns:a16="http://schemas.microsoft.com/office/drawing/2014/main" id="{C915D513-6CFA-A684-7F0B-EC29805A300C}"/>
                  </a:ext>
                </a:extLst>
              </p:cNvPr>
              <p:cNvSpPr/>
              <p:nvPr/>
            </p:nvSpPr>
            <p:spPr>
              <a:xfrm>
                <a:off x="253291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9752;p52">
                <a:extLst>
                  <a:ext uri="{FF2B5EF4-FFF2-40B4-BE49-F238E27FC236}">
                    <a16:creationId xmlns:a16="http://schemas.microsoft.com/office/drawing/2014/main" id="{74A7A244-733E-F0DA-25ED-78F6F1FFECC5}"/>
                  </a:ext>
                </a:extLst>
              </p:cNvPr>
              <p:cNvSpPr/>
              <p:nvPr/>
            </p:nvSpPr>
            <p:spPr>
              <a:xfrm>
                <a:off x="253291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9753;p52">
                <a:extLst>
                  <a:ext uri="{FF2B5EF4-FFF2-40B4-BE49-F238E27FC236}">
                    <a16:creationId xmlns:a16="http://schemas.microsoft.com/office/drawing/2014/main" id="{C91C37E5-89BB-3211-5638-B16268C7D3AC}"/>
                  </a:ext>
                </a:extLst>
              </p:cNvPr>
              <p:cNvSpPr/>
              <p:nvPr/>
            </p:nvSpPr>
            <p:spPr>
              <a:xfrm>
                <a:off x="2532370" y="2604860"/>
                <a:ext cx="54824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9754;p52">
                <a:extLst>
                  <a:ext uri="{FF2B5EF4-FFF2-40B4-BE49-F238E27FC236}">
                    <a16:creationId xmlns:a16="http://schemas.microsoft.com/office/drawing/2014/main" id="{57BB1DDC-DE73-9402-8ECA-3BF43C903A34}"/>
                  </a:ext>
                </a:extLst>
              </p:cNvPr>
              <p:cNvSpPr/>
              <p:nvPr/>
            </p:nvSpPr>
            <p:spPr>
              <a:xfrm>
                <a:off x="253291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9755;p52">
                <a:extLst>
                  <a:ext uri="{FF2B5EF4-FFF2-40B4-BE49-F238E27FC236}">
                    <a16:creationId xmlns:a16="http://schemas.microsoft.com/office/drawing/2014/main" id="{B2C255C7-73E2-60EB-1CBA-2183646FC06B}"/>
                  </a:ext>
                </a:extLst>
              </p:cNvPr>
              <p:cNvSpPr/>
              <p:nvPr/>
            </p:nvSpPr>
            <p:spPr>
              <a:xfrm>
                <a:off x="247868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9756;p52">
                <a:extLst>
                  <a:ext uri="{FF2B5EF4-FFF2-40B4-BE49-F238E27FC236}">
                    <a16:creationId xmlns:a16="http://schemas.microsoft.com/office/drawing/2014/main" id="{085E9B3C-5CDE-8FD8-8987-10579693AC9B}"/>
                  </a:ext>
                </a:extLst>
              </p:cNvPr>
              <p:cNvSpPr/>
              <p:nvPr/>
            </p:nvSpPr>
            <p:spPr>
              <a:xfrm>
                <a:off x="247921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9757;p52">
                <a:extLst>
                  <a:ext uri="{FF2B5EF4-FFF2-40B4-BE49-F238E27FC236}">
                    <a16:creationId xmlns:a16="http://schemas.microsoft.com/office/drawing/2014/main" id="{CF47784A-68A1-B505-B594-D67842147A4F}"/>
                  </a:ext>
                </a:extLst>
              </p:cNvPr>
              <p:cNvSpPr/>
              <p:nvPr/>
            </p:nvSpPr>
            <p:spPr>
              <a:xfrm>
                <a:off x="247921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9758;p52">
                <a:extLst>
                  <a:ext uri="{FF2B5EF4-FFF2-40B4-BE49-F238E27FC236}">
                    <a16:creationId xmlns:a16="http://schemas.microsoft.com/office/drawing/2014/main" id="{B249390C-9ED3-52C0-BAC4-7B5FAE5BCFB6}"/>
                  </a:ext>
                </a:extLst>
              </p:cNvPr>
              <p:cNvSpPr/>
              <p:nvPr/>
            </p:nvSpPr>
            <p:spPr>
              <a:xfrm>
                <a:off x="247921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9759;p52">
                <a:extLst>
                  <a:ext uri="{FF2B5EF4-FFF2-40B4-BE49-F238E27FC236}">
                    <a16:creationId xmlns:a16="http://schemas.microsoft.com/office/drawing/2014/main" id="{B18D861F-B635-E988-07FE-301423F4F1E1}"/>
                  </a:ext>
                </a:extLst>
              </p:cNvPr>
              <p:cNvSpPr/>
              <p:nvPr/>
            </p:nvSpPr>
            <p:spPr>
              <a:xfrm>
                <a:off x="247868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9760;p52">
                <a:extLst>
                  <a:ext uri="{FF2B5EF4-FFF2-40B4-BE49-F238E27FC236}">
                    <a16:creationId xmlns:a16="http://schemas.microsoft.com/office/drawing/2014/main" id="{CAAC380E-857A-0D55-661D-2DDE14AEAFF4}"/>
                  </a:ext>
                </a:extLst>
              </p:cNvPr>
              <p:cNvSpPr/>
              <p:nvPr/>
            </p:nvSpPr>
            <p:spPr>
              <a:xfrm>
                <a:off x="247921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9761;p52">
                <a:extLst>
                  <a:ext uri="{FF2B5EF4-FFF2-40B4-BE49-F238E27FC236}">
                    <a16:creationId xmlns:a16="http://schemas.microsoft.com/office/drawing/2014/main" id="{7E3413A1-3E9B-7CA5-9CA4-E5A9272D05D8}"/>
                  </a:ext>
                </a:extLst>
              </p:cNvPr>
              <p:cNvSpPr/>
              <p:nvPr/>
            </p:nvSpPr>
            <p:spPr>
              <a:xfrm>
                <a:off x="2424949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9762;p52">
                <a:extLst>
                  <a:ext uri="{FF2B5EF4-FFF2-40B4-BE49-F238E27FC236}">
                    <a16:creationId xmlns:a16="http://schemas.microsoft.com/office/drawing/2014/main" id="{BD806E97-DB26-A236-B7D9-8AF9F666A5C7}"/>
                  </a:ext>
                </a:extLst>
              </p:cNvPr>
              <p:cNvSpPr/>
              <p:nvPr/>
            </p:nvSpPr>
            <p:spPr>
              <a:xfrm>
                <a:off x="242547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9763;p52">
                <a:extLst>
                  <a:ext uri="{FF2B5EF4-FFF2-40B4-BE49-F238E27FC236}">
                    <a16:creationId xmlns:a16="http://schemas.microsoft.com/office/drawing/2014/main" id="{F61059C6-ED2A-E37C-D574-9379901BD470}"/>
                  </a:ext>
                </a:extLst>
              </p:cNvPr>
              <p:cNvSpPr/>
              <p:nvPr/>
            </p:nvSpPr>
            <p:spPr>
              <a:xfrm>
                <a:off x="242547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9764;p52">
                <a:extLst>
                  <a:ext uri="{FF2B5EF4-FFF2-40B4-BE49-F238E27FC236}">
                    <a16:creationId xmlns:a16="http://schemas.microsoft.com/office/drawing/2014/main" id="{6FEE4C0E-2E9F-8574-BE57-2C65497B2677}"/>
                  </a:ext>
                </a:extLst>
              </p:cNvPr>
              <p:cNvSpPr/>
              <p:nvPr/>
            </p:nvSpPr>
            <p:spPr>
              <a:xfrm>
                <a:off x="242547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9765;p52">
                <a:extLst>
                  <a:ext uri="{FF2B5EF4-FFF2-40B4-BE49-F238E27FC236}">
                    <a16:creationId xmlns:a16="http://schemas.microsoft.com/office/drawing/2014/main" id="{4AA1B34A-5FB6-8143-4106-B5344A07789D}"/>
                  </a:ext>
                </a:extLst>
              </p:cNvPr>
              <p:cNvSpPr/>
              <p:nvPr/>
            </p:nvSpPr>
            <p:spPr>
              <a:xfrm>
                <a:off x="2424949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9766;p52">
                <a:extLst>
                  <a:ext uri="{FF2B5EF4-FFF2-40B4-BE49-F238E27FC236}">
                    <a16:creationId xmlns:a16="http://schemas.microsoft.com/office/drawing/2014/main" id="{C4033522-C0CF-48D3-540D-164DD9EF6D13}"/>
                  </a:ext>
                </a:extLst>
              </p:cNvPr>
              <p:cNvSpPr/>
              <p:nvPr/>
            </p:nvSpPr>
            <p:spPr>
              <a:xfrm>
                <a:off x="242547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9767;p52">
                <a:extLst>
                  <a:ext uri="{FF2B5EF4-FFF2-40B4-BE49-F238E27FC236}">
                    <a16:creationId xmlns:a16="http://schemas.microsoft.com/office/drawing/2014/main" id="{4D1C2B77-46D0-A0B8-9DC7-89E18EFF505D}"/>
                  </a:ext>
                </a:extLst>
              </p:cNvPr>
              <p:cNvSpPr/>
              <p:nvPr/>
            </p:nvSpPr>
            <p:spPr>
              <a:xfrm>
                <a:off x="2371184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9768;p52">
                <a:extLst>
                  <a:ext uri="{FF2B5EF4-FFF2-40B4-BE49-F238E27FC236}">
                    <a16:creationId xmlns:a16="http://schemas.microsoft.com/office/drawing/2014/main" id="{0E962897-316F-F605-47B3-925D22065A4E}"/>
                  </a:ext>
                </a:extLst>
              </p:cNvPr>
              <p:cNvSpPr/>
              <p:nvPr/>
            </p:nvSpPr>
            <p:spPr>
              <a:xfrm>
                <a:off x="237174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9769;p52">
                <a:extLst>
                  <a:ext uri="{FF2B5EF4-FFF2-40B4-BE49-F238E27FC236}">
                    <a16:creationId xmlns:a16="http://schemas.microsoft.com/office/drawing/2014/main" id="{C76656F1-8E42-29B0-E5CE-6FE1D9DB42D8}"/>
                  </a:ext>
                </a:extLst>
              </p:cNvPr>
              <p:cNvSpPr/>
              <p:nvPr/>
            </p:nvSpPr>
            <p:spPr>
              <a:xfrm>
                <a:off x="237174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9770;p52">
                <a:extLst>
                  <a:ext uri="{FF2B5EF4-FFF2-40B4-BE49-F238E27FC236}">
                    <a16:creationId xmlns:a16="http://schemas.microsoft.com/office/drawing/2014/main" id="{F05C0925-5CF3-9B39-E6ED-378A0855435B}"/>
                  </a:ext>
                </a:extLst>
              </p:cNvPr>
              <p:cNvSpPr/>
              <p:nvPr/>
            </p:nvSpPr>
            <p:spPr>
              <a:xfrm>
                <a:off x="237174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9771;p52">
                <a:extLst>
                  <a:ext uri="{FF2B5EF4-FFF2-40B4-BE49-F238E27FC236}">
                    <a16:creationId xmlns:a16="http://schemas.microsoft.com/office/drawing/2014/main" id="{89FDC4EA-3E52-70C7-849A-0E368D1896E2}"/>
                  </a:ext>
                </a:extLst>
              </p:cNvPr>
              <p:cNvSpPr/>
              <p:nvPr/>
            </p:nvSpPr>
            <p:spPr>
              <a:xfrm>
                <a:off x="2371184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9772;p52">
                <a:extLst>
                  <a:ext uri="{FF2B5EF4-FFF2-40B4-BE49-F238E27FC236}">
                    <a16:creationId xmlns:a16="http://schemas.microsoft.com/office/drawing/2014/main" id="{892837B7-80D7-7708-0929-E4F4A9239094}"/>
                  </a:ext>
                </a:extLst>
              </p:cNvPr>
              <p:cNvSpPr/>
              <p:nvPr/>
            </p:nvSpPr>
            <p:spPr>
              <a:xfrm>
                <a:off x="237174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9773;p52">
                <a:extLst>
                  <a:ext uri="{FF2B5EF4-FFF2-40B4-BE49-F238E27FC236}">
                    <a16:creationId xmlns:a16="http://schemas.microsoft.com/office/drawing/2014/main" id="{903C3B5A-917A-86DB-C836-301A3BDE2855}"/>
                  </a:ext>
                </a:extLst>
              </p:cNvPr>
              <p:cNvSpPr/>
              <p:nvPr/>
            </p:nvSpPr>
            <p:spPr>
              <a:xfrm>
                <a:off x="231751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9774;p52">
                <a:extLst>
                  <a:ext uri="{FF2B5EF4-FFF2-40B4-BE49-F238E27FC236}">
                    <a16:creationId xmlns:a16="http://schemas.microsoft.com/office/drawing/2014/main" id="{A84EC7E5-51EE-4D51-70FE-323866103B94}"/>
                  </a:ext>
                </a:extLst>
              </p:cNvPr>
              <p:cNvSpPr/>
              <p:nvPr/>
            </p:nvSpPr>
            <p:spPr>
              <a:xfrm>
                <a:off x="231804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9775;p52">
                <a:extLst>
                  <a:ext uri="{FF2B5EF4-FFF2-40B4-BE49-F238E27FC236}">
                    <a16:creationId xmlns:a16="http://schemas.microsoft.com/office/drawing/2014/main" id="{5C6D5717-713C-E364-9E4F-29FC17892CE9}"/>
                  </a:ext>
                </a:extLst>
              </p:cNvPr>
              <p:cNvSpPr/>
              <p:nvPr/>
            </p:nvSpPr>
            <p:spPr>
              <a:xfrm>
                <a:off x="231804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9776;p52">
                <a:extLst>
                  <a:ext uri="{FF2B5EF4-FFF2-40B4-BE49-F238E27FC236}">
                    <a16:creationId xmlns:a16="http://schemas.microsoft.com/office/drawing/2014/main" id="{C5DA1840-4314-FC82-0EEE-A16B2E3184C7}"/>
                  </a:ext>
                </a:extLst>
              </p:cNvPr>
              <p:cNvSpPr/>
              <p:nvPr/>
            </p:nvSpPr>
            <p:spPr>
              <a:xfrm>
                <a:off x="231804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9777;p52">
                <a:extLst>
                  <a:ext uri="{FF2B5EF4-FFF2-40B4-BE49-F238E27FC236}">
                    <a16:creationId xmlns:a16="http://schemas.microsoft.com/office/drawing/2014/main" id="{56228322-9D8D-0158-36A5-D87D55058476}"/>
                  </a:ext>
                </a:extLst>
              </p:cNvPr>
              <p:cNvSpPr/>
              <p:nvPr/>
            </p:nvSpPr>
            <p:spPr>
              <a:xfrm>
                <a:off x="231751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9778;p52">
                <a:extLst>
                  <a:ext uri="{FF2B5EF4-FFF2-40B4-BE49-F238E27FC236}">
                    <a16:creationId xmlns:a16="http://schemas.microsoft.com/office/drawing/2014/main" id="{3F735959-5BE5-F196-5D04-B94D953DB782}"/>
                  </a:ext>
                </a:extLst>
              </p:cNvPr>
              <p:cNvSpPr/>
              <p:nvPr/>
            </p:nvSpPr>
            <p:spPr>
              <a:xfrm>
                <a:off x="231804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9779;p52">
                <a:extLst>
                  <a:ext uri="{FF2B5EF4-FFF2-40B4-BE49-F238E27FC236}">
                    <a16:creationId xmlns:a16="http://schemas.microsoft.com/office/drawing/2014/main" id="{E121643C-2176-9089-F035-95FFBB1C8BD2}"/>
                  </a:ext>
                </a:extLst>
              </p:cNvPr>
              <p:cNvSpPr/>
              <p:nvPr/>
            </p:nvSpPr>
            <p:spPr>
              <a:xfrm>
                <a:off x="2263748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9780;p52">
                <a:extLst>
                  <a:ext uri="{FF2B5EF4-FFF2-40B4-BE49-F238E27FC236}">
                    <a16:creationId xmlns:a16="http://schemas.microsoft.com/office/drawing/2014/main" id="{8109741C-8028-AE72-E8A5-E377831B387C}"/>
                  </a:ext>
                </a:extLst>
              </p:cNvPr>
              <p:cNvSpPr/>
              <p:nvPr/>
            </p:nvSpPr>
            <p:spPr>
              <a:xfrm>
                <a:off x="226430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9781;p52">
                <a:extLst>
                  <a:ext uri="{FF2B5EF4-FFF2-40B4-BE49-F238E27FC236}">
                    <a16:creationId xmlns:a16="http://schemas.microsoft.com/office/drawing/2014/main" id="{A055D96C-903F-9FC3-9A9C-C8100267E222}"/>
                  </a:ext>
                </a:extLst>
              </p:cNvPr>
              <p:cNvSpPr/>
              <p:nvPr/>
            </p:nvSpPr>
            <p:spPr>
              <a:xfrm>
                <a:off x="226430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9782;p52">
                <a:extLst>
                  <a:ext uri="{FF2B5EF4-FFF2-40B4-BE49-F238E27FC236}">
                    <a16:creationId xmlns:a16="http://schemas.microsoft.com/office/drawing/2014/main" id="{435CBC37-774B-46CB-A2CE-7339D66A95AD}"/>
                  </a:ext>
                </a:extLst>
              </p:cNvPr>
              <p:cNvSpPr/>
              <p:nvPr/>
            </p:nvSpPr>
            <p:spPr>
              <a:xfrm>
                <a:off x="2264308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9783;p52">
                <a:extLst>
                  <a:ext uri="{FF2B5EF4-FFF2-40B4-BE49-F238E27FC236}">
                    <a16:creationId xmlns:a16="http://schemas.microsoft.com/office/drawing/2014/main" id="{D92A7138-6E3E-6988-6259-A52BFB8EE109}"/>
                  </a:ext>
                </a:extLst>
              </p:cNvPr>
              <p:cNvSpPr/>
              <p:nvPr/>
            </p:nvSpPr>
            <p:spPr>
              <a:xfrm>
                <a:off x="2263748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9784;p52">
                <a:extLst>
                  <a:ext uri="{FF2B5EF4-FFF2-40B4-BE49-F238E27FC236}">
                    <a16:creationId xmlns:a16="http://schemas.microsoft.com/office/drawing/2014/main" id="{5F213DC0-2130-6413-C9C2-4C607E36217E}"/>
                  </a:ext>
                </a:extLst>
              </p:cNvPr>
              <p:cNvSpPr/>
              <p:nvPr/>
            </p:nvSpPr>
            <p:spPr>
              <a:xfrm>
                <a:off x="226430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9785;p52">
                <a:extLst>
                  <a:ext uri="{FF2B5EF4-FFF2-40B4-BE49-F238E27FC236}">
                    <a16:creationId xmlns:a16="http://schemas.microsoft.com/office/drawing/2014/main" id="{C594FB6D-5D3C-0E00-3F65-114111C85004}"/>
                  </a:ext>
                </a:extLst>
              </p:cNvPr>
              <p:cNvSpPr/>
              <p:nvPr/>
            </p:nvSpPr>
            <p:spPr>
              <a:xfrm>
                <a:off x="221007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9786;p52">
                <a:extLst>
                  <a:ext uri="{FF2B5EF4-FFF2-40B4-BE49-F238E27FC236}">
                    <a16:creationId xmlns:a16="http://schemas.microsoft.com/office/drawing/2014/main" id="{2F8DBCE0-B4F9-0B6B-C795-C2D89B30E9A6}"/>
                  </a:ext>
                </a:extLst>
              </p:cNvPr>
              <p:cNvSpPr/>
              <p:nvPr/>
            </p:nvSpPr>
            <p:spPr>
              <a:xfrm>
                <a:off x="221062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9787;p52">
                <a:extLst>
                  <a:ext uri="{FF2B5EF4-FFF2-40B4-BE49-F238E27FC236}">
                    <a16:creationId xmlns:a16="http://schemas.microsoft.com/office/drawing/2014/main" id="{3052A8B3-1185-1E62-074B-3FFE5F735982}"/>
                  </a:ext>
                </a:extLst>
              </p:cNvPr>
              <p:cNvSpPr/>
              <p:nvPr/>
            </p:nvSpPr>
            <p:spPr>
              <a:xfrm>
                <a:off x="2210621" y="308890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9788;p52">
                <a:extLst>
                  <a:ext uri="{FF2B5EF4-FFF2-40B4-BE49-F238E27FC236}">
                    <a16:creationId xmlns:a16="http://schemas.microsoft.com/office/drawing/2014/main" id="{4A2AE0DF-0B70-C743-78BA-248C621CAB18}"/>
                  </a:ext>
                </a:extLst>
              </p:cNvPr>
              <p:cNvSpPr/>
              <p:nvPr/>
            </p:nvSpPr>
            <p:spPr>
              <a:xfrm>
                <a:off x="221062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9789;p52">
                <a:extLst>
                  <a:ext uri="{FF2B5EF4-FFF2-40B4-BE49-F238E27FC236}">
                    <a16:creationId xmlns:a16="http://schemas.microsoft.com/office/drawing/2014/main" id="{0B9D60FF-26CF-70EF-C534-ADE3A7452127}"/>
                  </a:ext>
                </a:extLst>
              </p:cNvPr>
              <p:cNvSpPr/>
              <p:nvPr/>
            </p:nvSpPr>
            <p:spPr>
              <a:xfrm>
                <a:off x="221007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9790;p52">
                <a:extLst>
                  <a:ext uri="{FF2B5EF4-FFF2-40B4-BE49-F238E27FC236}">
                    <a16:creationId xmlns:a16="http://schemas.microsoft.com/office/drawing/2014/main" id="{1924E546-98AB-6AF5-B85F-ECBECA25C85A}"/>
                  </a:ext>
                </a:extLst>
              </p:cNvPr>
              <p:cNvSpPr/>
              <p:nvPr/>
            </p:nvSpPr>
            <p:spPr>
              <a:xfrm>
                <a:off x="221062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9791;p52">
                <a:extLst>
                  <a:ext uri="{FF2B5EF4-FFF2-40B4-BE49-F238E27FC236}">
                    <a16:creationId xmlns:a16="http://schemas.microsoft.com/office/drawing/2014/main" id="{B1343E40-11F3-9441-09FA-ADC8D6B53BF7}"/>
                  </a:ext>
                </a:extLst>
              </p:cNvPr>
              <p:cNvSpPr/>
              <p:nvPr/>
            </p:nvSpPr>
            <p:spPr>
              <a:xfrm>
                <a:off x="215634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9792;p52">
                <a:extLst>
                  <a:ext uri="{FF2B5EF4-FFF2-40B4-BE49-F238E27FC236}">
                    <a16:creationId xmlns:a16="http://schemas.microsoft.com/office/drawing/2014/main" id="{E16AB366-673D-5026-39A4-C1B3F498EA68}"/>
                  </a:ext>
                </a:extLst>
              </p:cNvPr>
              <p:cNvSpPr/>
              <p:nvPr/>
            </p:nvSpPr>
            <p:spPr>
              <a:xfrm>
                <a:off x="2156872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9793;p52">
                <a:extLst>
                  <a:ext uri="{FF2B5EF4-FFF2-40B4-BE49-F238E27FC236}">
                    <a16:creationId xmlns:a16="http://schemas.microsoft.com/office/drawing/2014/main" id="{33A1AEE4-A4E7-EFB1-3CD0-6D1026F9D9FC}"/>
                  </a:ext>
                </a:extLst>
              </p:cNvPr>
              <p:cNvSpPr/>
              <p:nvPr/>
            </p:nvSpPr>
            <p:spPr>
              <a:xfrm>
                <a:off x="2156872" y="3035213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9794;p52">
                <a:extLst>
                  <a:ext uri="{FF2B5EF4-FFF2-40B4-BE49-F238E27FC236}">
                    <a16:creationId xmlns:a16="http://schemas.microsoft.com/office/drawing/2014/main" id="{02C4C2A4-C5E8-2AAE-8233-9C2365048DA5}"/>
                  </a:ext>
                </a:extLst>
              </p:cNvPr>
              <p:cNvSpPr/>
              <p:nvPr/>
            </p:nvSpPr>
            <p:spPr>
              <a:xfrm>
                <a:off x="2156872" y="298147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9795;p52">
                <a:extLst>
                  <a:ext uri="{FF2B5EF4-FFF2-40B4-BE49-F238E27FC236}">
                    <a16:creationId xmlns:a16="http://schemas.microsoft.com/office/drawing/2014/main" id="{E3941231-912A-6D02-7386-F925FAAD1DA7}"/>
                  </a:ext>
                </a:extLst>
              </p:cNvPr>
              <p:cNvSpPr/>
              <p:nvPr/>
            </p:nvSpPr>
            <p:spPr>
              <a:xfrm>
                <a:off x="2156872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9796;p52">
                <a:extLst>
                  <a:ext uri="{FF2B5EF4-FFF2-40B4-BE49-F238E27FC236}">
                    <a16:creationId xmlns:a16="http://schemas.microsoft.com/office/drawing/2014/main" id="{64EC1C71-89E0-BB5E-A0CC-F5A178AB2B73}"/>
                  </a:ext>
                </a:extLst>
              </p:cNvPr>
              <p:cNvSpPr/>
              <p:nvPr/>
            </p:nvSpPr>
            <p:spPr>
              <a:xfrm>
                <a:off x="2156872" y="287405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9797;p52">
                <a:extLst>
                  <a:ext uri="{FF2B5EF4-FFF2-40B4-BE49-F238E27FC236}">
                    <a16:creationId xmlns:a16="http://schemas.microsoft.com/office/drawing/2014/main" id="{ACCE2B23-9D05-B204-8675-AFD3B938AC9B}"/>
                  </a:ext>
                </a:extLst>
              </p:cNvPr>
              <p:cNvSpPr/>
              <p:nvPr/>
            </p:nvSpPr>
            <p:spPr>
              <a:xfrm>
                <a:off x="2156872" y="282029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9798;p52">
                <a:extLst>
                  <a:ext uri="{FF2B5EF4-FFF2-40B4-BE49-F238E27FC236}">
                    <a16:creationId xmlns:a16="http://schemas.microsoft.com/office/drawing/2014/main" id="{DB450E30-9596-E8BB-328E-D4CFD1517C6F}"/>
                  </a:ext>
                </a:extLst>
              </p:cNvPr>
              <p:cNvSpPr/>
              <p:nvPr/>
            </p:nvSpPr>
            <p:spPr>
              <a:xfrm>
                <a:off x="2156872" y="276656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9799;p52">
                <a:extLst>
                  <a:ext uri="{FF2B5EF4-FFF2-40B4-BE49-F238E27FC236}">
                    <a16:creationId xmlns:a16="http://schemas.microsoft.com/office/drawing/2014/main" id="{E366EEC1-AC2D-C413-DF28-4FC7C345BF71}"/>
                  </a:ext>
                </a:extLst>
              </p:cNvPr>
              <p:cNvSpPr/>
              <p:nvPr/>
            </p:nvSpPr>
            <p:spPr>
              <a:xfrm>
                <a:off x="215634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9800;p52">
                <a:extLst>
                  <a:ext uri="{FF2B5EF4-FFF2-40B4-BE49-F238E27FC236}">
                    <a16:creationId xmlns:a16="http://schemas.microsoft.com/office/drawing/2014/main" id="{914587B3-A55D-9F8C-B479-76F6AA7C0CBE}"/>
                  </a:ext>
                </a:extLst>
              </p:cNvPr>
              <p:cNvSpPr/>
              <p:nvPr/>
            </p:nvSpPr>
            <p:spPr>
              <a:xfrm>
                <a:off x="2156872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9801;p52">
                <a:extLst>
                  <a:ext uri="{FF2B5EF4-FFF2-40B4-BE49-F238E27FC236}">
                    <a16:creationId xmlns:a16="http://schemas.microsoft.com/office/drawing/2014/main" id="{871ECC4E-F6E3-DE9E-F4EF-C246CE22AA42}"/>
                  </a:ext>
                </a:extLst>
              </p:cNvPr>
              <p:cNvSpPr/>
              <p:nvPr/>
            </p:nvSpPr>
            <p:spPr>
              <a:xfrm>
                <a:off x="210259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9802;p52">
                <a:extLst>
                  <a:ext uri="{FF2B5EF4-FFF2-40B4-BE49-F238E27FC236}">
                    <a16:creationId xmlns:a16="http://schemas.microsoft.com/office/drawing/2014/main" id="{ECCCCEBE-B361-0C42-35A6-9910A06E18C4}"/>
                  </a:ext>
                </a:extLst>
              </p:cNvPr>
              <p:cNvSpPr/>
              <p:nvPr/>
            </p:nvSpPr>
            <p:spPr>
              <a:xfrm>
                <a:off x="210313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9803;p52">
                <a:extLst>
                  <a:ext uri="{FF2B5EF4-FFF2-40B4-BE49-F238E27FC236}">
                    <a16:creationId xmlns:a16="http://schemas.microsoft.com/office/drawing/2014/main" id="{A48CC248-E3A9-E713-AFBC-EE948D69BB02}"/>
                  </a:ext>
                </a:extLst>
              </p:cNvPr>
              <p:cNvSpPr/>
              <p:nvPr/>
            </p:nvSpPr>
            <p:spPr>
              <a:xfrm>
                <a:off x="210313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9804;p52">
                <a:extLst>
                  <a:ext uri="{FF2B5EF4-FFF2-40B4-BE49-F238E27FC236}">
                    <a16:creationId xmlns:a16="http://schemas.microsoft.com/office/drawing/2014/main" id="{002D50F5-279A-FA11-E790-DF39FD18E9EF}"/>
                  </a:ext>
                </a:extLst>
              </p:cNvPr>
              <p:cNvSpPr/>
              <p:nvPr/>
            </p:nvSpPr>
            <p:spPr>
              <a:xfrm>
                <a:off x="210313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9805;p52">
                <a:extLst>
                  <a:ext uri="{FF2B5EF4-FFF2-40B4-BE49-F238E27FC236}">
                    <a16:creationId xmlns:a16="http://schemas.microsoft.com/office/drawing/2014/main" id="{A2D336B3-57D3-D265-9BD0-59DD1E248D70}"/>
                  </a:ext>
                </a:extLst>
              </p:cNvPr>
              <p:cNvSpPr/>
              <p:nvPr/>
            </p:nvSpPr>
            <p:spPr>
              <a:xfrm>
                <a:off x="210259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9806;p52">
                <a:extLst>
                  <a:ext uri="{FF2B5EF4-FFF2-40B4-BE49-F238E27FC236}">
                    <a16:creationId xmlns:a16="http://schemas.microsoft.com/office/drawing/2014/main" id="{760F3576-C1AD-0863-40AD-A0ACC1CBEAF0}"/>
                  </a:ext>
                </a:extLst>
              </p:cNvPr>
              <p:cNvSpPr/>
              <p:nvPr/>
            </p:nvSpPr>
            <p:spPr>
              <a:xfrm>
                <a:off x="210313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9807;p52">
                <a:extLst>
                  <a:ext uri="{FF2B5EF4-FFF2-40B4-BE49-F238E27FC236}">
                    <a16:creationId xmlns:a16="http://schemas.microsoft.com/office/drawing/2014/main" id="{CE84C2E5-E07F-2C12-B841-4323D04269F1}"/>
                  </a:ext>
                </a:extLst>
              </p:cNvPr>
              <p:cNvSpPr/>
              <p:nvPr/>
            </p:nvSpPr>
            <p:spPr>
              <a:xfrm>
                <a:off x="204890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9808;p52">
                <a:extLst>
                  <a:ext uri="{FF2B5EF4-FFF2-40B4-BE49-F238E27FC236}">
                    <a16:creationId xmlns:a16="http://schemas.microsoft.com/office/drawing/2014/main" id="{B2D1A4C4-B5BB-4CB5-9735-90AEF7E7EC96}"/>
                  </a:ext>
                </a:extLst>
              </p:cNvPr>
              <p:cNvSpPr/>
              <p:nvPr/>
            </p:nvSpPr>
            <p:spPr>
              <a:xfrm>
                <a:off x="204945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9809;p52">
                <a:extLst>
                  <a:ext uri="{FF2B5EF4-FFF2-40B4-BE49-F238E27FC236}">
                    <a16:creationId xmlns:a16="http://schemas.microsoft.com/office/drawing/2014/main" id="{D4536213-F5E1-63AB-3140-9341B2C7EF67}"/>
                  </a:ext>
                </a:extLst>
              </p:cNvPr>
              <p:cNvSpPr/>
              <p:nvPr/>
            </p:nvSpPr>
            <p:spPr>
              <a:xfrm>
                <a:off x="2049451" y="314264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9810;p52">
                <a:extLst>
                  <a:ext uri="{FF2B5EF4-FFF2-40B4-BE49-F238E27FC236}">
                    <a16:creationId xmlns:a16="http://schemas.microsoft.com/office/drawing/2014/main" id="{9BE75DD3-09A7-BA03-FF35-9BC1D0986D13}"/>
                  </a:ext>
                </a:extLst>
              </p:cNvPr>
              <p:cNvSpPr/>
              <p:nvPr/>
            </p:nvSpPr>
            <p:spPr>
              <a:xfrm>
                <a:off x="2049451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9811;p52">
                <a:extLst>
                  <a:ext uri="{FF2B5EF4-FFF2-40B4-BE49-F238E27FC236}">
                    <a16:creationId xmlns:a16="http://schemas.microsoft.com/office/drawing/2014/main" id="{5E7F404D-DB3C-DBBC-2A6E-35A674CFCFDC}"/>
                  </a:ext>
                </a:extLst>
              </p:cNvPr>
              <p:cNvSpPr/>
              <p:nvPr/>
            </p:nvSpPr>
            <p:spPr>
              <a:xfrm>
                <a:off x="204945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9812;p52">
                <a:extLst>
                  <a:ext uri="{FF2B5EF4-FFF2-40B4-BE49-F238E27FC236}">
                    <a16:creationId xmlns:a16="http://schemas.microsoft.com/office/drawing/2014/main" id="{1DE500D3-2D06-80CF-273F-B3736946CA9F}"/>
                  </a:ext>
                </a:extLst>
              </p:cNvPr>
              <p:cNvSpPr/>
              <p:nvPr/>
            </p:nvSpPr>
            <p:spPr>
              <a:xfrm>
                <a:off x="204890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9813;p52">
                <a:extLst>
                  <a:ext uri="{FF2B5EF4-FFF2-40B4-BE49-F238E27FC236}">
                    <a16:creationId xmlns:a16="http://schemas.microsoft.com/office/drawing/2014/main" id="{EDEDF5FB-DFB5-CCFE-7384-9FDF95103BD2}"/>
                  </a:ext>
                </a:extLst>
              </p:cNvPr>
              <p:cNvSpPr/>
              <p:nvPr/>
            </p:nvSpPr>
            <p:spPr>
              <a:xfrm>
                <a:off x="204945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9814;p52">
                <a:extLst>
                  <a:ext uri="{FF2B5EF4-FFF2-40B4-BE49-F238E27FC236}">
                    <a16:creationId xmlns:a16="http://schemas.microsoft.com/office/drawing/2014/main" id="{A0876FD7-1B2B-28A9-B187-E9C07F5B683D}"/>
                  </a:ext>
                </a:extLst>
              </p:cNvPr>
              <p:cNvSpPr/>
              <p:nvPr/>
            </p:nvSpPr>
            <p:spPr>
              <a:xfrm>
                <a:off x="1995157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9815;p52">
                <a:extLst>
                  <a:ext uri="{FF2B5EF4-FFF2-40B4-BE49-F238E27FC236}">
                    <a16:creationId xmlns:a16="http://schemas.microsoft.com/office/drawing/2014/main" id="{8D7CA5CB-D186-42E8-D810-E0113FB10685}"/>
                  </a:ext>
                </a:extLst>
              </p:cNvPr>
              <p:cNvSpPr/>
              <p:nvPr/>
            </p:nvSpPr>
            <p:spPr>
              <a:xfrm>
                <a:off x="199571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9816;p52">
                <a:extLst>
                  <a:ext uri="{FF2B5EF4-FFF2-40B4-BE49-F238E27FC236}">
                    <a16:creationId xmlns:a16="http://schemas.microsoft.com/office/drawing/2014/main" id="{7B557113-F522-ACFC-5AAD-30C3C785B638}"/>
                  </a:ext>
                </a:extLst>
              </p:cNvPr>
              <p:cNvSpPr/>
              <p:nvPr/>
            </p:nvSpPr>
            <p:spPr>
              <a:xfrm>
                <a:off x="199515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9817;p52">
                <a:extLst>
                  <a:ext uri="{FF2B5EF4-FFF2-40B4-BE49-F238E27FC236}">
                    <a16:creationId xmlns:a16="http://schemas.microsoft.com/office/drawing/2014/main" id="{9ED1DEFE-2955-AA67-97DC-8FD5DFD50962}"/>
                  </a:ext>
                </a:extLst>
              </p:cNvPr>
              <p:cNvSpPr/>
              <p:nvPr/>
            </p:nvSpPr>
            <p:spPr>
              <a:xfrm>
                <a:off x="199571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9818;p52">
                <a:extLst>
                  <a:ext uri="{FF2B5EF4-FFF2-40B4-BE49-F238E27FC236}">
                    <a16:creationId xmlns:a16="http://schemas.microsoft.com/office/drawing/2014/main" id="{071D18DF-1A19-CC87-3BB4-9CC3F1EA6CE3}"/>
                  </a:ext>
                </a:extLst>
              </p:cNvPr>
              <p:cNvSpPr/>
              <p:nvPr/>
            </p:nvSpPr>
            <p:spPr>
              <a:xfrm>
                <a:off x="199571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9819;p52">
                <a:extLst>
                  <a:ext uri="{FF2B5EF4-FFF2-40B4-BE49-F238E27FC236}">
                    <a16:creationId xmlns:a16="http://schemas.microsoft.com/office/drawing/2014/main" id="{C64DFB46-D2F7-C8F2-90EA-D10A07004E5D}"/>
                  </a:ext>
                </a:extLst>
              </p:cNvPr>
              <p:cNvSpPr/>
              <p:nvPr/>
            </p:nvSpPr>
            <p:spPr>
              <a:xfrm>
                <a:off x="199571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9820;p52">
                <a:extLst>
                  <a:ext uri="{FF2B5EF4-FFF2-40B4-BE49-F238E27FC236}">
                    <a16:creationId xmlns:a16="http://schemas.microsoft.com/office/drawing/2014/main" id="{9A8388DE-56D1-3E8C-1790-6F673563924D}"/>
                  </a:ext>
                </a:extLst>
              </p:cNvPr>
              <p:cNvSpPr/>
              <p:nvPr/>
            </p:nvSpPr>
            <p:spPr>
              <a:xfrm>
                <a:off x="199571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9821;p52">
                <a:extLst>
                  <a:ext uri="{FF2B5EF4-FFF2-40B4-BE49-F238E27FC236}">
                    <a16:creationId xmlns:a16="http://schemas.microsoft.com/office/drawing/2014/main" id="{7F07E408-4468-454D-C003-8510AED0876C}"/>
                  </a:ext>
                </a:extLst>
              </p:cNvPr>
              <p:cNvSpPr/>
              <p:nvPr/>
            </p:nvSpPr>
            <p:spPr>
              <a:xfrm>
                <a:off x="199571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9822;p52">
                <a:extLst>
                  <a:ext uri="{FF2B5EF4-FFF2-40B4-BE49-F238E27FC236}">
                    <a16:creationId xmlns:a16="http://schemas.microsoft.com/office/drawing/2014/main" id="{A3D7E970-4838-09A0-C969-6A205DC7D173}"/>
                  </a:ext>
                </a:extLst>
              </p:cNvPr>
              <p:cNvSpPr/>
              <p:nvPr/>
            </p:nvSpPr>
            <p:spPr>
              <a:xfrm>
                <a:off x="199571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9823;p52">
                <a:extLst>
                  <a:ext uri="{FF2B5EF4-FFF2-40B4-BE49-F238E27FC236}">
                    <a16:creationId xmlns:a16="http://schemas.microsoft.com/office/drawing/2014/main" id="{6EDCAD36-D82C-6AF5-7048-42137560B50D}"/>
                  </a:ext>
                </a:extLst>
              </p:cNvPr>
              <p:cNvSpPr/>
              <p:nvPr/>
            </p:nvSpPr>
            <p:spPr>
              <a:xfrm>
                <a:off x="1941423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9824;p52">
                <a:extLst>
                  <a:ext uri="{FF2B5EF4-FFF2-40B4-BE49-F238E27FC236}">
                    <a16:creationId xmlns:a16="http://schemas.microsoft.com/office/drawing/2014/main" id="{7F00F49B-6175-9FE1-2B89-6C59B386C797}"/>
                  </a:ext>
                </a:extLst>
              </p:cNvPr>
              <p:cNvSpPr/>
              <p:nvPr/>
            </p:nvSpPr>
            <p:spPr>
              <a:xfrm>
                <a:off x="1941953" y="3196321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9825;p52">
                <a:extLst>
                  <a:ext uri="{FF2B5EF4-FFF2-40B4-BE49-F238E27FC236}">
                    <a16:creationId xmlns:a16="http://schemas.microsoft.com/office/drawing/2014/main" id="{6C6E9B2D-B795-ECE4-678C-541447183777}"/>
                  </a:ext>
                </a:extLst>
              </p:cNvPr>
              <p:cNvSpPr/>
              <p:nvPr/>
            </p:nvSpPr>
            <p:spPr>
              <a:xfrm>
                <a:off x="1941423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9826;p52">
                <a:extLst>
                  <a:ext uri="{FF2B5EF4-FFF2-40B4-BE49-F238E27FC236}">
                    <a16:creationId xmlns:a16="http://schemas.microsoft.com/office/drawing/2014/main" id="{707DDBBC-C28C-8474-A452-2424057E94EE}"/>
                  </a:ext>
                </a:extLst>
              </p:cNvPr>
              <p:cNvSpPr/>
              <p:nvPr/>
            </p:nvSpPr>
            <p:spPr>
              <a:xfrm>
                <a:off x="194195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9827;p52">
                <a:extLst>
                  <a:ext uri="{FF2B5EF4-FFF2-40B4-BE49-F238E27FC236}">
                    <a16:creationId xmlns:a16="http://schemas.microsoft.com/office/drawing/2014/main" id="{AE5F1CA4-1B70-B952-E148-C22633F69356}"/>
                  </a:ext>
                </a:extLst>
              </p:cNvPr>
              <p:cNvSpPr/>
              <p:nvPr/>
            </p:nvSpPr>
            <p:spPr>
              <a:xfrm>
                <a:off x="1941953" y="292773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9828;p52">
                <a:extLst>
                  <a:ext uri="{FF2B5EF4-FFF2-40B4-BE49-F238E27FC236}">
                    <a16:creationId xmlns:a16="http://schemas.microsoft.com/office/drawing/2014/main" id="{7673A3FC-1827-F3E8-AF61-12676FE4066B}"/>
                  </a:ext>
                </a:extLst>
              </p:cNvPr>
              <p:cNvSpPr/>
              <p:nvPr/>
            </p:nvSpPr>
            <p:spPr>
              <a:xfrm>
                <a:off x="194195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9829;p52">
                <a:extLst>
                  <a:ext uri="{FF2B5EF4-FFF2-40B4-BE49-F238E27FC236}">
                    <a16:creationId xmlns:a16="http://schemas.microsoft.com/office/drawing/2014/main" id="{423D919C-FFC7-2EA8-BF16-753D0F91942A}"/>
                  </a:ext>
                </a:extLst>
              </p:cNvPr>
              <p:cNvSpPr/>
              <p:nvPr/>
            </p:nvSpPr>
            <p:spPr>
              <a:xfrm>
                <a:off x="1941953" y="2659124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9830;p52">
                <a:extLst>
                  <a:ext uri="{FF2B5EF4-FFF2-40B4-BE49-F238E27FC236}">
                    <a16:creationId xmlns:a16="http://schemas.microsoft.com/office/drawing/2014/main" id="{74B09CFE-B331-6D5A-D36F-6A71CEA85A54}"/>
                  </a:ext>
                </a:extLst>
              </p:cNvPr>
              <p:cNvSpPr/>
              <p:nvPr/>
            </p:nvSpPr>
            <p:spPr>
              <a:xfrm>
                <a:off x="1888281" y="314264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9831;p52">
                <a:extLst>
                  <a:ext uri="{FF2B5EF4-FFF2-40B4-BE49-F238E27FC236}">
                    <a16:creationId xmlns:a16="http://schemas.microsoft.com/office/drawing/2014/main" id="{BAC8F804-05D8-B78F-1944-51E38F6BE5DE}"/>
                  </a:ext>
                </a:extLst>
              </p:cNvPr>
              <p:cNvSpPr/>
              <p:nvPr/>
            </p:nvSpPr>
            <p:spPr>
              <a:xfrm>
                <a:off x="1887752" y="3088355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9832;p52">
                <a:extLst>
                  <a:ext uri="{FF2B5EF4-FFF2-40B4-BE49-F238E27FC236}">
                    <a16:creationId xmlns:a16="http://schemas.microsoft.com/office/drawing/2014/main" id="{1FF26641-A54E-29D5-61E2-79F290BE3924}"/>
                  </a:ext>
                </a:extLst>
              </p:cNvPr>
              <p:cNvSpPr/>
              <p:nvPr/>
            </p:nvSpPr>
            <p:spPr>
              <a:xfrm>
                <a:off x="1888281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9833;p52">
                <a:extLst>
                  <a:ext uri="{FF2B5EF4-FFF2-40B4-BE49-F238E27FC236}">
                    <a16:creationId xmlns:a16="http://schemas.microsoft.com/office/drawing/2014/main" id="{8FE8FC2B-DC97-F2C6-D037-73EE82CF4A98}"/>
                  </a:ext>
                </a:extLst>
              </p:cNvPr>
              <p:cNvSpPr/>
              <p:nvPr/>
            </p:nvSpPr>
            <p:spPr>
              <a:xfrm>
                <a:off x="1888281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9834;p52">
                <a:extLst>
                  <a:ext uri="{FF2B5EF4-FFF2-40B4-BE49-F238E27FC236}">
                    <a16:creationId xmlns:a16="http://schemas.microsoft.com/office/drawing/2014/main" id="{51ACAE22-D24D-095A-3FAB-0C73E28A31FD}"/>
                  </a:ext>
                </a:extLst>
              </p:cNvPr>
              <p:cNvSpPr/>
              <p:nvPr/>
            </p:nvSpPr>
            <p:spPr>
              <a:xfrm>
                <a:off x="1888281" y="2712857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9835;p52">
                <a:extLst>
                  <a:ext uri="{FF2B5EF4-FFF2-40B4-BE49-F238E27FC236}">
                    <a16:creationId xmlns:a16="http://schemas.microsoft.com/office/drawing/2014/main" id="{517CE6F4-82D4-0833-6B6C-C0AA6EDDC145}"/>
                  </a:ext>
                </a:extLst>
              </p:cNvPr>
              <p:cNvSpPr/>
              <p:nvPr/>
            </p:nvSpPr>
            <p:spPr>
              <a:xfrm>
                <a:off x="183398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9836;p52">
                <a:extLst>
                  <a:ext uri="{FF2B5EF4-FFF2-40B4-BE49-F238E27FC236}">
                    <a16:creationId xmlns:a16="http://schemas.microsoft.com/office/drawing/2014/main" id="{DD7E48D7-D5CD-5547-AEAC-BB7263E9B1BC}"/>
                  </a:ext>
                </a:extLst>
              </p:cNvPr>
              <p:cNvSpPr/>
              <p:nvPr/>
            </p:nvSpPr>
            <p:spPr>
              <a:xfrm>
                <a:off x="183454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9837;p52">
                <a:extLst>
                  <a:ext uri="{FF2B5EF4-FFF2-40B4-BE49-F238E27FC236}">
                    <a16:creationId xmlns:a16="http://schemas.microsoft.com/office/drawing/2014/main" id="{EF9893B3-805A-7083-58EB-929698F9FB8E}"/>
                  </a:ext>
                </a:extLst>
              </p:cNvPr>
              <p:cNvSpPr/>
              <p:nvPr/>
            </p:nvSpPr>
            <p:spPr>
              <a:xfrm>
                <a:off x="1833987" y="3034684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9838;p52">
                <a:extLst>
                  <a:ext uri="{FF2B5EF4-FFF2-40B4-BE49-F238E27FC236}">
                    <a16:creationId xmlns:a16="http://schemas.microsoft.com/office/drawing/2014/main" id="{DAE98B4B-F887-48AB-1077-B85B65AD373F}"/>
                  </a:ext>
                </a:extLst>
              </p:cNvPr>
              <p:cNvSpPr/>
              <p:nvPr/>
            </p:nvSpPr>
            <p:spPr>
              <a:xfrm>
                <a:off x="1834548" y="3035213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9839;p52">
                <a:extLst>
                  <a:ext uri="{FF2B5EF4-FFF2-40B4-BE49-F238E27FC236}">
                    <a16:creationId xmlns:a16="http://schemas.microsoft.com/office/drawing/2014/main" id="{47F81D67-431D-2518-35B7-526064414657}"/>
                  </a:ext>
                </a:extLst>
              </p:cNvPr>
              <p:cNvSpPr/>
              <p:nvPr/>
            </p:nvSpPr>
            <p:spPr>
              <a:xfrm>
                <a:off x="1833987" y="2980919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9840;p52">
                <a:extLst>
                  <a:ext uri="{FF2B5EF4-FFF2-40B4-BE49-F238E27FC236}">
                    <a16:creationId xmlns:a16="http://schemas.microsoft.com/office/drawing/2014/main" id="{A6186C3B-686B-3FA2-BD98-8840B41C082E}"/>
                  </a:ext>
                </a:extLst>
              </p:cNvPr>
              <p:cNvSpPr/>
              <p:nvPr/>
            </p:nvSpPr>
            <p:spPr>
              <a:xfrm>
                <a:off x="183454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9841;p52">
                <a:extLst>
                  <a:ext uri="{FF2B5EF4-FFF2-40B4-BE49-F238E27FC236}">
                    <a16:creationId xmlns:a16="http://schemas.microsoft.com/office/drawing/2014/main" id="{6A4DA74E-97A3-3380-0ACA-7BB6B7AC2CA6}"/>
                  </a:ext>
                </a:extLst>
              </p:cNvPr>
              <p:cNvSpPr/>
              <p:nvPr/>
            </p:nvSpPr>
            <p:spPr>
              <a:xfrm>
                <a:off x="1833987" y="292718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9842;p52">
                <a:extLst>
                  <a:ext uri="{FF2B5EF4-FFF2-40B4-BE49-F238E27FC236}">
                    <a16:creationId xmlns:a16="http://schemas.microsoft.com/office/drawing/2014/main" id="{E469191A-05D3-21E8-122B-37087E65F5D4}"/>
                  </a:ext>
                </a:extLst>
              </p:cNvPr>
              <p:cNvSpPr/>
              <p:nvPr/>
            </p:nvSpPr>
            <p:spPr>
              <a:xfrm>
                <a:off x="183454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9843;p52">
                <a:extLst>
                  <a:ext uri="{FF2B5EF4-FFF2-40B4-BE49-F238E27FC236}">
                    <a16:creationId xmlns:a16="http://schemas.microsoft.com/office/drawing/2014/main" id="{8B6C92E3-B11C-5635-E740-4C14C062EF12}"/>
                  </a:ext>
                </a:extLst>
              </p:cNvPr>
              <p:cNvSpPr/>
              <p:nvPr/>
            </p:nvSpPr>
            <p:spPr>
              <a:xfrm>
                <a:off x="1833987" y="2873498"/>
                <a:ext cx="54840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9844;p52">
                <a:extLst>
                  <a:ext uri="{FF2B5EF4-FFF2-40B4-BE49-F238E27FC236}">
                    <a16:creationId xmlns:a16="http://schemas.microsoft.com/office/drawing/2014/main" id="{2DA79F62-A1E2-F0CB-5599-2B4B05146FDA}"/>
                  </a:ext>
                </a:extLst>
              </p:cNvPr>
              <p:cNvSpPr/>
              <p:nvPr/>
            </p:nvSpPr>
            <p:spPr>
              <a:xfrm>
                <a:off x="183454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9845;p52">
                <a:extLst>
                  <a:ext uri="{FF2B5EF4-FFF2-40B4-BE49-F238E27FC236}">
                    <a16:creationId xmlns:a16="http://schemas.microsoft.com/office/drawing/2014/main" id="{56D00DAA-10C8-50A4-5F2A-BE6953D747C8}"/>
                  </a:ext>
                </a:extLst>
              </p:cNvPr>
              <p:cNvSpPr/>
              <p:nvPr/>
            </p:nvSpPr>
            <p:spPr>
              <a:xfrm>
                <a:off x="1833987" y="281976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9846;p52">
                <a:extLst>
                  <a:ext uri="{FF2B5EF4-FFF2-40B4-BE49-F238E27FC236}">
                    <a16:creationId xmlns:a16="http://schemas.microsoft.com/office/drawing/2014/main" id="{C5C89363-CF57-1907-9BEF-2386D29E9A69}"/>
                  </a:ext>
                </a:extLst>
              </p:cNvPr>
              <p:cNvSpPr/>
              <p:nvPr/>
            </p:nvSpPr>
            <p:spPr>
              <a:xfrm>
                <a:off x="1834548" y="282029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9847;p52">
                <a:extLst>
                  <a:ext uri="{FF2B5EF4-FFF2-40B4-BE49-F238E27FC236}">
                    <a16:creationId xmlns:a16="http://schemas.microsoft.com/office/drawing/2014/main" id="{0852FB14-44AF-4060-0A29-A1102DAC5529}"/>
                  </a:ext>
                </a:extLst>
              </p:cNvPr>
              <p:cNvSpPr/>
              <p:nvPr/>
            </p:nvSpPr>
            <p:spPr>
              <a:xfrm>
                <a:off x="1833987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9848;p52">
                <a:extLst>
                  <a:ext uri="{FF2B5EF4-FFF2-40B4-BE49-F238E27FC236}">
                    <a16:creationId xmlns:a16="http://schemas.microsoft.com/office/drawing/2014/main" id="{98B442D1-6094-AAE5-0621-DFE733E6D579}"/>
                  </a:ext>
                </a:extLst>
              </p:cNvPr>
              <p:cNvSpPr/>
              <p:nvPr/>
            </p:nvSpPr>
            <p:spPr>
              <a:xfrm>
                <a:off x="183454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283</Words>
  <Application>Microsoft Office PowerPoint</Application>
  <PresentationFormat>Apresentação na tela (16:9)</PresentationFormat>
  <Paragraphs>52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Advent Pro Medium</vt:lpstr>
      <vt:lpstr>Arial</vt:lpstr>
      <vt:lpstr>Advent Pro</vt:lpstr>
      <vt:lpstr>Orbitron ExtraBold</vt:lpstr>
      <vt:lpstr>Lato Black</vt:lpstr>
      <vt:lpstr>Lato</vt:lpstr>
      <vt:lpstr>Retro Video Games Newsletter Purple Variant by Slidesgo</vt:lpstr>
      <vt:lpstr>PAINEL DE ADMINISTRAÇÃO</vt:lpstr>
      <vt:lpstr>CONTEÚDO</vt:lpstr>
      <vt:lpstr>01</vt:lpstr>
      <vt:lpstr>ESCOPO</vt:lpstr>
      <vt:lpstr>02</vt:lpstr>
      <vt:lpstr>Apresentação do PowerPoint</vt:lpstr>
      <vt:lpstr>03</vt:lpstr>
      <vt:lpstr>Apresentação do PowerPoint</vt:lpstr>
      <vt:lpstr>04</vt:lpstr>
      <vt:lpstr>SOLID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Juliano Aleixo</dc:creator>
  <cp:lastModifiedBy>Juliano Aleixo</cp:lastModifiedBy>
  <cp:revision>4</cp:revision>
  <dcterms:modified xsi:type="dcterms:W3CDTF">2026-05-11T20:57:46Z</dcterms:modified>
</cp:coreProperties>
</file>