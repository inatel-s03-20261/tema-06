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2" r:id="rId6"/>
    <p:sldId id="280" r:id="rId7"/>
    <p:sldId id="293" r:id="rId8"/>
    <p:sldId id="283" r:id="rId9"/>
    <p:sldId id="291" r:id="rId10"/>
    <p:sldId id="290" r:id="rId11"/>
    <p:sldId id="292" r:id="rId12"/>
    <p:sldId id="278" r:id="rId13"/>
  </p:sldIdLst>
  <p:sldSz cx="9144000" cy="5143500" type="screen16x9"/>
  <p:notesSz cx="6858000" cy="9144000"/>
  <p:embeddedFontLst>
    <p:embeddedFont>
      <p:font typeface="Advent Pro" panose="020B0604020202020204" charset="0"/>
      <p:regular r:id="rId15"/>
      <p:bold r:id="rId16"/>
      <p:italic r:id="rId17"/>
      <p:boldItalic r:id="rId18"/>
    </p:embeddedFont>
    <p:embeddedFont>
      <p:font typeface="Advent Pro Medium" panose="020B0604020202020204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Lato Black" panose="020F0502020204030203" pitchFamily="34" charset="0"/>
      <p:bold r:id="rId27"/>
      <p:boldItalic r:id="rId28"/>
    </p:embeddedFont>
    <p:embeddedFont>
      <p:font typeface="Orbitron ExtraBold" panose="020B0604020202020204" charset="0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2C7648-B5A4-4FC1-931E-797F0ADB556B}">
  <a:tblStyle styleId="{842C7648-B5A4-4FC1-931E-797F0ADB55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" name="Google Shape;5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1" name="Google Shape;5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7" name="Google Shape;5597;g6e7e45355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8" name="Google Shape;5598;g6e7e45355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2" name="Google Shape;5622;g6e7e45355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3" name="Google Shape;5623;g6e7e45355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D177DFC5-F59F-FEAC-9136-D485546A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4462A122-D3C0-51D8-08E8-2416C1213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8E1F3D5C-72B1-E2EE-7158-F33FB396C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562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79B0F65E-E317-59E3-6515-B1FA811A0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2B3F985A-2DFD-5FB1-01D2-C5DEFADAD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0C4C173F-8224-7B25-6D6D-4B75DD6CD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6985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4E6A4E9A-420A-C875-DD63-F0240ABD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4920DAB7-0CAE-F4D7-7373-1BEBB8C83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8568CE6F-3332-7E1B-D71D-0FC68A1D7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460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332B22F8-A1E1-3348-63C1-552C655A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11D04C5D-52CE-85B5-6FF9-3F78D0A08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09AFF002-D098-9900-C7B0-8DF54CB42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159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F97C98B4-1702-F572-63EF-EFBD4D93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B695FFB9-4A45-20C7-F887-268590336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0AE2D66F-0088-02A2-84AB-6D3C2B260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031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60295974-0275-B442-6937-6CC9CC962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81B1F8F0-81B4-950B-E96A-15B3FE9D8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FE34D8B4-0F84-99FA-8E23-F8CA9C1A3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859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8" name="Google Shape;7138;g6edfa80311_0_37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9" name="Google Shape;7139;g6edfa80311_0_37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-259862" y="786553"/>
            <a:ext cx="1443946" cy="721968"/>
            <a:chOff x="311697" y="-12"/>
            <a:chExt cx="4437449" cy="2218709"/>
          </a:xfrm>
        </p:grpSpPr>
        <p:sp>
          <p:nvSpPr>
            <p:cNvPr id="14" name="Google Shape;1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344" name="Google Shape;34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3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674" name="Google Shape;674;p3"/>
            <p:cNvGrpSpPr/>
            <p:nvPr/>
          </p:nvGrpSpPr>
          <p:grpSpPr>
            <a:xfrm>
              <a:off x="2788951" y="3310126"/>
              <a:ext cx="831787" cy="721972"/>
              <a:chOff x="2788951" y="3310126"/>
              <a:chExt cx="831787" cy="721972"/>
            </a:xfrm>
          </p:grpSpPr>
          <p:sp>
            <p:nvSpPr>
              <p:cNvPr id="675" name="Google Shape;675;p3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3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724" name="Google Shape;724;p3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7" name="Google Shape;727;p3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8" name="Google Shape;728;p3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29" name="Google Shape;729;p3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"/>
          <p:cNvSpPr txBox="1">
            <a:spLocks noGrp="1"/>
          </p:cNvSpPr>
          <p:nvPr>
            <p:ph type="subTitle" idx="1"/>
          </p:nvPr>
        </p:nvSpPr>
        <p:spPr>
          <a:xfrm>
            <a:off x="15240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5"/>
          <p:cNvSpPr txBox="1">
            <a:spLocks noGrp="1"/>
          </p:cNvSpPr>
          <p:nvPr>
            <p:ph type="subTitle" idx="2"/>
          </p:nvPr>
        </p:nvSpPr>
        <p:spPr>
          <a:xfrm>
            <a:off x="15240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"/>
          <p:cNvSpPr txBox="1">
            <a:spLocks noGrp="1"/>
          </p:cNvSpPr>
          <p:nvPr>
            <p:ph type="subTitle" idx="3"/>
          </p:nvPr>
        </p:nvSpPr>
        <p:spPr>
          <a:xfrm>
            <a:off x="48768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5"/>
          <p:cNvSpPr txBox="1">
            <a:spLocks noGrp="1"/>
          </p:cNvSpPr>
          <p:nvPr>
            <p:ph type="subTitle" idx="4"/>
          </p:nvPr>
        </p:nvSpPr>
        <p:spPr>
          <a:xfrm>
            <a:off x="48768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6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"/>
          <p:cNvSpPr txBox="1">
            <a:spLocks noGrp="1"/>
          </p:cNvSpPr>
          <p:nvPr>
            <p:ph type="body" idx="1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marL="1828800" lvl="3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marL="2286000" lvl="4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marL="2743200" lvl="5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marL="3200400" lvl="6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marL="3657600" lvl="7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marL="4114800" lvl="8" indent="-330200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43" name="Google Shape;743;p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8"/>
          <p:cNvGrpSpPr/>
          <p:nvPr/>
        </p:nvGrpSpPr>
        <p:grpSpPr>
          <a:xfrm flipH="1">
            <a:off x="3794690" y="3966899"/>
            <a:ext cx="882039" cy="932704"/>
            <a:chOff x="7230575" y="3501811"/>
            <a:chExt cx="1540410" cy="1636035"/>
          </a:xfrm>
        </p:grpSpPr>
        <p:grpSp>
          <p:nvGrpSpPr>
            <p:cNvPr id="746" name="Google Shape;746;p8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747" name="Google Shape;747;p8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8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793" name="Google Shape;793;p8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8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8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8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8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8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8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8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8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8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8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8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8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8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8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8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8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8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8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8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8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8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8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8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8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8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8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8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8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8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8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8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8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8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8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8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8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8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8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8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8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8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8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2" name="Google Shape;932;p8"/>
          <p:cNvGrpSpPr/>
          <p:nvPr/>
        </p:nvGrpSpPr>
        <p:grpSpPr>
          <a:xfrm flipH="1">
            <a:off x="4772527" y="4289713"/>
            <a:ext cx="576768" cy="609899"/>
            <a:chOff x="6163859" y="4325295"/>
            <a:chExt cx="1007280" cy="1069810"/>
          </a:xfrm>
        </p:grpSpPr>
        <p:sp>
          <p:nvSpPr>
            <p:cNvPr id="933" name="Google Shape;933;p8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8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8"/>
          <p:cNvSpPr txBox="1">
            <a:spLocks noGrp="1"/>
          </p:cNvSpPr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19" name="Google Shape;1119;p8"/>
          <p:cNvGrpSpPr/>
          <p:nvPr/>
        </p:nvGrpSpPr>
        <p:grpSpPr>
          <a:xfrm>
            <a:off x="7398069" y="2977147"/>
            <a:ext cx="1128443" cy="564218"/>
            <a:chOff x="311697" y="-12"/>
            <a:chExt cx="4437449" cy="2218709"/>
          </a:xfrm>
        </p:grpSpPr>
        <p:sp>
          <p:nvSpPr>
            <p:cNvPr id="1120" name="Google Shape;112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8"/>
          <p:cNvGrpSpPr/>
          <p:nvPr/>
        </p:nvGrpSpPr>
        <p:grpSpPr>
          <a:xfrm>
            <a:off x="560813" y="539503"/>
            <a:ext cx="1443946" cy="721968"/>
            <a:chOff x="311697" y="-12"/>
            <a:chExt cx="4437449" cy="2218709"/>
          </a:xfrm>
        </p:grpSpPr>
        <p:sp>
          <p:nvSpPr>
            <p:cNvPr id="1450" name="Google Shape;145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9" name="Google Shape;1779;p8"/>
          <p:cNvGrpSpPr/>
          <p:nvPr/>
        </p:nvGrpSpPr>
        <p:grpSpPr>
          <a:xfrm>
            <a:off x="4103916" y="1106508"/>
            <a:ext cx="264001" cy="226285"/>
            <a:chOff x="753950" y="238125"/>
            <a:chExt cx="6111125" cy="5238075"/>
          </a:xfrm>
        </p:grpSpPr>
        <p:sp>
          <p:nvSpPr>
            <p:cNvPr id="1780" name="Google Shape;1780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8"/>
          <p:cNvGrpSpPr/>
          <p:nvPr/>
        </p:nvGrpSpPr>
        <p:grpSpPr>
          <a:xfrm>
            <a:off x="4439996" y="1106508"/>
            <a:ext cx="264001" cy="226285"/>
            <a:chOff x="753950" y="238125"/>
            <a:chExt cx="6111125" cy="5238075"/>
          </a:xfrm>
        </p:grpSpPr>
        <p:sp>
          <p:nvSpPr>
            <p:cNvPr id="1808" name="Google Shape;1808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8"/>
          <p:cNvGrpSpPr/>
          <p:nvPr/>
        </p:nvGrpSpPr>
        <p:grpSpPr>
          <a:xfrm>
            <a:off x="4776076" y="1106508"/>
            <a:ext cx="264001" cy="226285"/>
            <a:chOff x="753950" y="238125"/>
            <a:chExt cx="6111125" cy="5238075"/>
          </a:xfrm>
        </p:grpSpPr>
        <p:sp>
          <p:nvSpPr>
            <p:cNvPr id="1836" name="Google Shape;1836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bg>
      <p:bgPr>
        <a:solidFill>
          <a:schemeClr val="accent6"/>
        </a:solidFill>
        <a:effectLst/>
      </p:bgPr>
    </p:bg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7" name="Google Shape;1897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8" name="Google Shape;1898;p13"/>
          <p:cNvSpPr txBox="1">
            <a:spLocks noGrp="1"/>
          </p:cNvSpPr>
          <p:nvPr>
            <p:ph type="title" idx="2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3"/>
          <p:cNvSpPr txBox="1">
            <a:spLocks noGrp="1"/>
          </p:cNvSpPr>
          <p:nvPr>
            <p:ph type="subTitle" idx="1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0" name="Google Shape;1900;p13"/>
          <p:cNvSpPr txBox="1">
            <a:spLocks noGrp="1"/>
          </p:cNvSpPr>
          <p:nvPr>
            <p:ph type="title" idx="3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1" name="Google Shape;1901;p13"/>
          <p:cNvSpPr txBox="1">
            <a:spLocks noGrp="1"/>
          </p:cNvSpPr>
          <p:nvPr>
            <p:ph type="subTitle" idx="4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2" name="Google Shape;1902;p13"/>
          <p:cNvSpPr txBox="1">
            <a:spLocks noGrp="1"/>
          </p:cNvSpPr>
          <p:nvPr>
            <p:ph type="title" idx="5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3" name="Google Shape;1903;p13"/>
          <p:cNvSpPr txBox="1">
            <a:spLocks noGrp="1"/>
          </p:cNvSpPr>
          <p:nvPr>
            <p:ph type="subTitle" idx="6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4" name="Google Shape;1904;p13"/>
          <p:cNvSpPr txBox="1">
            <a:spLocks noGrp="1"/>
          </p:cNvSpPr>
          <p:nvPr>
            <p:ph type="title" idx="7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5" name="Google Shape;1905;p13"/>
          <p:cNvSpPr txBox="1">
            <a:spLocks noGrp="1"/>
          </p:cNvSpPr>
          <p:nvPr>
            <p:ph type="subTitle" idx="8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6" name="Google Shape;1906;p13"/>
          <p:cNvSpPr txBox="1">
            <a:spLocks noGrp="1"/>
          </p:cNvSpPr>
          <p:nvPr>
            <p:ph type="title" idx="9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7" name="Google Shape;1907;p13"/>
          <p:cNvSpPr txBox="1">
            <a:spLocks noGrp="1"/>
          </p:cNvSpPr>
          <p:nvPr>
            <p:ph type="subTitle" idx="13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6"/>
        </a:solidFill>
        <a:effectLst/>
      </p:bgPr>
    </p:bg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7" name="Google Shape;2287;p15"/>
          <p:cNvGrpSpPr/>
          <p:nvPr/>
        </p:nvGrpSpPr>
        <p:grpSpPr>
          <a:xfrm>
            <a:off x="-98650" y="2037325"/>
            <a:ext cx="9352525" cy="3275625"/>
            <a:chOff x="-98650" y="2037325"/>
            <a:chExt cx="9352525" cy="3275625"/>
          </a:xfrm>
        </p:grpSpPr>
        <p:sp>
          <p:nvSpPr>
            <p:cNvPr id="2288" name="Google Shape;2288;p15"/>
            <p:cNvSpPr/>
            <p:nvPr/>
          </p:nvSpPr>
          <p:spPr>
            <a:xfrm>
              <a:off x="-98650" y="4010850"/>
              <a:ext cx="25233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-98650" y="4584050"/>
              <a:ext cx="25233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-98650" y="4745950"/>
              <a:ext cx="25233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3488175" y="4010850"/>
              <a:ext cx="57657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3488175" y="4584050"/>
              <a:ext cx="57657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3488175" y="4745950"/>
              <a:ext cx="57657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7648575" y="2037325"/>
              <a:ext cx="1031700" cy="180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7648575" y="2218332"/>
              <a:ext cx="1031700" cy="124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7648575" y="2342924"/>
              <a:ext cx="1031700" cy="1668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7" name="Google Shape;2297;p15"/>
          <p:cNvGrpSpPr/>
          <p:nvPr/>
        </p:nvGrpSpPr>
        <p:grpSpPr>
          <a:xfrm>
            <a:off x="1031000" y="3038742"/>
            <a:ext cx="263998" cy="263956"/>
            <a:chOff x="1031000" y="3038742"/>
            <a:chExt cx="263998" cy="263956"/>
          </a:xfrm>
        </p:grpSpPr>
        <p:sp>
          <p:nvSpPr>
            <p:cNvPr id="2298" name="Google Shape;229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2" name="Google Shape;2302;p15"/>
          <p:cNvGrpSpPr/>
          <p:nvPr/>
        </p:nvGrpSpPr>
        <p:grpSpPr>
          <a:xfrm>
            <a:off x="1031000" y="2611917"/>
            <a:ext cx="263998" cy="263956"/>
            <a:chOff x="1031000" y="3038742"/>
            <a:chExt cx="263998" cy="263956"/>
          </a:xfrm>
        </p:grpSpPr>
        <p:sp>
          <p:nvSpPr>
            <p:cNvPr id="2303" name="Google Shape;2303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7" name="Google Shape;2307;p15"/>
          <p:cNvGrpSpPr/>
          <p:nvPr/>
        </p:nvGrpSpPr>
        <p:grpSpPr>
          <a:xfrm>
            <a:off x="1031000" y="2185092"/>
            <a:ext cx="263998" cy="263956"/>
            <a:chOff x="1031000" y="3038742"/>
            <a:chExt cx="263998" cy="263956"/>
          </a:xfrm>
        </p:grpSpPr>
        <p:sp>
          <p:nvSpPr>
            <p:cNvPr id="2308" name="Google Shape;230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2" name="Google Shape;2312;p1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13" name="Google Shape;2313;p15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14" name="Google Shape;2314;p15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bg>
      <p:bgPr>
        <a:solidFill>
          <a:schemeClr val="accent6"/>
        </a:solidFill>
        <a:effectLst/>
      </p:bgPr>
    </p:bg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7" name="Google Shape;2327;p18"/>
          <p:cNvGrpSpPr/>
          <p:nvPr/>
        </p:nvGrpSpPr>
        <p:grpSpPr>
          <a:xfrm>
            <a:off x="232963" y="174778"/>
            <a:ext cx="1443946" cy="721968"/>
            <a:chOff x="311697" y="-12"/>
            <a:chExt cx="4437449" cy="2218709"/>
          </a:xfrm>
        </p:grpSpPr>
        <p:sp>
          <p:nvSpPr>
            <p:cNvPr id="2328" name="Google Shape;232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7" name="Google Shape;2657;p18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2658" name="Google Shape;265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7" name="Google Shape;2987;p18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88" name="Google Shape;2988;p18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89" name="Google Shape;2989;p18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990" name="Google Shape;2990;p18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sp>
          <p:nvSpPr>
            <p:cNvPr id="2991" name="Google Shape;2991;p18"/>
            <p:cNvSpPr/>
            <p:nvPr/>
          </p:nvSpPr>
          <p:spPr>
            <a:xfrm>
              <a:off x="0" y="4025575"/>
              <a:ext cx="91440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8"/>
            <p:cNvSpPr/>
            <p:nvPr/>
          </p:nvSpPr>
          <p:spPr>
            <a:xfrm>
              <a:off x="0" y="4598775"/>
              <a:ext cx="91440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8"/>
            <p:cNvSpPr/>
            <p:nvPr/>
          </p:nvSpPr>
          <p:spPr>
            <a:xfrm>
              <a:off x="0" y="4760675"/>
              <a:ext cx="91440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8"/>
            <p:cNvSpPr/>
            <p:nvPr/>
          </p:nvSpPr>
          <p:spPr>
            <a:xfrm>
              <a:off x="0" y="1475275"/>
              <a:ext cx="16116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8"/>
            <p:cNvSpPr/>
            <p:nvPr/>
          </p:nvSpPr>
          <p:spPr>
            <a:xfrm>
              <a:off x="0" y="2048475"/>
              <a:ext cx="16116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8"/>
            <p:cNvSpPr/>
            <p:nvPr/>
          </p:nvSpPr>
          <p:spPr>
            <a:xfrm>
              <a:off x="0" y="2204175"/>
              <a:ext cx="1611600" cy="1821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7" name="Google Shape;2997;p18"/>
            <p:cNvGrpSpPr/>
            <p:nvPr/>
          </p:nvGrpSpPr>
          <p:grpSpPr>
            <a:xfrm>
              <a:off x="514651" y="1474590"/>
              <a:ext cx="582277" cy="2550888"/>
              <a:chOff x="573900" y="1154950"/>
              <a:chExt cx="538000" cy="2396100"/>
            </a:xfrm>
          </p:grpSpPr>
          <p:sp>
            <p:nvSpPr>
              <p:cNvPr id="2998" name="Google Shape;2998;p18"/>
              <p:cNvSpPr/>
              <p:nvPr/>
            </p:nvSpPr>
            <p:spPr>
              <a:xfrm>
                <a:off x="5739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18"/>
              <p:cNvSpPr/>
              <p:nvPr/>
            </p:nvSpPr>
            <p:spPr>
              <a:xfrm>
                <a:off x="10402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18"/>
              <p:cNvSpPr/>
              <p:nvPr/>
            </p:nvSpPr>
            <p:spPr>
              <a:xfrm>
                <a:off x="595400" y="13773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18"/>
              <p:cNvSpPr/>
              <p:nvPr/>
            </p:nvSpPr>
            <p:spPr>
              <a:xfrm>
                <a:off x="595400" y="17540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18"/>
              <p:cNvSpPr/>
              <p:nvPr/>
            </p:nvSpPr>
            <p:spPr>
              <a:xfrm>
                <a:off x="613325" y="213063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18"/>
              <p:cNvSpPr/>
              <p:nvPr/>
            </p:nvSpPr>
            <p:spPr>
              <a:xfrm>
                <a:off x="595400" y="250726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18"/>
              <p:cNvSpPr/>
              <p:nvPr/>
            </p:nvSpPr>
            <p:spPr>
              <a:xfrm>
                <a:off x="595400" y="28838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18"/>
              <p:cNvSpPr/>
              <p:nvPr/>
            </p:nvSpPr>
            <p:spPr>
              <a:xfrm>
                <a:off x="613325" y="32605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SECTION_HEADER_1_2_1">
    <p:bg>
      <p:bgPr>
        <a:solidFill>
          <a:schemeClr val="accent6"/>
        </a:solidFill>
        <a:effectLst/>
      </p:bgPr>
    </p:bg>
    <p:spTree>
      <p:nvGrpSpPr>
        <p:cNvPr id="1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23"/>
          <p:cNvSpPr txBox="1">
            <a:spLocks noGrp="1"/>
          </p:cNvSpPr>
          <p:nvPr>
            <p:ph type="title"/>
          </p:nvPr>
        </p:nvSpPr>
        <p:spPr>
          <a:xfrm>
            <a:off x="1334700" y="839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97" name="Google Shape;4097;p23"/>
          <p:cNvSpPr txBox="1">
            <a:spLocks noGrp="1"/>
          </p:cNvSpPr>
          <p:nvPr>
            <p:ph type="subTitle" idx="1"/>
          </p:nvPr>
        </p:nvSpPr>
        <p:spPr>
          <a:xfrm>
            <a:off x="2466750" y="1760850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98" name="Google Shape;4098;p23"/>
          <p:cNvSpPr txBox="1"/>
          <p:nvPr/>
        </p:nvSpPr>
        <p:spPr>
          <a:xfrm>
            <a:off x="2568900" y="3737600"/>
            <a:ext cx="40062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CREDITS: This presentation template was created by Slidesgo, including icons by Flaticon, and infographics &amp; images by Freepik. </a:t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oogle Shape;4100;p24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4101" name="Google Shape;4101;p24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4102" name="Google Shape;4102;p24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4103" name="Google Shape;4103;p24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4" name="Google Shape;4104;p24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5" name="Google Shape;4105;p24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6" name="Google Shape;4106;p24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24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8" name="Google Shape;4108;p24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9" name="Google Shape;4109;p24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24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1" name="Google Shape;4111;p24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2" name="Google Shape;4112;p24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24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4" name="Google Shape;4114;p24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5" name="Google Shape;4115;p24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6" name="Google Shape;4116;p24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24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24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24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24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24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24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24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24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24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24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24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24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24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24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24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2" name="Google Shape;4132;p24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3" name="Google Shape;4133;p24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4" name="Google Shape;4134;p24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5" name="Google Shape;4135;p24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24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7" name="Google Shape;4137;p24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8" name="Google Shape;4138;p24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9" name="Google Shape;4139;p24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0" name="Google Shape;4140;p24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41" name="Google Shape;4141;p24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48" name="Google Shape;4148;p24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4149" name="Google Shape;4149;p24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0" name="Google Shape;4150;p24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1" name="Google Shape;4151;p24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2" name="Google Shape;4152;p24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3" name="Google Shape;4153;p24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4" name="Google Shape;4154;p24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5" name="Google Shape;4155;p24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6" name="Google Shape;4156;p24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7" name="Google Shape;4157;p24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8" name="Google Shape;4158;p24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9" name="Google Shape;4159;p24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0" name="Google Shape;4160;p24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1" name="Google Shape;4161;p24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2" name="Google Shape;4162;p24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3" name="Google Shape;4163;p24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4" name="Google Shape;4164;p24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5" name="Google Shape;4165;p24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24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24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24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24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24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24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2" name="Google Shape;4172;p24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3" name="Google Shape;4173;p24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24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5" name="Google Shape;4175;p24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6" name="Google Shape;4176;p24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24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8" name="Google Shape;4178;p24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9" name="Google Shape;4179;p24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24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1" name="Google Shape;4181;p24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2" name="Google Shape;4182;p24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24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4" name="Google Shape;4184;p24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5" name="Google Shape;4185;p24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24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7" name="Google Shape;4187;p24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8" name="Google Shape;4188;p24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24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0" name="Google Shape;4190;p24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1" name="Google Shape;4191;p24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24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3" name="Google Shape;4193;p24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4" name="Google Shape;4194;p24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24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6" name="Google Shape;4196;p24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7" name="Google Shape;4197;p24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24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9" name="Google Shape;4199;p24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0" name="Google Shape;4200;p24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24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2" name="Google Shape;4202;p24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3" name="Google Shape;4203;p24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24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5" name="Google Shape;4205;p24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6" name="Google Shape;4206;p24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7" name="Google Shape;4207;p24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8" name="Google Shape;4208;p24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24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0" name="Google Shape;4210;p24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1" name="Google Shape;4211;p24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2" name="Google Shape;4212;p24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3" name="Google Shape;4213;p24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4" name="Google Shape;4214;p24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5" name="Google Shape;4215;p24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6" name="Google Shape;4216;p24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7" name="Google Shape;4217;p24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8" name="Google Shape;4218;p24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9" name="Google Shape;4219;p24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0" name="Google Shape;4220;p24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24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2" name="Google Shape;4222;p24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3" name="Google Shape;4223;p24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24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5" name="Google Shape;4225;p24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6" name="Google Shape;4226;p24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7" name="Google Shape;4227;p24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8" name="Google Shape;4228;p24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9" name="Google Shape;4229;p24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24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1" name="Google Shape;4231;p24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2" name="Google Shape;4232;p24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24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4" name="Google Shape;4234;p24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5" name="Google Shape;4235;p24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6" name="Google Shape;4236;p24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7" name="Google Shape;4237;p24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8" name="Google Shape;4238;p24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9" name="Google Shape;4239;p24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0" name="Google Shape;4240;p24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1" name="Google Shape;4241;p24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2" name="Google Shape;4242;p24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3" name="Google Shape;4243;p24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4" name="Google Shape;4244;p24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5" name="Google Shape;4245;p24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6" name="Google Shape;4246;p24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7" name="Google Shape;4247;p24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8" name="Google Shape;4248;p24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9" name="Google Shape;4249;p24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0" name="Google Shape;4250;p24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1" name="Google Shape;4251;p24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2" name="Google Shape;4252;p24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3" name="Google Shape;4253;p24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4" name="Google Shape;4254;p24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5" name="Google Shape;4255;p24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6" name="Google Shape;4256;p24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7" name="Google Shape;4257;p24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8" name="Google Shape;4258;p24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9" name="Google Shape;4259;p24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0" name="Google Shape;4260;p24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1" name="Google Shape;4261;p24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2" name="Google Shape;4262;p24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3" name="Google Shape;4263;p24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4" name="Google Shape;4264;p24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5" name="Google Shape;4265;p24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24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7" name="Google Shape;4267;p24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8" name="Google Shape;4268;p24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24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0" name="Google Shape;4270;p24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1" name="Google Shape;4271;p24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24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3" name="Google Shape;4273;p24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4" name="Google Shape;4274;p24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24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6" name="Google Shape;4276;p24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7" name="Google Shape;4277;p24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8" name="Google Shape;4278;p24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9" name="Google Shape;4279;p24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0" name="Google Shape;4280;p24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1" name="Google Shape;4281;p24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2" name="Google Shape;4282;p24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3" name="Google Shape;4283;p24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24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5" name="Google Shape;4285;p24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6" name="Google Shape;4286;p24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24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88" name="Google Shape;4288;p24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4289" name="Google Shape;4289;p24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24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24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24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24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24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24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24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24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24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24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24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24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24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24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24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24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24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24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24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24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24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24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24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24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24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4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4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4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4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4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4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4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4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4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24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24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4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24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24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24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24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24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24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24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24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24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24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24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24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24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24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24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24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24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24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24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24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24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24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24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24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24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24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24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24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24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24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24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24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24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24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24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24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24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24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24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24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24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24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24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24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24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24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24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24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24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24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24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24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24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24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24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24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24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24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4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24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24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4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24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24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4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24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24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4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24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24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4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24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24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24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24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24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24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24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24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24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24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24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24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24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24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24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24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24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24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24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24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24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24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24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24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24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24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24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24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24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24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24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24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24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24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24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24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24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24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24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24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24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24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24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24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24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24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24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24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24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4474" name="Google Shape;4474;p24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24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24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24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24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24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80" name="Google Shape;4480;p24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4481" name="Google Shape;4481;p24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24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24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24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24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24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24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24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489" name="Google Shape;4489;p24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1" name="Google Shape;4491;p25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4492" name="Google Shape;449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1" name="Google Shape;4821;p25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4822" name="Google Shape;482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1" name="Google Shape;5151;p25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5152" name="Google Shape;515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1" r:id="rId8"/>
    <p:sldLayoutId id="2147483664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3" name="Google Shape;5493;p29"/>
          <p:cNvSpPr txBox="1">
            <a:spLocks noGrp="1"/>
          </p:cNvSpPr>
          <p:nvPr>
            <p:ph type="ctrTitle"/>
          </p:nvPr>
        </p:nvSpPr>
        <p:spPr>
          <a:xfrm>
            <a:off x="1214796" y="2030953"/>
            <a:ext cx="6714407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PAINEL DE ADMINISTRAÇÃO</a:t>
            </a:r>
            <a:endParaRPr dirty="0"/>
          </a:p>
        </p:txBody>
      </p:sp>
      <p:sp>
        <p:nvSpPr>
          <p:cNvPr id="5494" name="Google Shape;5494;p29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6</a:t>
            </a:r>
            <a:endParaRPr dirty="0"/>
          </a:p>
        </p:txBody>
      </p:sp>
      <p:grpSp>
        <p:nvGrpSpPr>
          <p:cNvPr id="5495" name="Google Shape;5495;p29"/>
          <p:cNvGrpSpPr/>
          <p:nvPr/>
        </p:nvGrpSpPr>
        <p:grpSpPr>
          <a:xfrm>
            <a:off x="2933218" y="1108096"/>
            <a:ext cx="924613" cy="792521"/>
            <a:chOff x="753950" y="238125"/>
            <a:chExt cx="6111125" cy="5238075"/>
          </a:xfrm>
        </p:grpSpPr>
        <p:sp>
          <p:nvSpPr>
            <p:cNvPr id="5496" name="Google Shape;5496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3" name="Google Shape;5523;p29"/>
          <p:cNvGrpSpPr/>
          <p:nvPr/>
        </p:nvGrpSpPr>
        <p:grpSpPr>
          <a:xfrm>
            <a:off x="4109693" y="1108096"/>
            <a:ext cx="924613" cy="792521"/>
            <a:chOff x="753950" y="238125"/>
            <a:chExt cx="6111125" cy="5238075"/>
          </a:xfrm>
        </p:grpSpPr>
        <p:sp>
          <p:nvSpPr>
            <p:cNvPr id="5524" name="Google Shape;5524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1" name="Google Shape;5551;p29"/>
          <p:cNvGrpSpPr/>
          <p:nvPr/>
        </p:nvGrpSpPr>
        <p:grpSpPr>
          <a:xfrm>
            <a:off x="5286168" y="1108096"/>
            <a:ext cx="924613" cy="792521"/>
            <a:chOff x="753950" y="238125"/>
            <a:chExt cx="6111125" cy="5238075"/>
          </a:xfrm>
        </p:grpSpPr>
        <p:sp>
          <p:nvSpPr>
            <p:cNvPr id="5552" name="Google Shape;5552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7D0B1098-6AE1-0840-3CCB-43A878B3327A}"/>
              </a:ext>
            </a:extLst>
          </p:cNvPr>
          <p:cNvSpPr/>
          <p:nvPr/>
        </p:nvSpPr>
        <p:spPr>
          <a:xfrm>
            <a:off x="992396" y="2292936"/>
            <a:ext cx="7159202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00" name="Google Shape;5600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CONTEÚDO</a:t>
            </a:r>
            <a:endParaRPr dirty="0"/>
          </a:p>
        </p:txBody>
      </p:sp>
      <p:grpSp>
        <p:nvGrpSpPr>
          <p:cNvPr id="5601" name="Google Shape;5601;p31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602" name="Google Shape;5602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6" name="Google Shape;5606;p31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607" name="Google Shape;5607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3" name="Google Shape;5613;p31">
            <a:hlinkClick r:id="rId3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2797386" y="1341160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DIAGRAMA DE CASOS DE USO</a:t>
            </a:r>
            <a:endParaRPr sz="14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B3AA9F7-8D45-7C17-6EDD-6362BDF849AA}"/>
              </a:ext>
            </a:extLst>
          </p:cNvPr>
          <p:cNvCxnSpPr>
            <a:cxnSpLocks/>
          </p:cNvCxnSpPr>
          <p:nvPr/>
        </p:nvCxnSpPr>
        <p:spPr>
          <a:xfrm>
            <a:off x="1022773" y="2073909"/>
            <a:ext cx="7084907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614" name="Google Shape;5614;p31"/>
          <p:cNvSpPr txBox="1">
            <a:spLocks noGrp="1"/>
          </p:cNvSpPr>
          <p:nvPr>
            <p:ph type="subTitle" idx="4"/>
          </p:nvPr>
        </p:nvSpPr>
        <p:spPr>
          <a:xfrm>
            <a:off x="2797386" y="1600969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Casos de uso do painel de administração</a:t>
            </a:r>
            <a:endParaRPr dirty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5654F2E-FD85-1976-966E-2B428AAA9EC6}"/>
              </a:ext>
            </a:extLst>
          </p:cNvPr>
          <p:cNvCxnSpPr>
            <a:cxnSpLocks/>
          </p:cNvCxnSpPr>
          <p:nvPr/>
        </p:nvCxnSpPr>
        <p:spPr>
          <a:xfrm>
            <a:off x="1022773" y="2886696"/>
            <a:ext cx="7098453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8DEBB4B4-8ABA-1349-A0FD-235A70EACC83}"/>
              </a:ext>
            </a:extLst>
          </p:cNvPr>
          <p:cNvSpPr/>
          <p:nvPr/>
        </p:nvSpPr>
        <p:spPr>
          <a:xfrm>
            <a:off x="890691" y="3568992"/>
            <a:ext cx="7184128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02A38C72-457C-7B66-EA80-5C8E41B367D6}"/>
              </a:ext>
            </a:extLst>
          </p:cNvPr>
          <p:cNvSpPr txBox="1">
            <a:spLocks/>
          </p:cNvSpPr>
          <p:nvPr/>
        </p:nvSpPr>
        <p:spPr>
          <a:xfrm>
            <a:off x="2793566" y="3003757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400" dirty="0"/>
              <a:t>ARQUITETURA – FRONT END</a:t>
            </a:r>
          </a:p>
        </p:txBody>
      </p:sp>
      <p:sp>
        <p:nvSpPr>
          <p:cNvPr id="4" name="Google Shape;5614;p31">
            <a:extLst>
              <a:ext uri="{FF2B5EF4-FFF2-40B4-BE49-F238E27FC236}">
                <a16:creationId xmlns:a16="http://schemas.microsoft.com/office/drawing/2014/main" id="{9E7A80B6-2D59-E2FB-DC9B-EE19A2100206}"/>
              </a:ext>
            </a:extLst>
          </p:cNvPr>
          <p:cNvSpPr txBox="1">
            <a:spLocks/>
          </p:cNvSpPr>
          <p:nvPr/>
        </p:nvSpPr>
        <p:spPr>
          <a:xfrm>
            <a:off x="2651502" y="3282494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Demonstração do Front End e sua arquitetura</a:t>
            </a:r>
          </a:p>
        </p:txBody>
      </p:sp>
      <p:sp>
        <p:nvSpPr>
          <p:cNvPr id="5615" name="Google Shape;5615;p31">
            <a:hlinkClick r:id="rId4" action="ppaction://hlinksldjump"/>
          </p:cNvPr>
          <p:cNvSpPr txBox="1">
            <a:spLocks noGrp="1"/>
          </p:cNvSpPr>
          <p:nvPr>
            <p:ph type="title" idx="5"/>
          </p:nvPr>
        </p:nvSpPr>
        <p:spPr>
          <a:xfrm>
            <a:off x="2797386" y="2126905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DIAGRAMA DE CLASSES</a:t>
            </a:r>
            <a:endParaRPr sz="1400" dirty="0"/>
          </a:p>
        </p:txBody>
      </p:sp>
      <p:sp>
        <p:nvSpPr>
          <p:cNvPr id="5616" name="Google Shape;5616;p31"/>
          <p:cNvSpPr txBox="1">
            <a:spLocks noGrp="1"/>
          </p:cNvSpPr>
          <p:nvPr>
            <p:ph type="subTitle" idx="6"/>
          </p:nvPr>
        </p:nvSpPr>
        <p:spPr>
          <a:xfrm>
            <a:off x="2797386" y="2419310"/>
            <a:ext cx="3549227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Classes do painel de administração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05E354D-CCA7-35C3-32C8-CE96B8A28BCA}"/>
              </a:ext>
            </a:extLst>
          </p:cNvPr>
          <p:cNvCxnSpPr>
            <a:cxnSpLocks/>
          </p:cNvCxnSpPr>
          <p:nvPr/>
        </p:nvCxnSpPr>
        <p:spPr>
          <a:xfrm>
            <a:off x="1022773" y="3777392"/>
            <a:ext cx="7052046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3C41738F-E035-380D-A93E-1D61878578E1}"/>
              </a:ext>
            </a:extLst>
          </p:cNvPr>
          <p:cNvSpPr txBox="1">
            <a:spLocks/>
          </p:cNvSpPr>
          <p:nvPr/>
        </p:nvSpPr>
        <p:spPr>
          <a:xfrm>
            <a:off x="2793566" y="3740305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400" dirty="0"/>
              <a:t>ARQUITETURA – BACK END</a:t>
            </a:r>
          </a:p>
        </p:txBody>
      </p:sp>
      <p:sp>
        <p:nvSpPr>
          <p:cNvPr id="13" name="Google Shape;5614;p31">
            <a:extLst>
              <a:ext uri="{FF2B5EF4-FFF2-40B4-BE49-F238E27FC236}">
                <a16:creationId xmlns:a16="http://schemas.microsoft.com/office/drawing/2014/main" id="{E114CBD0-432D-CB82-1942-F02000E7ADEB}"/>
              </a:ext>
            </a:extLst>
          </p:cNvPr>
          <p:cNvSpPr txBox="1">
            <a:spLocks/>
          </p:cNvSpPr>
          <p:nvPr/>
        </p:nvSpPr>
        <p:spPr>
          <a:xfrm>
            <a:off x="2651502" y="4019042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Demonstração do Back End e sua arquitetura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5" name="Google Shape;5625;p32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626" name="Google Shape;5626;p32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Casos de Uso</a:t>
            </a:r>
            <a:endParaRPr dirty="0"/>
          </a:p>
        </p:txBody>
      </p:sp>
      <p:grpSp>
        <p:nvGrpSpPr>
          <p:cNvPr id="5628" name="Google Shape;5628;p32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5629" name="Google Shape;5629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6" name="Google Shape;5656;p32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5657" name="Google Shape;5657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4" name="Google Shape;5684;p32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5685" name="Google Shape;5685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12" name="Google Shape;5712;p32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3" name="Google Shape;5713;p32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2D09872D-2487-AD9A-6778-D9B983394D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7" name="Google Shape;8531;p52">
            <a:extLst>
              <a:ext uri="{FF2B5EF4-FFF2-40B4-BE49-F238E27FC236}">
                <a16:creationId xmlns:a16="http://schemas.microsoft.com/office/drawing/2014/main" id="{7922E888-E7FD-D02E-3060-46ABA0624CEC}"/>
              </a:ext>
            </a:extLst>
          </p:cNvPr>
          <p:cNvGrpSpPr/>
          <p:nvPr/>
        </p:nvGrpSpPr>
        <p:grpSpPr>
          <a:xfrm>
            <a:off x="167394" y="4387165"/>
            <a:ext cx="455752" cy="560715"/>
            <a:chOff x="2856407" y="3716606"/>
            <a:chExt cx="699536" cy="860643"/>
          </a:xfrm>
        </p:grpSpPr>
        <p:sp>
          <p:nvSpPr>
            <p:cNvPr id="8" name="Google Shape;8532;p52">
              <a:extLst>
                <a:ext uri="{FF2B5EF4-FFF2-40B4-BE49-F238E27FC236}">
                  <a16:creationId xmlns:a16="http://schemas.microsoft.com/office/drawing/2014/main" id="{432CC2C7-8C91-2130-7FE4-8FF6C2624190}"/>
                </a:ext>
              </a:extLst>
            </p:cNvPr>
            <p:cNvSpPr/>
            <p:nvPr/>
          </p:nvSpPr>
          <p:spPr>
            <a:xfrm>
              <a:off x="350108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33;p52">
              <a:extLst>
                <a:ext uri="{FF2B5EF4-FFF2-40B4-BE49-F238E27FC236}">
                  <a16:creationId xmlns:a16="http://schemas.microsoft.com/office/drawing/2014/main" id="{49F02D4C-4334-BE6F-8D49-BF35F4CE0CD6}"/>
                </a:ext>
              </a:extLst>
            </p:cNvPr>
            <p:cNvSpPr/>
            <p:nvPr/>
          </p:nvSpPr>
          <p:spPr>
            <a:xfrm>
              <a:off x="350108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34;p52">
              <a:extLst>
                <a:ext uri="{FF2B5EF4-FFF2-40B4-BE49-F238E27FC236}">
                  <a16:creationId xmlns:a16="http://schemas.microsoft.com/office/drawing/2014/main" id="{E727F149-A719-826B-2A3E-91694BB2A1DE}"/>
                </a:ext>
              </a:extLst>
            </p:cNvPr>
            <p:cNvSpPr/>
            <p:nvPr/>
          </p:nvSpPr>
          <p:spPr>
            <a:xfrm>
              <a:off x="350108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35;p52">
              <a:extLst>
                <a:ext uri="{FF2B5EF4-FFF2-40B4-BE49-F238E27FC236}">
                  <a16:creationId xmlns:a16="http://schemas.microsoft.com/office/drawing/2014/main" id="{9A8C7262-0668-D68C-FB69-DE66F3891B70}"/>
                </a:ext>
              </a:extLst>
            </p:cNvPr>
            <p:cNvSpPr/>
            <p:nvPr/>
          </p:nvSpPr>
          <p:spPr>
            <a:xfrm>
              <a:off x="344733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36;p52">
              <a:extLst>
                <a:ext uri="{FF2B5EF4-FFF2-40B4-BE49-F238E27FC236}">
                  <a16:creationId xmlns:a16="http://schemas.microsoft.com/office/drawing/2014/main" id="{DA25061A-AF29-BFC1-09BD-CD4BE254B1EF}"/>
                </a:ext>
              </a:extLst>
            </p:cNvPr>
            <p:cNvSpPr/>
            <p:nvPr/>
          </p:nvSpPr>
          <p:spPr>
            <a:xfrm>
              <a:off x="344733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37;p52">
              <a:extLst>
                <a:ext uri="{FF2B5EF4-FFF2-40B4-BE49-F238E27FC236}">
                  <a16:creationId xmlns:a16="http://schemas.microsoft.com/office/drawing/2014/main" id="{5AB2444F-3E4C-8B9A-7289-352D7095E59A}"/>
                </a:ext>
              </a:extLst>
            </p:cNvPr>
            <p:cNvSpPr/>
            <p:nvPr/>
          </p:nvSpPr>
          <p:spPr>
            <a:xfrm>
              <a:off x="344788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38;p52">
              <a:extLst>
                <a:ext uri="{FF2B5EF4-FFF2-40B4-BE49-F238E27FC236}">
                  <a16:creationId xmlns:a16="http://schemas.microsoft.com/office/drawing/2014/main" id="{608B2F70-B5DA-DA08-BD6D-573ADF35D5A2}"/>
                </a:ext>
              </a:extLst>
            </p:cNvPr>
            <p:cNvSpPr/>
            <p:nvPr/>
          </p:nvSpPr>
          <p:spPr>
            <a:xfrm>
              <a:off x="344733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39;p52">
              <a:extLst>
                <a:ext uri="{FF2B5EF4-FFF2-40B4-BE49-F238E27FC236}">
                  <a16:creationId xmlns:a16="http://schemas.microsoft.com/office/drawing/2014/main" id="{9860320A-D388-31B5-AA5E-554F9DB133BE}"/>
                </a:ext>
              </a:extLst>
            </p:cNvPr>
            <p:cNvSpPr/>
            <p:nvPr/>
          </p:nvSpPr>
          <p:spPr>
            <a:xfrm>
              <a:off x="344788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40;p52">
              <a:extLst>
                <a:ext uri="{FF2B5EF4-FFF2-40B4-BE49-F238E27FC236}">
                  <a16:creationId xmlns:a16="http://schemas.microsoft.com/office/drawing/2014/main" id="{7CCA54C0-CA2E-6A04-C2A9-013A18CD58AF}"/>
                </a:ext>
              </a:extLst>
            </p:cNvPr>
            <p:cNvSpPr/>
            <p:nvPr/>
          </p:nvSpPr>
          <p:spPr>
            <a:xfrm>
              <a:off x="344733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41;p52">
              <a:extLst>
                <a:ext uri="{FF2B5EF4-FFF2-40B4-BE49-F238E27FC236}">
                  <a16:creationId xmlns:a16="http://schemas.microsoft.com/office/drawing/2014/main" id="{88AC215A-786D-B87D-0B71-DC9EB9724D34}"/>
                </a:ext>
              </a:extLst>
            </p:cNvPr>
            <p:cNvSpPr/>
            <p:nvPr/>
          </p:nvSpPr>
          <p:spPr>
            <a:xfrm>
              <a:off x="344788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42;p52">
              <a:extLst>
                <a:ext uri="{FF2B5EF4-FFF2-40B4-BE49-F238E27FC236}">
                  <a16:creationId xmlns:a16="http://schemas.microsoft.com/office/drawing/2014/main" id="{03817671-0FB9-094D-FBBC-DBBD3873824C}"/>
                </a:ext>
              </a:extLst>
            </p:cNvPr>
            <p:cNvSpPr/>
            <p:nvPr/>
          </p:nvSpPr>
          <p:spPr>
            <a:xfrm>
              <a:off x="339366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43;p52">
              <a:extLst>
                <a:ext uri="{FF2B5EF4-FFF2-40B4-BE49-F238E27FC236}">
                  <a16:creationId xmlns:a16="http://schemas.microsoft.com/office/drawing/2014/main" id="{619DE87E-83B2-388E-357F-2B280A99225A}"/>
                </a:ext>
              </a:extLst>
            </p:cNvPr>
            <p:cNvSpPr/>
            <p:nvPr/>
          </p:nvSpPr>
          <p:spPr>
            <a:xfrm>
              <a:off x="3394196" y="446926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44;p52">
              <a:extLst>
                <a:ext uri="{FF2B5EF4-FFF2-40B4-BE49-F238E27FC236}">
                  <a16:creationId xmlns:a16="http://schemas.microsoft.com/office/drawing/2014/main" id="{5EFA704A-8F7E-9C04-7E24-5150FEF0D479}"/>
                </a:ext>
              </a:extLst>
            </p:cNvPr>
            <p:cNvSpPr/>
            <p:nvPr/>
          </p:nvSpPr>
          <p:spPr>
            <a:xfrm>
              <a:off x="339366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45;p52">
              <a:extLst>
                <a:ext uri="{FF2B5EF4-FFF2-40B4-BE49-F238E27FC236}">
                  <a16:creationId xmlns:a16="http://schemas.microsoft.com/office/drawing/2014/main" id="{1C283F6F-C205-1AB9-08FF-3D551C1DDA84}"/>
                </a:ext>
              </a:extLst>
            </p:cNvPr>
            <p:cNvSpPr/>
            <p:nvPr/>
          </p:nvSpPr>
          <p:spPr>
            <a:xfrm>
              <a:off x="3394196" y="436176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46;p52">
              <a:extLst>
                <a:ext uri="{FF2B5EF4-FFF2-40B4-BE49-F238E27FC236}">
                  <a16:creationId xmlns:a16="http://schemas.microsoft.com/office/drawing/2014/main" id="{41BB7A4D-16B2-41B0-230E-822E5D6E62DE}"/>
                </a:ext>
              </a:extLst>
            </p:cNvPr>
            <p:cNvSpPr/>
            <p:nvPr/>
          </p:nvSpPr>
          <p:spPr>
            <a:xfrm>
              <a:off x="339366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47;p52">
              <a:extLst>
                <a:ext uri="{FF2B5EF4-FFF2-40B4-BE49-F238E27FC236}">
                  <a16:creationId xmlns:a16="http://schemas.microsoft.com/office/drawing/2014/main" id="{22A8DEA6-C01B-F6CD-FD70-7D3632F4EE95}"/>
                </a:ext>
              </a:extLst>
            </p:cNvPr>
            <p:cNvSpPr/>
            <p:nvPr/>
          </p:nvSpPr>
          <p:spPr>
            <a:xfrm>
              <a:off x="3394196" y="430809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48;p52">
              <a:extLst>
                <a:ext uri="{FF2B5EF4-FFF2-40B4-BE49-F238E27FC236}">
                  <a16:creationId xmlns:a16="http://schemas.microsoft.com/office/drawing/2014/main" id="{E61D2FF7-963D-C81F-6A6D-043A49AEA382}"/>
                </a:ext>
              </a:extLst>
            </p:cNvPr>
            <p:cNvSpPr/>
            <p:nvPr/>
          </p:nvSpPr>
          <p:spPr>
            <a:xfrm>
              <a:off x="339366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9;p52">
              <a:extLst>
                <a:ext uri="{FF2B5EF4-FFF2-40B4-BE49-F238E27FC236}">
                  <a16:creationId xmlns:a16="http://schemas.microsoft.com/office/drawing/2014/main" id="{E3D27AC5-F6FE-5721-42D2-E7AE23440879}"/>
                </a:ext>
              </a:extLst>
            </p:cNvPr>
            <p:cNvSpPr/>
            <p:nvPr/>
          </p:nvSpPr>
          <p:spPr>
            <a:xfrm>
              <a:off x="3394196" y="4254332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0;p52">
              <a:extLst>
                <a:ext uri="{FF2B5EF4-FFF2-40B4-BE49-F238E27FC236}">
                  <a16:creationId xmlns:a16="http://schemas.microsoft.com/office/drawing/2014/main" id="{DC1850B9-8494-4BCE-9DE5-2B31AC1198AE}"/>
                </a:ext>
              </a:extLst>
            </p:cNvPr>
            <p:cNvSpPr/>
            <p:nvPr/>
          </p:nvSpPr>
          <p:spPr>
            <a:xfrm>
              <a:off x="339366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6" y="3515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51;p52">
              <a:extLst>
                <a:ext uri="{FF2B5EF4-FFF2-40B4-BE49-F238E27FC236}">
                  <a16:creationId xmlns:a16="http://schemas.microsoft.com/office/drawing/2014/main" id="{54FDFAAD-F070-9DA4-0B8F-1F2428FF622B}"/>
                </a:ext>
              </a:extLst>
            </p:cNvPr>
            <p:cNvSpPr/>
            <p:nvPr/>
          </p:nvSpPr>
          <p:spPr>
            <a:xfrm>
              <a:off x="3394196" y="414692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52;p52">
              <a:extLst>
                <a:ext uri="{FF2B5EF4-FFF2-40B4-BE49-F238E27FC236}">
                  <a16:creationId xmlns:a16="http://schemas.microsoft.com/office/drawing/2014/main" id="{1D6E50BA-B997-C74D-2538-764D55E03617}"/>
                </a:ext>
              </a:extLst>
            </p:cNvPr>
            <p:cNvSpPr/>
            <p:nvPr/>
          </p:nvSpPr>
          <p:spPr>
            <a:xfrm>
              <a:off x="3339917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53;p52">
              <a:extLst>
                <a:ext uri="{FF2B5EF4-FFF2-40B4-BE49-F238E27FC236}">
                  <a16:creationId xmlns:a16="http://schemas.microsoft.com/office/drawing/2014/main" id="{3B1029DB-AEF9-09FF-ED62-E94EBF8DC0FB}"/>
                </a:ext>
              </a:extLst>
            </p:cNvPr>
            <p:cNvSpPr/>
            <p:nvPr/>
          </p:nvSpPr>
          <p:spPr>
            <a:xfrm>
              <a:off x="334046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54;p52">
              <a:extLst>
                <a:ext uri="{FF2B5EF4-FFF2-40B4-BE49-F238E27FC236}">
                  <a16:creationId xmlns:a16="http://schemas.microsoft.com/office/drawing/2014/main" id="{4CDF187C-0B06-1FB9-0AAB-9681F8E851F3}"/>
                </a:ext>
              </a:extLst>
            </p:cNvPr>
            <p:cNvSpPr/>
            <p:nvPr/>
          </p:nvSpPr>
          <p:spPr>
            <a:xfrm>
              <a:off x="333991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55;p52">
              <a:extLst>
                <a:ext uri="{FF2B5EF4-FFF2-40B4-BE49-F238E27FC236}">
                  <a16:creationId xmlns:a16="http://schemas.microsoft.com/office/drawing/2014/main" id="{E75F63A7-0B79-E202-B20F-0F2917810C22}"/>
                </a:ext>
              </a:extLst>
            </p:cNvPr>
            <p:cNvSpPr/>
            <p:nvPr/>
          </p:nvSpPr>
          <p:spPr>
            <a:xfrm>
              <a:off x="334046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556;p52">
              <a:extLst>
                <a:ext uri="{FF2B5EF4-FFF2-40B4-BE49-F238E27FC236}">
                  <a16:creationId xmlns:a16="http://schemas.microsoft.com/office/drawing/2014/main" id="{6701E748-100C-7111-621C-61BB4FEA853E}"/>
                </a:ext>
              </a:extLst>
            </p:cNvPr>
            <p:cNvSpPr/>
            <p:nvPr/>
          </p:nvSpPr>
          <p:spPr>
            <a:xfrm>
              <a:off x="333991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557;p52">
              <a:extLst>
                <a:ext uri="{FF2B5EF4-FFF2-40B4-BE49-F238E27FC236}">
                  <a16:creationId xmlns:a16="http://schemas.microsoft.com/office/drawing/2014/main" id="{8DC1D9CF-1A7A-FF20-F7F8-C4F27B576F60}"/>
                </a:ext>
              </a:extLst>
            </p:cNvPr>
            <p:cNvSpPr/>
            <p:nvPr/>
          </p:nvSpPr>
          <p:spPr>
            <a:xfrm>
              <a:off x="334046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558;p52">
              <a:extLst>
                <a:ext uri="{FF2B5EF4-FFF2-40B4-BE49-F238E27FC236}">
                  <a16:creationId xmlns:a16="http://schemas.microsoft.com/office/drawing/2014/main" id="{730E677F-C0D5-D900-A2DA-2F5A411722F2}"/>
                </a:ext>
              </a:extLst>
            </p:cNvPr>
            <p:cNvSpPr/>
            <p:nvPr/>
          </p:nvSpPr>
          <p:spPr>
            <a:xfrm>
              <a:off x="333991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559;p52">
              <a:extLst>
                <a:ext uri="{FF2B5EF4-FFF2-40B4-BE49-F238E27FC236}">
                  <a16:creationId xmlns:a16="http://schemas.microsoft.com/office/drawing/2014/main" id="{2A876E6B-D564-F015-2D31-F70FD3645A19}"/>
                </a:ext>
              </a:extLst>
            </p:cNvPr>
            <p:cNvSpPr/>
            <p:nvPr/>
          </p:nvSpPr>
          <p:spPr>
            <a:xfrm>
              <a:off x="334046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560;p52">
              <a:extLst>
                <a:ext uri="{FF2B5EF4-FFF2-40B4-BE49-F238E27FC236}">
                  <a16:creationId xmlns:a16="http://schemas.microsoft.com/office/drawing/2014/main" id="{7EAE1CCB-5AB0-FC88-2877-52ED14C27A2C}"/>
                </a:ext>
              </a:extLst>
            </p:cNvPr>
            <p:cNvSpPr/>
            <p:nvPr/>
          </p:nvSpPr>
          <p:spPr>
            <a:xfrm>
              <a:off x="328616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561;p52">
              <a:extLst>
                <a:ext uri="{FF2B5EF4-FFF2-40B4-BE49-F238E27FC236}">
                  <a16:creationId xmlns:a16="http://schemas.microsoft.com/office/drawing/2014/main" id="{8A3267AD-1C8D-A463-96E4-D02AF6F5AA6F}"/>
                </a:ext>
              </a:extLst>
            </p:cNvPr>
            <p:cNvSpPr/>
            <p:nvPr/>
          </p:nvSpPr>
          <p:spPr>
            <a:xfrm>
              <a:off x="3286697" y="446926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562;p52">
              <a:extLst>
                <a:ext uri="{FF2B5EF4-FFF2-40B4-BE49-F238E27FC236}">
                  <a16:creationId xmlns:a16="http://schemas.microsoft.com/office/drawing/2014/main" id="{7CF76847-ABC5-925E-CE77-65182F698457}"/>
                </a:ext>
              </a:extLst>
            </p:cNvPr>
            <p:cNvSpPr/>
            <p:nvPr/>
          </p:nvSpPr>
          <p:spPr>
            <a:xfrm>
              <a:off x="328616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563;p52">
              <a:extLst>
                <a:ext uri="{FF2B5EF4-FFF2-40B4-BE49-F238E27FC236}">
                  <a16:creationId xmlns:a16="http://schemas.microsoft.com/office/drawing/2014/main" id="{07D276A0-3835-6809-2A4A-382A96DF54B7}"/>
                </a:ext>
              </a:extLst>
            </p:cNvPr>
            <p:cNvSpPr/>
            <p:nvPr/>
          </p:nvSpPr>
          <p:spPr>
            <a:xfrm>
              <a:off x="3286697" y="436176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564;p52">
              <a:extLst>
                <a:ext uri="{FF2B5EF4-FFF2-40B4-BE49-F238E27FC236}">
                  <a16:creationId xmlns:a16="http://schemas.microsoft.com/office/drawing/2014/main" id="{1052B53F-9532-315E-5213-BD370EB87499}"/>
                </a:ext>
              </a:extLst>
            </p:cNvPr>
            <p:cNvSpPr/>
            <p:nvPr/>
          </p:nvSpPr>
          <p:spPr>
            <a:xfrm>
              <a:off x="328616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65;p52">
              <a:extLst>
                <a:ext uri="{FF2B5EF4-FFF2-40B4-BE49-F238E27FC236}">
                  <a16:creationId xmlns:a16="http://schemas.microsoft.com/office/drawing/2014/main" id="{3C4FBB05-97C4-CFE9-1E5D-B7F2F1CB3270}"/>
                </a:ext>
              </a:extLst>
            </p:cNvPr>
            <p:cNvSpPr/>
            <p:nvPr/>
          </p:nvSpPr>
          <p:spPr>
            <a:xfrm>
              <a:off x="3286697" y="430809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66;p52">
              <a:extLst>
                <a:ext uri="{FF2B5EF4-FFF2-40B4-BE49-F238E27FC236}">
                  <a16:creationId xmlns:a16="http://schemas.microsoft.com/office/drawing/2014/main" id="{7E78743A-EA3E-5701-787B-85F1097CDA68}"/>
                </a:ext>
              </a:extLst>
            </p:cNvPr>
            <p:cNvSpPr/>
            <p:nvPr/>
          </p:nvSpPr>
          <p:spPr>
            <a:xfrm>
              <a:off x="328616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67;p52">
              <a:extLst>
                <a:ext uri="{FF2B5EF4-FFF2-40B4-BE49-F238E27FC236}">
                  <a16:creationId xmlns:a16="http://schemas.microsoft.com/office/drawing/2014/main" id="{2E6F9C3D-6F39-86DC-084E-C6C90AAFC4CE}"/>
                </a:ext>
              </a:extLst>
            </p:cNvPr>
            <p:cNvSpPr/>
            <p:nvPr/>
          </p:nvSpPr>
          <p:spPr>
            <a:xfrm>
              <a:off x="3286697" y="4254332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68;p52">
              <a:extLst>
                <a:ext uri="{FF2B5EF4-FFF2-40B4-BE49-F238E27FC236}">
                  <a16:creationId xmlns:a16="http://schemas.microsoft.com/office/drawing/2014/main" id="{FDDB2D1F-CB19-808B-7C42-C880CE509150}"/>
                </a:ext>
              </a:extLst>
            </p:cNvPr>
            <p:cNvSpPr/>
            <p:nvPr/>
          </p:nvSpPr>
          <p:spPr>
            <a:xfrm>
              <a:off x="328616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69;p52">
              <a:extLst>
                <a:ext uri="{FF2B5EF4-FFF2-40B4-BE49-F238E27FC236}">
                  <a16:creationId xmlns:a16="http://schemas.microsoft.com/office/drawing/2014/main" id="{52E40E37-75F1-9CE6-D35F-395A0FFF9308}"/>
                </a:ext>
              </a:extLst>
            </p:cNvPr>
            <p:cNvSpPr/>
            <p:nvPr/>
          </p:nvSpPr>
          <p:spPr>
            <a:xfrm>
              <a:off x="323249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70;p52">
              <a:extLst>
                <a:ext uri="{FF2B5EF4-FFF2-40B4-BE49-F238E27FC236}">
                  <a16:creationId xmlns:a16="http://schemas.microsoft.com/office/drawing/2014/main" id="{95B5F42E-0CA7-569C-7EEB-20F4E041449D}"/>
                </a:ext>
              </a:extLst>
            </p:cNvPr>
            <p:cNvSpPr/>
            <p:nvPr/>
          </p:nvSpPr>
          <p:spPr>
            <a:xfrm>
              <a:off x="3233026" y="446926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571;p52">
              <a:extLst>
                <a:ext uri="{FF2B5EF4-FFF2-40B4-BE49-F238E27FC236}">
                  <a16:creationId xmlns:a16="http://schemas.microsoft.com/office/drawing/2014/main" id="{2B050DD1-78C1-DAA7-1394-0E8B84DF5B4E}"/>
                </a:ext>
              </a:extLst>
            </p:cNvPr>
            <p:cNvSpPr/>
            <p:nvPr/>
          </p:nvSpPr>
          <p:spPr>
            <a:xfrm>
              <a:off x="323249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572;p52">
              <a:extLst>
                <a:ext uri="{FF2B5EF4-FFF2-40B4-BE49-F238E27FC236}">
                  <a16:creationId xmlns:a16="http://schemas.microsoft.com/office/drawing/2014/main" id="{1BBE5821-0AB9-B5D9-6572-383D61EB24EE}"/>
                </a:ext>
              </a:extLst>
            </p:cNvPr>
            <p:cNvSpPr/>
            <p:nvPr/>
          </p:nvSpPr>
          <p:spPr>
            <a:xfrm>
              <a:off x="3233026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573;p52">
              <a:extLst>
                <a:ext uri="{FF2B5EF4-FFF2-40B4-BE49-F238E27FC236}">
                  <a16:creationId xmlns:a16="http://schemas.microsoft.com/office/drawing/2014/main" id="{BE62C75F-36F1-2247-5132-3C48A5F89F8A}"/>
                </a:ext>
              </a:extLst>
            </p:cNvPr>
            <p:cNvSpPr/>
            <p:nvPr/>
          </p:nvSpPr>
          <p:spPr>
            <a:xfrm>
              <a:off x="323249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574;p52">
              <a:extLst>
                <a:ext uri="{FF2B5EF4-FFF2-40B4-BE49-F238E27FC236}">
                  <a16:creationId xmlns:a16="http://schemas.microsoft.com/office/drawing/2014/main" id="{FBA3E101-8AB9-CA5C-1F6A-197B99B8FA54}"/>
                </a:ext>
              </a:extLst>
            </p:cNvPr>
            <p:cNvSpPr/>
            <p:nvPr/>
          </p:nvSpPr>
          <p:spPr>
            <a:xfrm>
              <a:off x="3233026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75;p52">
              <a:extLst>
                <a:ext uri="{FF2B5EF4-FFF2-40B4-BE49-F238E27FC236}">
                  <a16:creationId xmlns:a16="http://schemas.microsoft.com/office/drawing/2014/main" id="{23B358C1-234C-2C28-A00D-A5BD10EDE840}"/>
                </a:ext>
              </a:extLst>
            </p:cNvPr>
            <p:cNvSpPr/>
            <p:nvPr/>
          </p:nvSpPr>
          <p:spPr>
            <a:xfrm>
              <a:off x="323249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76;p52">
              <a:extLst>
                <a:ext uri="{FF2B5EF4-FFF2-40B4-BE49-F238E27FC236}">
                  <a16:creationId xmlns:a16="http://schemas.microsoft.com/office/drawing/2014/main" id="{6D7C7417-8E54-D7C8-5E8D-D74A4AA812C5}"/>
                </a:ext>
              </a:extLst>
            </p:cNvPr>
            <p:cNvSpPr/>
            <p:nvPr/>
          </p:nvSpPr>
          <p:spPr>
            <a:xfrm>
              <a:off x="3233026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7;p52">
              <a:extLst>
                <a:ext uri="{FF2B5EF4-FFF2-40B4-BE49-F238E27FC236}">
                  <a16:creationId xmlns:a16="http://schemas.microsoft.com/office/drawing/2014/main" id="{277FFB07-E1F6-5908-19C1-68D7D7E91EF4}"/>
                </a:ext>
              </a:extLst>
            </p:cNvPr>
            <p:cNvSpPr/>
            <p:nvPr/>
          </p:nvSpPr>
          <p:spPr>
            <a:xfrm>
              <a:off x="323249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7" y="3515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78;p52">
              <a:extLst>
                <a:ext uri="{FF2B5EF4-FFF2-40B4-BE49-F238E27FC236}">
                  <a16:creationId xmlns:a16="http://schemas.microsoft.com/office/drawing/2014/main" id="{91356D00-CE5A-23AB-65F7-FAD3746E48DB}"/>
                </a:ext>
              </a:extLst>
            </p:cNvPr>
            <p:cNvSpPr/>
            <p:nvPr/>
          </p:nvSpPr>
          <p:spPr>
            <a:xfrm>
              <a:off x="3233026" y="414692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79;p52">
              <a:extLst>
                <a:ext uri="{FF2B5EF4-FFF2-40B4-BE49-F238E27FC236}">
                  <a16:creationId xmlns:a16="http://schemas.microsoft.com/office/drawing/2014/main" id="{6D8ADCC1-D333-B2C5-A203-EC771F570949}"/>
                </a:ext>
              </a:extLst>
            </p:cNvPr>
            <p:cNvSpPr/>
            <p:nvPr/>
          </p:nvSpPr>
          <p:spPr>
            <a:xfrm>
              <a:off x="3232496" y="3877776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580;p52">
              <a:extLst>
                <a:ext uri="{FF2B5EF4-FFF2-40B4-BE49-F238E27FC236}">
                  <a16:creationId xmlns:a16="http://schemas.microsoft.com/office/drawing/2014/main" id="{57E5C0D1-C781-C2F1-D44B-51CCE1C90B58}"/>
                </a:ext>
              </a:extLst>
            </p:cNvPr>
            <p:cNvSpPr/>
            <p:nvPr/>
          </p:nvSpPr>
          <p:spPr>
            <a:xfrm>
              <a:off x="3232496" y="3824042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581;p52">
              <a:extLst>
                <a:ext uri="{FF2B5EF4-FFF2-40B4-BE49-F238E27FC236}">
                  <a16:creationId xmlns:a16="http://schemas.microsoft.com/office/drawing/2014/main" id="{7695F3A3-150C-D3D6-DF7D-0C46D915388C}"/>
                </a:ext>
              </a:extLst>
            </p:cNvPr>
            <p:cNvSpPr/>
            <p:nvPr/>
          </p:nvSpPr>
          <p:spPr>
            <a:xfrm>
              <a:off x="3233026" y="3824571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582;p52">
              <a:extLst>
                <a:ext uri="{FF2B5EF4-FFF2-40B4-BE49-F238E27FC236}">
                  <a16:creationId xmlns:a16="http://schemas.microsoft.com/office/drawing/2014/main" id="{039E9D4E-DE15-97C5-96BC-711407772498}"/>
                </a:ext>
              </a:extLst>
            </p:cNvPr>
            <p:cNvSpPr/>
            <p:nvPr/>
          </p:nvSpPr>
          <p:spPr>
            <a:xfrm>
              <a:off x="3232496" y="3770277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83;p52">
              <a:extLst>
                <a:ext uri="{FF2B5EF4-FFF2-40B4-BE49-F238E27FC236}">
                  <a16:creationId xmlns:a16="http://schemas.microsoft.com/office/drawing/2014/main" id="{445DE467-48A6-4E68-ED32-CDC21868D87E}"/>
                </a:ext>
              </a:extLst>
            </p:cNvPr>
            <p:cNvSpPr/>
            <p:nvPr/>
          </p:nvSpPr>
          <p:spPr>
            <a:xfrm>
              <a:off x="3233026" y="3770838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84;p52">
              <a:extLst>
                <a:ext uri="{FF2B5EF4-FFF2-40B4-BE49-F238E27FC236}">
                  <a16:creationId xmlns:a16="http://schemas.microsoft.com/office/drawing/2014/main" id="{E6A8FAB4-EEE2-BC88-671E-824D9CC3F4B1}"/>
                </a:ext>
              </a:extLst>
            </p:cNvPr>
            <p:cNvSpPr/>
            <p:nvPr/>
          </p:nvSpPr>
          <p:spPr>
            <a:xfrm>
              <a:off x="3232496" y="3716606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585;p52">
              <a:extLst>
                <a:ext uri="{FF2B5EF4-FFF2-40B4-BE49-F238E27FC236}">
                  <a16:creationId xmlns:a16="http://schemas.microsoft.com/office/drawing/2014/main" id="{736286CE-318A-6BF1-965E-B19016AEA485}"/>
                </a:ext>
              </a:extLst>
            </p:cNvPr>
            <p:cNvSpPr/>
            <p:nvPr/>
          </p:nvSpPr>
          <p:spPr>
            <a:xfrm>
              <a:off x="317873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586;p52">
              <a:extLst>
                <a:ext uri="{FF2B5EF4-FFF2-40B4-BE49-F238E27FC236}">
                  <a16:creationId xmlns:a16="http://schemas.microsoft.com/office/drawing/2014/main" id="{8D55B28C-7BE8-2CD0-FE6E-1B189CB3A2A7}"/>
                </a:ext>
              </a:extLst>
            </p:cNvPr>
            <p:cNvSpPr/>
            <p:nvPr/>
          </p:nvSpPr>
          <p:spPr>
            <a:xfrm>
              <a:off x="317929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587;p52">
              <a:extLst>
                <a:ext uri="{FF2B5EF4-FFF2-40B4-BE49-F238E27FC236}">
                  <a16:creationId xmlns:a16="http://schemas.microsoft.com/office/drawing/2014/main" id="{3AA45DB6-8CED-BB4E-89A4-C86059AC999E}"/>
                </a:ext>
              </a:extLst>
            </p:cNvPr>
            <p:cNvSpPr/>
            <p:nvPr/>
          </p:nvSpPr>
          <p:spPr>
            <a:xfrm>
              <a:off x="317873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8588;p52">
              <a:extLst>
                <a:ext uri="{FF2B5EF4-FFF2-40B4-BE49-F238E27FC236}">
                  <a16:creationId xmlns:a16="http://schemas.microsoft.com/office/drawing/2014/main" id="{DD42C4CD-6632-C340-37C3-6F2D692FFB0E}"/>
                </a:ext>
              </a:extLst>
            </p:cNvPr>
            <p:cNvSpPr/>
            <p:nvPr/>
          </p:nvSpPr>
          <p:spPr>
            <a:xfrm>
              <a:off x="317929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8589;p52">
              <a:extLst>
                <a:ext uri="{FF2B5EF4-FFF2-40B4-BE49-F238E27FC236}">
                  <a16:creationId xmlns:a16="http://schemas.microsoft.com/office/drawing/2014/main" id="{B4391150-D7D5-9B54-D240-DB77FD8601DA}"/>
                </a:ext>
              </a:extLst>
            </p:cNvPr>
            <p:cNvSpPr/>
            <p:nvPr/>
          </p:nvSpPr>
          <p:spPr>
            <a:xfrm>
              <a:off x="317873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8590;p52">
              <a:extLst>
                <a:ext uri="{FF2B5EF4-FFF2-40B4-BE49-F238E27FC236}">
                  <a16:creationId xmlns:a16="http://schemas.microsoft.com/office/drawing/2014/main" id="{20576D16-C1A3-F5FB-2B7E-34968C84996D}"/>
                </a:ext>
              </a:extLst>
            </p:cNvPr>
            <p:cNvSpPr/>
            <p:nvPr/>
          </p:nvSpPr>
          <p:spPr>
            <a:xfrm>
              <a:off x="317929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8591;p52">
              <a:extLst>
                <a:ext uri="{FF2B5EF4-FFF2-40B4-BE49-F238E27FC236}">
                  <a16:creationId xmlns:a16="http://schemas.microsoft.com/office/drawing/2014/main" id="{EEFF2CBA-A357-1978-9313-3FB3699A6D58}"/>
                </a:ext>
              </a:extLst>
            </p:cNvPr>
            <p:cNvSpPr/>
            <p:nvPr/>
          </p:nvSpPr>
          <p:spPr>
            <a:xfrm>
              <a:off x="317873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8592;p52">
              <a:extLst>
                <a:ext uri="{FF2B5EF4-FFF2-40B4-BE49-F238E27FC236}">
                  <a16:creationId xmlns:a16="http://schemas.microsoft.com/office/drawing/2014/main" id="{EB015E65-A467-2E61-AF81-23C7FDE06563}"/>
                </a:ext>
              </a:extLst>
            </p:cNvPr>
            <p:cNvSpPr/>
            <p:nvPr/>
          </p:nvSpPr>
          <p:spPr>
            <a:xfrm>
              <a:off x="317929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8593;p52">
              <a:extLst>
                <a:ext uri="{FF2B5EF4-FFF2-40B4-BE49-F238E27FC236}">
                  <a16:creationId xmlns:a16="http://schemas.microsoft.com/office/drawing/2014/main" id="{C0C74C9F-96CC-2D29-9C6D-CB02F7E63629}"/>
                </a:ext>
              </a:extLst>
            </p:cNvPr>
            <p:cNvSpPr/>
            <p:nvPr/>
          </p:nvSpPr>
          <p:spPr>
            <a:xfrm>
              <a:off x="3178731" y="4146398"/>
              <a:ext cx="54855" cy="54762"/>
            </a:xfrm>
            <a:custGeom>
              <a:avLst/>
              <a:gdLst/>
              <a:ahLst/>
              <a:cxnLst/>
              <a:rect l="l" t="t" r="r" b="b"/>
              <a:pathLst>
                <a:path w="3522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8594;p52">
              <a:extLst>
                <a:ext uri="{FF2B5EF4-FFF2-40B4-BE49-F238E27FC236}">
                  <a16:creationId xmlns:a16="http://schemas.microsoft.com/office/drawing/2014/main" id="{4BD870E9-E385-DC80-3DD9-E006672E393F}"/>
                </a:ext>
              </a:extLst>
            </p:cNvPr>
            <p:cNvSpPr/>
            <p:nvPr/>
          </p:nvSpPr>
          <p:spPr>
            <a:xfrm>
              <a:off x="3179292" y="414692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8595;p52">
              <a:extLst>
                <a:ext uri="{FF2B5EF4-FFF2-40B4-BE49-F238E27FC236}">
                  <a16:creationId xmlns:a16="http://schemas.microsoft.com/office/drawing/2014/main" id="{76FCE4B3-C556-46C4-FF95-D593213FB377}"/>
                </a:ext>
              </a:extLst>
            </p:cNvPr>
            <p:cNvSpPr/>
            <p:nvPr/>
          </p:nvSpPr>
          <p:spPr>
            <a:xfrm>
              <a:off x="3178731" y="3877776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8596;p52">
              <a:extLst>
                <a:ext uri="{FF2B5EF4-FFF2-40B4-BE49-F238E27FC236}">
                  <a16:creationId xmlns:a16="http://schemas.microsoft.com/office/drawing/2014/main" id="{6EE41863-6771-36B3-7991-FACC35FE2CB8}"/>
                </a:ext>
              </a:extLst>
            </p:cNvPr>
            <p:cNvSpPr/>
            <p:nvPr/>
          </p:nvSpPr>
          <p:spPr>
            <a:xfrm>
              <a:off x="3179292" y="3878305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8597;p52">
              <a:extLst>
                <a:ext uri="{FF2B5EF4-FFF2-40B4-BE49-F238E27FC236}">
                  <a16:creationId xmlns:a16="http://schemas.microsoft.com/office/drawing/2014/main" id="{C5AAB484-18FF-8D84-2AFA-450F9BBD07E8}"/>
                </a:ext>
              </a:extLst>
            </p:cNvPr>
            <p:cNvSpPr/>
            <p:nvPr/>
          </p:nvSpPr>
          <p:spPr>
            <a:xfrm>
              <a:off x="3178731" y="3824042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8598;p52">
              <a:extLst>
                <a:ext uri="{FF2B5EF4-FFF2-40B4-BE49-F238E27FC236}">
                  <a16:creationId xmlns:a16="http://schemas.microsoft.com/office/drawing/2014/main" id="{8EEE23C4-81F8-2494-0A97-E1647D701C28}"/>
                </a:ext>
              </a:extLst>
            </p:cNvPr>
            <p:cNvSpPr/>
            <p:nvPr/>
          </p:nvSpPr>
          <p:spPr>
            <a:xfrm>
              <a:off x="3179292" y="3824571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8599;p52">
              <a:extLst>
                <a:ext uri="{FF2B5EF4-FFF2-40B4-BE49-F238E27FC236}">
                  <a16:creationId xmlns:a16="http://schemas.microsoft.com/office/drawing/2014/main" id="{BC7E1BF4-AE55-6F62-DF62-EE04DA0BED89}"/>
                </a:ext>
              </a:extLst>
            </p:cNvPr>
            <p:cNvSpPr/>
            <p:nvPr/>
          </p:nvSpPr>
          <p:spPr>
            <a:xfrm>
              <a:off x="3178731" y="3770277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8600;p52">
              <a:extLst>
                <a:ext uri="{FF2B5EF4-FFF2-40B4-BE49-F238E27FC236}">
                  <a16:creationId xmlns:a16="http://schemas.microsoft.com/office/drawing/2014/main" id="{B6DFD704-B078-92D0-71C2-0EB9B7881DAF}"/>
                </a:ext>
              </a:extLst>
            </p:cNvPr>
            <p:cNvSpPr/>
            <p:nvPr/>
          </p:nvSpPr>
          <p:spPr>
            <a:xfrm>
              <a:off x="3179292" y="3770838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8601;p52">
              <a:extLst>
                <a:ext uri="{FF2B5EF4-FFF2-40B4-BE49-F238E27FC236}">
                  <a16:creationId xmlns:a16="http://schemas.microsoft.com/office/drawing/2014/main" id="{3A3AFF81-5DE1-1860-CA88-CA63AEA51B84}"/>
                </a:ext>
              </a:extLst>
            </p:cNvPr>
            <p:cNvSpPr/>
            <p:nvPr/>
          </p:nvSpPr>
          <p:spPr>
            <a:xfrm>
              <a:off x="3178731" y="3716606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8602;p52">
              <a:extLst>
                <a:ext uri="{FF2B5EF4-FFF2-40B4-BE49-F238E27FC236}">
                  <a16:creationId xmlns:a16="http://schemas.microsoft.com/office/drawing/2014/main" id="{76C6292A-9492-0121-921D-9A282C2806DD}"/>
                </a:ext>
              </a:extLst>
            </p:cNvPr>
            <p:cNvSpPr/>
            <p:nvPr/>
          </p:nvSpPr>
          <p:spPr>
            <a:xfrm>
              <a:off x="312499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8603;p52">
              <a:extLst>
                <a:ext uri="{FF2B5EF4-FFF2-40B4-BE49-F238E27FC236}">
                  <a16:creationId xmlns:a16="http://schemas.microsoft.com/office/drawing/2014/main" id="{AE530738-9AE3-4199-676B-E7C08D3E5AE0}"/>
                </a:ext>
              </a:extLst>
            </p:cNvPr>
            <p:cNvSpPr/>
            <p:nvPr/>
          </p:nvSpPr>
          <p:spPr>
            <a:xfrm>
              <a:off x="312554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8604;p52">
              <a:extLst>
                <a:ext uri="{FF2B5EF4-FFF2-40B4-BE49-F238E27FC236}">
                  <a16:creationId xmlns:a16="http://schemas.microsoft.com/office/drawing/2014/main" id="{922B6AB0-7174-A6B8-F184-3C312239781D}"/>
                </a:ext>
              </a:extLst>
            </p:cNvPr>
            <p:cNvSpPr/>
            <p:nvPr/>
          </p:nvSpPr>
          <p:spPr>
            <a:xfrm>
              <a:off x="312499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8605;p52">
              <a:extLst>
                <a:ext uri="{FF2B5EF4-FFF2-40B4-BE49-F238E27FC236}">
                  <a16:creationId xmlns:a16="http://schemas.microsoft.com/office/drawing/2014/main" id="{2C980F2E-BB2B-C09A-6B7B-3A8205B4779A}"/>
                </a:ext>
              </a:extLst>
            </p:cNvPr>
            <p:cNvSpPr/>
            <p:nvPr/>
          </p:nvSpPr>
          <p:spPr>
            <a:xfrm>
              <a:off x="312554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8606;p52">
              <a:extLst>
                <a:ext uri="{FF2B5EF4-FFF2-40B4-BE49-F238E27FC236}">
                  <a16:creationId xmlns:a16="http://schemas.microsoft.com/office/drawing/2014/main" id="{02698C7B-7C0E-CC74-857B-2643EE0C9980}"/>
                </a:ext>
              </a:extLst>
            </p:cNvPr>
            <p:cNvSpPr/>
            <p:nvPr/>
          </p:nvSpPr>
          <p:spPr>
            <a:xfrm>
              <a:off x="312499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8607;p52">
              <a:extLst>
                <a:ext uri="{FF2B5EF4-FFF2-40B4-BE49-F238E27FC236}">
                  <a16:creationId xmlns:a16="http://schemas.microsoft.com/office/drawing/2014/main" id="{ED816C13-5796-E468-B902-8F51735DDD84}"/>
                </a:ext>
              </a:extLst>
            </p:cNvPr>
            <p:cNvSpPr/>
            <p:nvPr/>
          </p:nvSpPr>
          <p:spPr>
            <a:xfrm>
              <a:off x="312554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8608;p52">
              <a:extLst>
                <a:ext uri="{FF2B5EF4-FFF2-40B4-BE49-F238E27FC236}">
                  <a16:creationId xmlns:a16="http://schemas.microsoft.com/office/drawing/2014/main" id="{1E142D7E-141F-96AF-2A29-336997B94964}"/>
                </a:ext>
              </a:extLst>
            </p:cNvPr>
            <p:cNvSpPr/>
            <p:nvPr/>
          </p:nvSpPr>
          <p:spPr>
            <a:xfrm>
              <a:off x="312499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8609;p52">
              <a:extLst>
                <a:ext uri="{FF2B5EF4-FFF2-40B4-BE49-F238E27FC236}">
                  <a16:creationId xmlns:a16="http://schemas.microsoft.com/office/drawing/2014/main" id="{5E2EEEC6-6C61-2920-7A93-186090C90297}"/>
                </a:ext>
              </a:extLst>
            </p:cNvPr>
            <p:cNvSpPr/>
            <p:nvPr/>
          </p:nvSpPr>
          <p:spPr>
            <a:xfrm>
              <a:off x="312554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8610;p52">
              <a:extLst>
                <a:ext uri="{FF2B5EF4-FFF2-40B4-BE49-F238E27FC236}">
                  <a16:creationId xmlns:a16="http://schemas.microsoft.com/office/drawing/2014/main" id="{AF06130A-4856-77B3-6F06-F03C3304C466}"/>
                </a:ext>
              </a:extLst>
            </p:cNvPr>
            <p:cNvSpPr/>
            <p:nvPr/>
          </p:nvSpPr>
          <p:spPr>
            <a:xfrm>
              <a:off x="312499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8611;p52">
              <a:extLst>
                <a:ext uri="{FF2B5EF4-FFF2-40B4-BE49-F238E27FC236}">
                  <a16:creationId xmlns:a16="http://schemas.microsoft.com/office/drawing/2014/main" id="{94B10F60-FED1-379C-A8F1-3B402DFCF0C0}"/>
                </a:ext>
              </a:extLst>
            </p:cNvPr>
            <p:cNvSpPr/>
            <p:nvPr/>
          </p:nvSpPr>
          <p:spPr>
            <a:xfrm>
              <a:off x="3125543" y="414692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8612;p52">
              <a:extLst>
                <a:ext uri="{FF2B5EF4-FFF2-40B4-BE49-F238E27FC236}">
                  <a16:creationId xmlns:a16="http://schemas.microsoft.com/office/drawing/2014/main" id="{5A86A7CE-2D25-C601-69AE-65FF0A2C7CFD}"/>
                </a:ext>
              </a:extLst>
            </p:cNvPr>
            <p:cNvSpPr/>
            <p:nvPr/>
          </p:nvSpPr>
          <p:spPr>
            <a:xfrm>
              <a:off x="3124998" y="3877776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8613;p52">
              <a:extLst>
                <a:ext uri="{FF2B5EF4-FFF2-40B4-BE49-F238E27FC236}">
                  <a16:creationId xmlns:a16="http://schemas.microsoft.com/office/drawing/2014/main" id="{ECE30AF2-623E-1C4B-873A-03A9E2456B94}"/>
                </a:ext>
              </a:extLst>
            </p:cNvPr>
            <p:cNvSpPr/>
            <p:nvPr/>
          </p:nvSpPr>
          <p:spPr>
            <a:xfrm>
              <a:off x="3124998" y="3824042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8614;p52">
              <a:extLst>
                <a:ext uri="{FF2B5EF4-FFF2-40B4-BE49-F238E27FC236}">
                  <a16:creationId xmlns:a16="http://schemas.microsoft.com/office/drawing/2014/main" id="{540054D6-FB25-2E03-12D1-889F7E825A7B}"/>
                </a:ext>
              </a:extLst>
            </p:cNvPr>
            <p:cNvSpPr/>
            <p:nvPr/>
          </p:nvSpPr>
          <p:spPr>
            <a:xfrm>
              <a:off x="3125543" y="3824571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8615;p52">
              <a:extLst>
                <a:ext uri="{FF2B5EF4-FFF2-40B4-BE49-F238E27FC236}">
                  <a16:creationId xmlns:a16="http://schemas.microsoft.com/office/drawing/2014/main" id="{0C3D5435-728A-6396-C157-1F78CB684338}"/>
                </a:ext>
              </a:extLst>
            </p:cNvPr>
            <p:cNvSpPr/>
            <p:nvPr/>
          </p:nvSpPr>
          <p:spPr>
            <a:xfrm>
              <a:off x="3124998" y="3770277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8616;p52">
              <a:extLst>
                <a:ext uri="{FF2B5EF4-FFF2-40B4-BE49-F238E27FC236}">
                  <a16:creationId xmlns:a16="http://schemas.microsoft.com/office/drawing/2014/main" id="{AFB29968-F949-EF45-46BE-16905B65B342}"/>
                </a:ext>
              </a:extLst>
            </p:cNvPr>
            <p:cNvSpPr/>
            <p:nvPr/>
          </p:nvSpPr>
          <p:spPr>
            <a:xfrm>
              <a:off x="3125543" y="3770838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8617;p52">
              <a:extLst>
                <a:ext uri="{FF2B5EF4-FFF2-40B4-BE49-F238E27FC236}">
                  <a16:creationId xmlns:a16="http://schemas.microsoft.com/office/drawing/2014/main" id="{3B00E27B-D365-68CA-73FF-C7F6047014F1}"/>
                </a:ext>
              </a:extLst>
            </p:cNvPr>
            <p:cNvSpPr/>
            <p:nvPr/>
          </p:nvSpPr>
          <p:spPr>
            <a:xfrm>
              <a:off x="3124998" y="3716606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8618;p52">
              <a:extLst>
                <a:ext uri="{FF2B5EF4-FFF2-40B4-BE49-F238E27FC236}">
                  <a16:creationId xmlns:a16="http://schemas.microsoft.com/office/drawing/2014/main" id="{57D2CD8E-2BC4-B722-16AE-15AC818C1D4B}"/>
                </a:ext>
              </a:extLst>
            </p:cNvPr>
            <p:cNvSpPr/>
            <p:nvPr/>
          </p:nvSpPr>
          <p:spPr>
            <a:xfrm>
              <a:off x="307131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8619;p52">
              <a:extLst>
                <a:ext uri="{FF2B5EF4-FFF2-40B4-BE49-F238E27FC236}">
                  <a16:creationId xmlns:a16="http://schemas.microsoft.com/office/drawing/2014/main" id="{B96BAE4F-F9DA-839F-0ECF-D6706AFBFD35}"/>
                </a:ext>
              </a:extLst>
            </p:cNvPr>
            <p:cNvSpPr/>
            <p:nvPr/>
          </p:nvSpPr>
          <p:spPr>
            <a:xfrm>
              <a:off x="3071856" y="446926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8620;p52">
              <a:extLst>
                <a:ext uri="{FF2B5EF4-FFF2-40B4-BE49-F238E27FC236}">
                  <a16:creationId xmlns:a16="http://schemas.microsoft.com/office/drawing/2014/main" id="{50101046-FA73-C8EE-C4D0-05F5C67E071C}"/>
                </a:ext>
              </a:extLst>
            </p:cNvPr>
            <p:cNvSpPr/>
            <p:nvPr/>
          </p:nvSpPr>
          <p:spPr>
            <a:xfrm>
              <a:off x="307131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8621;p52">
              <a:extLst>
                <a:ext uri="{FF2B5EF4-FFF2-40B4-BE49-F238E27FC236}">
                  <a16:creationId xmlns:a16="http://schemas.microsoft.com/office/drawing/2014/main" id="{2C0470B6-8DCF-358E-E776-9F6C0DA9B7A6}"/>
                </a:ext>
              </a:extLst>
            </p:cNvPr>
            <p:cNvSpPr/>
            <p:nvPr/>
          </p:nvSpPr>
          <p:spPr>
            <a:xfrm>
              <a:off x="3071856" y="436176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8622;p52">
              <a:extLst>
                <a:ext uri="{FF2B5EF4-FFF2-40B4-BE49-F238E27FC236}">
                  <a16:creationId xmlns:a16="http://schemas.microsoft.com/office/drawing/2014/main" id="{E7F93BAF-0600-D113-D560-1AED14D7573C}"/>
                </a:ext>
              </a:extLst>
            </p:cNvPr>
            <p:cNvSpPr/>
            <p:nvPr/>
          </p:nvSpPr>
          <p:spPr>
            <a:xfrm>
              <a:off x="307131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8623;p52">
              <a:extLst>
                <a:ext uri="{FF2B5EF4-FFF2-40B4-BE49-F238E27FC236}">
                  <a16:creationId xmlns:a16="http://schemas.microsoft.com/office/drawing/2014/main" id="{DE0ECA76-A34C-5A2E-3048-80BC3ED21D01}"/>
                </a:ext>
              </a:extLst>
            </p:cNvPr>
            <p:cNvSpPr/>
            <p:nvPr/>
          </p:nvSpPr>
          <p:spPr>
            <a:xfrm>
              <a:off x="3071856" y="430809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8624;p52">
              <a:extLst>
                <a:ext uri="{FF2B5EF4-FFF2-40B4-BE49-F238E27FC236}">
                  <a16:creationId xmlns:a16="http://schemas.microsoft.com/office/drawing/2014/main" id="{493C32D7-19D5-6BD0-0435-3BA76605A31A}"/>
                </a:ext>
              </a:extLst>
            </p:cNvPr>
            <p:cNvSpPr/>
            <p:nvPr/>
          </p:nvSpPr>
          <p:spPr>
            <a:xfrm>
              <a:off x="307131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8625;p52">
              <a:extLst>
                <a:ext uri="{FF2B5EF4-FFF2-40B4-BE49-F238E27FC236}">
                  <a16:creationId xmlns:a16="http://schemas.microsoft.com/office/drawing/2014/main" id="{09A091F8-89F1-770F-2FC1-F4B57FB31BE2}"/>
                </a:ext>
              </a:extLst>
            </p:cNvPr>
            <p:cNvSpPr/>
            <p:nvPr/>
          </p:nvSpPr>
          <p:spPr>
            <a:xfrm>
              <a:off x="3071856" y="4254332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8626;p52">
              <a:extLst>
                <a:ext uri="{FF2B5EF4-FFF2-40B4-BE49-F238E27FC236}">
                  <a16:creationId xmlns:a16="http://schemas.microsoft.com/office/drawing/2014/main" id="{3CF16807-AB6C-D367-2234-978E78A0A435}"/>
                </a:ext>
              </a:extLst>
            </p:cNvPr>
            <p:cNvSpPr/>
            <p:nvPr/>
          </p:nvSpPr>
          <p:spPr>
            <a:xfrm>
              <a:off x="3071311" y="4146398"/>
              <a:ext cx="54793" cy="54762"/>
            </a:xfrm>
            <a:custGeom>
              <a:avLst/>
              <a:gdLst/>
              <a:ahLst/>
              <a:cxnLst/>
              <a:rect l="l" t="t" r="r" b="b"/>
              <a:pathLst>
                <a:path w="3518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8" y="3515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8627;p52">
              <a:extLst>
                <a:ext uri="{FF2B5EF4-FFF2-40B4-BE49-F238E27FC236}">
                  <a16:creationId xmlns:a16="http://schemas.microsoft.com/office/drawing/2014/main" id="{19687ACA-7153-CADA-635C-67ADA3C4604F}"/>
                </a:ext>
              </a:extLst>
            </p:cNvPr>
            <p:cNvSpPr/>
            <p:nvPr/>
          </p:nvSpPr>
          <p:spPr>
            <a:xfrm>
              <a:off x="301756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8628;p52">
              <a:extLst>
                <a:ext uri="{FF2B5EF4-FFF2-40B4-BE49-F238E27FC236}">
                  <a16:creationId xmlns:a16="http://schemas.microsoft.com/office/drawing/2014/main" id="{2EDF74F1-7E5A-D693-EBF2-C4EBDE3FE27A}"/>
                </a:ext>
              </a:extLst>
            </p:cNvPr>
            <p:cNvSpPr/>
            <p:nvPr/>
          </p:nvSpPr>
          <p:spPr>
            <a:xfrm>
              <a:off x="301812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8629;p52">
              <a:extLst>
                <a:ext uri="{FF2B5EF4-FFF2-40B4-BE49-F238E27FC236}">
                  <a16:creationId xmlns:a16="http://schemas.microsoft.com/office/drawing/2014/main" id="{10BE61AE-33DC-10B6-30E1-EBA1BACE6719}"/>
                </a:ext>
              </a:extLst>
            </p:cNvPr>
            <p:cNvSpPr/>
            <p:nvPr/>
          </p:nvSpPr>
          <p:spPr>
            <a:xfrm>
              <a:off x="301756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8630;p52">
              <a:extLst>
                <a:ext uri="{FF2B5EF4-FFF2-40B4-BE49-F238E27FC236}">
                  <a16:creationId xmlns:a16="http://schemas.microsoft.com/office/drawing/2014/main" id="{01D0D551-8861-5A1D-0E88-1ECB5D6968A1}"/>
                </a:ext>
              </a:extLst>
            </p:cNvPr>
            <p:cNvSpPr/>
            <p:nvPr/>
          </p:nvSpPr>
          <p:spPr>
            <a:xfrm>
              <a:off x="301812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8631;p52">
              <a:extLst>
                <a:ext uri="{FF2B5EF4-FFF2-40B4-BE49-F238E27FC236}">
                  <a16:creationId xmlns:a16="http://schemas.microsoft.com/office/drawing/2014/main" id="{D00BA337-DCA0-80C3-0836-8F6F238704B2}"/>
                </a:ext>
              </a:extLst>
            </p:cNvPr>
            <p:cNvSpPr/>
            <p:nvPr/>
          </p:nvSpPr>
          <p:spPr>
            <a:xfrm>
              <a:off x="301756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8632;p52">
              <a:extLst>
                <a:ext uri="{FF2B5EF4-FFF2-40B4-BE49-F238E27FC236}">
                  <a16:creationId xmlns:a16="http://schemas.microsoft.com/office/drawing/2014/main" id="{EFF4EAA7-9493-BE67-16BE-8F4C95743D84}"/>
                </a:ext>
              </a:extLst>
            </p:cNvPr>
            <p:cNvSpPr/>
            <p:nvPr/>
          </p:nvSpPr>
          <p:spPr>
            <a:xfrm>
              <a:off x="301812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8633;p52">
              <a:extLst>
                <a:ext uri="{FF2B5EF4-FFF2-40B4-BE49-F238E27FC236}">
                  <a16:creationId xmlns:a16="http://schemas.microsoft.com/office/drawing/2014/main" id="{76259A3B-296D-7D28-2754-837A7E64FC89}"/>
                </a:ext>
              </a:extLst>
            </p:cNvPr>
            <p:cNvSpPr/>
            <p:nvPr/>
          </p:nvSpPr>
          <p:spPr>
            <a:xfrm>
              <a:off x="301756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8634;p52">
              <a:extLst>
                <a:ext uri="{FF2B5EF4-FFF2-40B4-BE49-F238E27FC236}">
                  <a16:creationId xmlns:a16="http://schemas.microsoft.com/office/drawing/2014/main" id="{B7493890-41C6-3B0D-1F63-E06A4B2A74AC}"/>
                </a:ext>
              </a:extLst>
            </p:cNvPr>
            <p:cNvSpPr/>
            <p:nvPr/>
          </p:nvSpPr>
          <p:spPr>
            <a:xfrm>
              <a:off x="301812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8635;p52">
              <a:extLst>
                <a:ext uri="{FF2B5EF4-FFF2-40B4-BE49-F238E27FC236}">
                  <a16:creationId xmlns:a16="http://schemas.microsoft.com/office/drawing/2014/main" id="{9367E266-EC2C-8C61-A7B3-8CFF0388DEC7}"/>
                </a:ext>
              </a:extLst>
            </p:cNvPr>
            <p:cNvSpPr/>
            <p:nvPr/>
          </p:nvSpPr>
          <p:spPr>
            <a:xfrm>
              <a:off x="2963828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8636;p52">
              <a:extLst>
                <a:ext uri="{FF2B5EF4-FFF2-40B4-BE49-F238E27FC236}">
                  <a16:creationId xmlns:a16="http://schemas.microsoft.com/office/drawing/2014/main" id="{27BFB37D-13F2-D82C-00DD-D2B7007C3018}"/>
                </a:ext>
              </a:extLst>
            </p:cNvPr>
            <p:cNvSpPr/>
            <p:nvPr/>
          </p:nvSpPr>
          <p:spPr>
            <a:xfrm>
              <a:off x="296437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8637;p52">
              <a:extLst>
                <a:ext uri="{FF2B5EF4-FFF2-40B4-BE49-F238E27FC236}">
                  <a16:creationId xmlns:a16="http://schemas.microsoft.com/office/drawing/2014/main" id="{97142C32-794D-134D-BB52-5E2ECF8A276E}"/>
                </a:ext>
              </a:extLst>
            </p:cNvPr>
            <p:cNvSpPr/>
            <p:nvPr/>
          </p:nvSpPr>
          <p:spPr>
            <a:xfrm>
              <a:off x="2963828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8638;p52">
              <a:extLst>
                <a:ext uri="{FF2B5EF4-FFF2-40B4-BE49-F238E27FC236}">
                  <a16:creationId xmlns:a16="http://schemas.microsoft.com/office/drawing/2014/main" id="{A2C585E2-0636-3B28-6FD9-83A150A59E45}"/>
                </a:ext>
              </a:extLst>
            </p:cNvPr>
            <p:cNvSpPr/>
            <p:nvPr/>
          </p:nvSpPr>
          <p:spPr>
            <a:xfrm>
              <a:off x="296437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8639;p52">
              <a:extLst>
                <a:ext uri="{FF2B5EF4-FFF2-40B4-BE49-F238E27FC236}">
                  <a16:creationId xmlns:a16="http://schemas.microsoft.com/office/drawing/2014/main" id="{35C71021-14FD-3936-EEB7-1869A25F3881}"/>
                </a:ext>
              </a:extLst>
            </p:cNvPr>
            <p:cNvSpPr/>
            <p:nvPr/>
          </p:nvSpPr>
          <p:spPr>
            <a:xfrm>
              <a:off x="2963828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8640;p52">
              <a:extLst>
                <a:ext uri="{FF2B5EF4-FFF2-40B4-BE49-F238E27FC236}">
                  <a16:creationId xmlns:a16="http://schemas.microsoft.com/office/drawing/2014/main" id="{D3D6B439-BCE9-EFCA-033F-8C24DA41F800}"/>
                </a:ext>
              </a:extLst>
            </p:cNvPr>
            <p:cNvSpPr/>
            <p:nvPr/>
          </p:nvSpPr>
          <p:spPr>
            <a:xfrm>
              <a:off x="296437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8641;p52">
              <a:extLst>
                <a:ext uri="{FF2B5EF4-FFF2-40B4-BE49-F238E27FC236}">
                  <a16:creationId xmlns:a16="http://schemas.microsoft.com/office/drawing/2014/main" id="{2636D613-89F0-9858-2027-97E9F0B93C33}"/>
                </a:ext>
              </a:extLst>
            </p:cNvPr>
            <p:cNvSpPr/>
            <p:nvPr/>
          </p:nvSpPr>
          <p:spPr>
            <a:xfrm>
              <a:off x="2963828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8642;p52">
              <a:extLst>
                <a:ext uri="{FF2B5EF4-FFF2-40B4-BE49-F238E27FC236}">
                  <a16:creationId xmlns:a16="http://schemas.microsoft.com/office/drawing/2014/main" id="{F9D410BF-E88C-205E-22BC-585B2F8FB78B}"/>
                </a:ext>
              </a:extLst>
            </p:cNvPr>
            <p:cNvSpPr/>
            <p:nvPr/>
          </p:nvSpPr>
          <p:spPr>
            <a:xfrm>
              <a:off x="296437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8643;p52">
              <a:extLst>
                <a:ext uri="{FF2B5EF4-FFF2-40B4-BE49-F238E27FC236}">
                  <a16:creationId xmlns:a16="http://schemas.microsoft.com/office/drawing/2014/main" id="{60E230D1-BBB2-C060-6DE2-F986C40708F4}"/>
                </a:ext>
              </a:extLst>
            </p:cNvPr>
            <p:cNvSpPr/>
            <p:nvPr/>
          </p:nvSpPr>
          <p:spPr>
            <a:xfrm>
              <a:off x="291014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8644;p52">
              <a:extLst>
                <a:ext uri="{FF2B5EF4-FFF2-40B4-BE49-F238E27FC236}">
                  <a16:creationId xmlns:a16="http://schemas.microsoft.com/office/drawing/2014/main" id="{0B21B156-E27E-A66A-7FA7-C9586729C4C6}"/>
                </a:ext>
              </a:extLst>
            </p:cNvPr>
            <p:cNvSpPr/>
            <p:nvPr/>
          </p:nvSpPr>
          <p:spPr>
            <a:xfrm>
              <a:off x="291014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8645;p52">
              <a:extLst>
                <a:ext uri="{FF2B5EF4-FFF2-40B4-BE49-F238E27FC236}">
                  <a16:creationId xmlns:a16="http://schemas.microsoft.com/office/drawing/2014/main" id="{8D74FE4E-BFE1-4F3C-36C4-1C3CB959CE58}"/>
                </a:ext>
              </a:extLst>
            </p:cNvPr>
            <p:cNvSpPr/>
            <p:nvPr/>
          </p:nvSpPr>
          <p:spPr>
            <a:xfrm>
              <a:off x="2910670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8646;p52">
              <a:extLst>
                <a:ext uri="{FF2B5EF4-FFF2-40B4-BE49-F238E27FC236}">
                  <a16:creationId xmlns:a16="http://schemas.microsoft.com/office/drawing/2014/main" id="{7E670DE3-29DF-BC54-9471-2E92F54EA450}"/>
                </a:ext>
              </a:extLst>
            </p:cNvPr>
            <p:cNvSpPr/>
            <p:nvPr/>
          </p:nvSpPr>
          <p:spPr>
            <a:xfrm>
              <a:off x="291014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8647;p52">
              <a:extLst>
                <a:ext uri="{FF2B5EF4-FFF2-40B4-BE49-F238E27FC236}">
                  <a16:creationId xmlns:a16="http://schemas.microsoft.com/office/drawing/2014/main" id="{D82732E7-38D3-B7FD-E616-6D55F00F32D1}"/>
                </a:ext>
              </a:extLst>
            </p:cNvPr>
            <p:cNvSpPr/>
            <p:nvPr/>
          </p:nvSpPr>
          <p:spPr>
            <a:xfrm>
              <a:off x="2910670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8648;p52">
              <a:extLst>
                <a:ext uri="{FF2B5EF4-FFF2-40B4-BE49-F238E27FC236}">
                  <a16:creationId xmlns:a16="http://schemas.microsoft.com/office/drawing/2014/main" id="{792BE6C4-BA16-87EE-7947-A7F34577F304}"/>
                </a:ext>
              </a:extLst>
            </p:cNvPr>
            <p:cNvSpPr/>
            <p:nvPr/>
          </p:nvSpPr>
          <p:spPr>
            <a:xfrm>
              <a:off x="291014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8649;p52">
              <a:extLst>
                <a:ext uri="{FF2B5EF4-FFF2-40B4-BE49-F238E27FC236}">
                  <a16:creationId xmlns:a16="http://schemas.microsoft.com/office/drawing/2014/main" id="{D154D531-929D-3950-711C-B7109F9B69BD}"/>
                </a:ext>
              </a:extLst>
            </p:cNvPr>
            <p:cNvSpPr/>
            <p:nvPr/>
          </p:nvSpPr>
          <p:spPr>
            <a:xfrm>
              <a:off x="2910670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8650;p52">
              <a:extLst>
                <a:ext uri="{FF2B5EF4-FFF2-40B4-BE49-F238E27FC236}">
                  <a16:creationId xmlns:a16="http://schemas.microsoft.com/office/drawing/2014/main" id="{B6BB85AE-AC88-4A26-3F4B-FC8A8F5CAB97}"/>
                </a:ext>
              </a:extLst>
            </p:cNvPr>
            <p:cNvSpPr/>
            <p:nvPr/>
          </p:nvSpPr>
          <p:spPr>
            <a:xfrm>
              <a:off x="2856407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8651;p52">
              <a:extLst>
                <a:ext uri="{FF2B5EF4-FFF2-40B4-BE49-F238E27FC236}">
                  <a16:creationId xmlns:a16="http://schemas.microsoft.com/office/drawing/2014/main" id="{EACBCDA7-119B-88BF-EDB0-605ABF05C784}"/>
                </a:ext>
              </a:extLst>
            </p:cNvPr>
            <p:cNvSpPr/>
            <p:nvPr/>
          </p:nvSpPr>
          <p:spPr>
            <a:xfrm>
              <a:off x="2856407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8652;p52">
              <a:extLst>
                <a:ext uri="{FF2B5EF4-FFF2-40B4-BE49-F238E27FC236}">
                  <a16:creationId xmlns:a16="http://schemas.microsoft.com/office/drawing/2014/main" id="{F0675DC9-FAA2-4E82-22D7-ADC965326D33}"/>
                </a:ext>
              </a:extLst>
            </p:cNvPr>
            <p:cNvSpPr/>
            <p:nvPr/>
          </p:nvSpPr>
          <p:spPr>
            <a:xfrm>
              <a:off x="2856407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6" name="Google Shape;8653;p52">
              <a:extLst>
                <a:ext uri="{FF2B5EF4-FFF2-40B4-BE49-F238E27FC236}">
                  <a16:creationId xmlns:a16="http://schemas.microsoft.com/office/drawing/2014/main" id="{E6E0B88E-3AB7-C462-3649-47F17E80DC7A}"/>
                </a:ext>
              </a:extLst>
            </p:cNvPr>
            <p:cNvGrpSpPr/>
            <p:nvPr/>
          </p:nvGrpSpPr>
          <p:grpSpPr>
            <a:xfrm>
              <a:off x="2856407" y="3717135"/>
              <a:ext cx="699536" cy="860114"/>
              <a:chOff x="2856407" y="3717135"/>
              <a:chExt cx="699536" cy="860114"/>
            </a:xfrm>
          </p:grpSpPr>
          <p:sp>
            <p:nvSpPr>
              <p:cNvPr id="5777" name="Google Shape;8654;p52">
                <a:extLst>
                  <a:ext uri="{FF2B5EF4-FFF2-40B4-BE49-F238E27FC236}">
                    <a16:creationId xmlns:a16="http://schemas.microsoft.com/office/drawing/2014/main" id="{524D2BA4-56BD-5C81-2FF8-C3C76529A5F7}"/>
                  </a:ext>
                </a:extLst>
              </p:cNvPr>
              <p:cNvSpPr/>
              <p:nvPr/>
            </p:nvSpPr>
            <p:spPr>
              <a:xfrm>
                <a:off x="350108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8655;p52">
                <a:extLst>
                  <a:ext uri="{FF2B5EF4-FFF2-40B4-BE49-F238E27FC236}">
                    <a16:creationId xmlns:a16="http://schemas.microsoft.com/office/drawing/2014/main" id="{54DA8AE7-5E00-4AD2-AF8D-231A560D7D2B}"/>
                  </a:ext>
                </a:extLst>
              </p:cNvPr>
              <p:cNvSpPr/>
              <p:nvPr/>
            </p:nvSpPr>
            <p:spPr>
              <a:xfrm>
                <a:off x="350163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8656;p52">
                <a:extLst>
                  <a:ext uri="{FF2B5EF4-FFF2-40B4-BE49-F238E27FC236}">
                    <a16:creationId xmlns:a16="http://schemas.microsoft.com/office/drawing/2014/main" id="{976CE37F-E3EA-33CC-B38E-10C3B87A74F8}"/>
                  </a:ext>
                </a:extLst>
              </p:cNvPr>
              <p:cNvSpPr/>
              <p:nvPr/>
            </p:nvSpPr>
            <p:spPr>
              <a:xfrm>
                <a:off x="3501632" y="436176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8657;p52">
                <a:extLst>
                  <a:ext uri="{FF2B5EF4-FFF2-40B4-BE49-F238E27FC236}">
                    <a16:creationId xmlns:a16="http://schemas.microsoft.com/office/drawing/2014/main" id="{AE0CECA9-7C16-1F1A-F1FC-099072071BD5}"/>
                  </a:ext>
                </a:extLst>
              </p:cNvPr>
              <p:cNvSpPr/>
              <p:nvPr/>
            </p:nvSpPr>
            <p:spPr>
              <a:xfrm>
                <a:off x="3501632" y="4308097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8658;p52">
                <a:extLst>
                  <a:ext uri="{FF2B5EF4-FFF2-40B4-BE49-F238E27FC236}">
                    <a16:creationId xmlns:a16="http://schemas.microsoft.com/office/drawing/2014/main" id="{29B584A7-427B-C997-4AD8-3071C79AB6C6}"/>
                  </a:ext>
                </a:extLst>
              </p:cNvPr>
              <p:cNvSpPr/>
              <p:nvPr/>
            </p:nvSpPr>
            <p:spPr>
              <a:xfrm>
                <a:off x="3501632" y="4254332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8659;p52">
                <a:extLst>
                  <a:ext uri="{FF2B5EF4-FFF2-40B4-BE49-F238E27FC236}">
                    <a16:creationId xmlns:a16="http://schemas.microsoft.com/office/drawing/2014/main" id="{F2EB07E2-0901-97DB-2545-93393EB385FD}"/>
                  </a:ext>
                </a:extLst>
              </p:cNvPr>
              <p:cNvSpPr/>
              <p:nvPr/>
            </p:nvSpPr>
            <p:spPr>
              <a:xfrm>
                <a:off x="3447883" y="446926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8660;p52">
                <a:extLst>
                  <a:ext uri="{FF2B5EF4-FFF2-40B4-BE49-F238E27FC236}">
                    <a16:creationId xmlns:a16="http://schemas.microsoft.com/office/drawing/2014/main" id="{7BD94A8E-5621-D7CD-7FC5-BB45E286E8C1}"/>
                  </a:ext>
                </a:extLst>
              </p:cNvPr>
              <p:cNvSpPr/>
              <p:nvPr/>
            </p:nvSpPr>
            <p:spPr>
              <a:xfrm>
                <a:off x="344733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8661;p52">
                <a:extLst>
                  <a:ext uri="{FF2B5EF4-FFF2-40B4-BE49-F238E27FC236}">
                    <a16:creationId xmlns:a16="http://schemas.microsoft.com/office/drawing/2014/main" id="{699B5036-545C-29B5-E291-578FEAF86C97}"/>
                  </a:ext>
                </a:extLst>
              </p:cNvPr>
              <p:cNvSpPr/>
              <p:nvPr/>
            </p:nvSpPr>
            <p:spPr>
              <a:xfrm>
                <a:off x="344788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8662;p52">
                <a:extLst>
                  <a:ext uri="{FF2B5EF4-FFF2-40B4-BE49-F238E27FC236}">
                    <a16:creationId xmlns:a16="http://schemas.microsoft.com/office/drawing/2014/main" id="{9DBBE349-4ABF-907D-8248-1291C96A4438}"/>
                  </a:ext>
                </a:extLst>
              </p:cNvPr>
              <p:cNvSpPr/>
              <p:nvPr/>
            </p:nvSpPr>
            <p:spPr>
              <a:xfrm>
                <a:off x="344733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8663;p52">
                <a:extLst>
                  <a:ext uri="{FF2B5EF4-FFF2-40B4-BE49-F238E27FC236}">
                    <a16:creationId xmlns:a16="http://schemas.microsoft.com/office/drawing/2014/main" id="{AC7D36EB-6A08-1F98-0B89-B9A1263A4C2B}"/>
                  </a:ext>
                </a:extLst>
              </p:cNvPr>
              <p:cNvSpPr/>
              <p:nvPr/>
            </p:nvSpPr>
            <p:spPr>
              <a:xfrm>
                <a:off x="344788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8664;p52">
                <a:extLst>
                  <a:ext uri="{FF2B5EF4-FFF2-40B4-BE49-F238E27FC236}">
                    <a16:creationId xmlns:a16="http://schemas.microsoft.com/office/drawing/2014/main" id="{543A40EE-AC8E-D655-6C72-8ED41181737C}"/>
                  </a:ext>
                </a:extLst>
              </p:cNvPr>
              <p:cNvSpPr/>
              <p:nvPr/>
            </p:nvSpPr>
            <p:spPr>
              <a:xfrm>
                <a:off x="339366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6" y="3519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8665;p52">
                <a:extLst>
                  <a:ext uri="{FF2B5EF4-FFF2-40B4-BE49-F238E27FC236}">
                    <a16:creationId xmlns:a16="http://schemas.microsoft.com/office/drawing/2014/main" id="{1A1B7E9E-16BD-F831-27EB-2B896661BFBC}"/>
                  </a:ext>
                </a:extLst>
              </p:cNvPr>
              <p:cNvSpPr/>
              <p:nvPr/>
            </p:nvSpPr>
            <p:spPr>
              <a:xfrm>
                <a:off x="3394196" y="4522939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8666;p52">
                <a:extLst>
                  <a:ext uri="{FF2B5EF4-FFF2-40B4-BE49-F238E27FC236}">
                    <a16:creationId xmlns:a16="http://schemas.microsoft.com/office/drawing/2014/main" id="{13AC19DD-C6B7-8E18-17B7-BB6B037ACE78}"/>
                  </a:ext>
                </a:extLst>
              </p:cNvPr>
              <p:cNvSpPr/>
              <p:nvPr/>
            </p:nvSpPr>
            <p:spPr>
              <a:xfrm>
                <a:off x="339366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8667;p52">
                <a:extLst>
                  <a:ext uri="{FF2B5EF4-FFF2-40B4-BE49-F238E27FC236}">
                    <a16:creationId xmlns:a16="http://schemas.microsoft.com/office/drawing/2014/main" id="{45501CBC-A8D8-61CA-3254-62948AC8D0A7}"/>
                  </a:ext>
                </a:extLst>
              </p:cNvPr>
              <p:cNvSpPr/>
              <p:nvPr/>
            </p:nvSpPr>
            <p:spPr>
              <a:xfrm>
                <a:off x="3394196" y="4415503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8668;p52">
                <a:extLst>
                  <a:ext uri="{FF2B5EF4-FFF2-40B4-BE49-F238E27FC236}">
                    <a16:creationId xmlns:a16="http://schemas.microsoft.com/office/drawing/2014/main" id="{948DFBBD-00D4-07C0-5A66-6D39BE784079}"/>
                  </a:ext>
                </a:extLst>
              </p:cNvPr>
              <p:cNvSpPr/>
              <p:nvPr/>
            </p:nvSpPr>
            <p:spPr>
              <a:xfrm>
                <a:off x="339366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8669;p52">
                <a:extLst>
                  <a:ext uri="{FF2B5EF4-FFF2-40B4-BE49-F238E27FC236}">
                    <a16:creationId xmlns:a16="http://schemas.microsoft.com/office/drawing/2014/main" id="{0622EB7C-B5F3-23D0-77FB-6A0EADBCD022}"/>
                  </a:ext>
                </a:extLst>
              </p:cNvPr>
              <p:cNvSpPr/>
              <p:nvPr/>
            </p:nvSpPr>
            <p:spPr>
              <a:xfrm>
                <a:off x="3394196" y="420059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8670;p52">
                <a:extLst>
                  <a:ext uri="{FF2B5EF4-FFF2-40B4-BE49-F238E27FC236}">
                    <a16:creationId xmlns:a16="http://schemas.microsoft.com/office/drawing/2014/main" id="{EC9594D7-2AAF-2934-443E-5A89C01EAAED}"/>
                  </a:ext>
                </a:extLst>
              </p:cNvPr>
              <p:cNvSpPr/>
              <p:nvPr/>
            </p:nvSpPr>
            <p:spPr>
              <a:xfrm>
                <a:off x="3339917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8671;p52">
                <a:extLst>
                  <a:ext uri="{FF2B5EF4-FFF2-40B4-BE49-F238E27FC236}">
                    <a16:creationId xmlns:a16="http://schemas.microsoft.com/office/drawing/2014/main" id="{A4FE2F58-7EA3-ADCC-599C-CB26AF16A858}"/>
                  </a:ext>
                </a:extLst>
              </p:cNvPr>
              <p:cNvSpPr/>
              <p:nvPr/>
            </p:nvSpPr>
            <p:spPr>
              <a:xfrm>
                <a:off x="334046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8672;p52">
                <a:extLst>
                  <a:ext uri="{FF2B5EF4-FFF2-40B4-BE49-F238E27FC236}">
                    <a16:creationId xmlns:a16="http://schemas.microsoft.com/office/drawing/2014/main" id="{556809FE-B7A9-C3C0-1E9F-D693FEE3A701}"/>
                  </a:ext>
                </a:extLst>
              </p:cNvPr>
              <p:cNvSpPr/>
              <p:nvPr/>
            </p:nvSpPr>
            <p:spPr>
              <a:xfrm>
                <a:off x="333991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8673;p52">
                <a:extLst>
                  <a:ext uri="{FF2B5EF4-FFF2-40B4-BE49-F238E27FC236}">
                    <a16:creationId xmlns:a16="http://schemas.microsoft.com/office/drawing/2014/main" id="{ECDCDCF1-9B27-B640-B131-255651B53EEC}"/>
                  </a:ext>
                </a:extLst>
              </p:cNvPr>
              <p:cNvSpPr/>
              <p:nvPr/>
            </p:nvSpPr>
            <p:spPr>
              <a:xfrm>
                <a:off x="334046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8674;p52">
                <a:extLst>
                  <a:ext uri="{FF2B5EF4-FFF2-40B4-BE49-F238E27FC236}">
                    <a16:creationId xmlns:a16="http://schemas.microsoft.com/office/drawing/2014/main" id="{62959BF0-B215-DA64-98F3-71FF44528AAC}"/>
                  </a:ext>
                </a:extLst>
              </p:cNvPr>
              <p:cNvSpPr/>
              <p:nvPr/>
            </p:nvSpPr>
            <p:spPr>
              <a:xfrm>
                <a:off x="3339917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8675;p52">
                <a:extLst>
                  <a:ext uri="{FF2B5EF4-FFF2-40B4-BE49-F238E27FC236}">
                    <a16:creationId xmlns:a16="http://schemas.microsoft.com/office/drawing/2014/main" id="{22F409D4-A21D-E579-CB18-1E7AE456BA41}"/>
                  </a:ext>
                </a:extLst>
              </p:cNvPr>
              <p:cNvSpPr/>
              <p:nvPr/>
            </p:nvSpPr>
            <p:spPr>
              <a:xfrm>
                <a:off x="334046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8676;p52">
                <a:extLst>
                  <a:ext uri="{FF2B5EF4-FFF2-40B4-BE49-F238E27FC236}">
                    <a16:creationId xmlns:a16="http://schemas.microsoft.com/office/drawing/2014/main" id="{4B8E985B-B6B6-2F4E-91C2-44EF8FA23428}"/>
                  </a:ext>
                </a:extLst>
              </p:cNvPr>
              <p:cNvSpPr/>
              <p:nvPr/>
            </p:nvSpPr>
            <p:spPr>
              <a:xfrm>
                <a:off x="328616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8677;p52">
                <a:extLst>
                  <a:ext uri="{FF2B5EF4-FFF2-40B4-BE49-F238E27FC236}">
                    <a16:creationId xmlns:a16="http://schemas.microsoft.com/office/drawing/2014/main" id="{465A2324-7339-D348-39FD-8DC7AE1050C9}"/>
                  </a:ext>
                </a:extLst>
              </p:cNvPr>
              <p:cNvSpPr/>
              <p:nvPr/>
            </p:nvSpPr>
            <p:spPr>
              <a:xfrm>
                <a:off x="3286697" y="4522939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8678;p52">
                <a:extLst>
                  <a:ext uri="{FF2B5EF4-FFF2-40B4-BE49-F238E27FC236}">
                    <a16:creationId xmlns:a16="http://schemas.microsoft.com/office/drawing/2014/main" id="{09A3C903-D235-5592-3AF3-83815358A67E}"/>
                  </a:ext>
                </a:extLst>
              </p:cNvPr>
              <p:cNvSpPr/>
              <p:nvPr/>
            </p:nvSpPr>
            <p:spPr>
              <a:xfrm>
                <a:off x="328616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8679;p52">
                <a:extLst>
                  <a:ext uri="{FF2B5EF4-FFF2-40B4-BE49-F238E27FC236}">
                    <a16:creationId xmlns:a16="http://schemas.microsoft.com/office/drawing/2014/main" id="{74A105B6-BA12-F322-AB42-AAD3F4ABC10F}"/>
                  </a:ext>
                </a:extLst>
              </p:cNvPr>
              <p:cNvSpPr/>
              <p:nvPr/>
            </p:nvSpPr>
            <p:spPr>
              <a:xfrm>
                <a:off x="3286697" y="4415503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8680;p52">
                <a:extLst>
                  <a:ext uri="{FF2B5EF4-FFF2-40B4-BE49-F238E27FC236}">
                    <a16:creationId xmlns:a16="http://schemas.microsoft.com/office/drawing/2014/main" id="{6C66C147-16B3-5BB8-3CF8-CA302C6B8489}"/>
                  </a:ext>
                </a:extLst>
              </p:cNvPr>
              <p:cNvSpPr/>
              <p:nvPr/>
            </p:nvSpPr>
            <p:spPr>
              <a:xfrm>
                <a:off x="328616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8681;p52">
                <a:extLst>
                  <a:ext uri="{FF2B5EF4-FFF2-40B4-BE49-F238E27FC236}">
                    <a16:creationId xmlns:a16="http://schemas.microsoft.com/office/drawing/2014/main" id="{B6B2A1E9-D420-B8DE-CB75-11D701237CD4}"/>
                  </a:ext>
                </a:extLst>
              </p:cNvPr>
              <p:cNvSpPr/>
              <p:nvPr/>
            </p:nvSpPr>
            <p:spPr>
              <a:xfrm>
                <a:off x="3286697" y="4200599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8682;p52">
                <a:extLst>
                  <a:ext uri="{FF2B5EF4-FFF2-40B4-BE49-F238E27FC236}">
                    <a16:creationId xmlns:a16="http://schemas.microsoft.com/office/drawing/2014/main" id="{C0E02F4E-F7EB-62B7-7B0B-6718DC640144}"/>
                  </a:ext>
                </a:extLst>
              </p:cNvPr>
              <p:cNvSpPr/>
              <p:nvPr/>
            </p:nvSpPr>
            <p:spPr>
              <a:xfrm>
                <a:off x="3286697" y="4146927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8683;p52">
                <a:extLst>
                  <a:ext uri="{FF2B5EF4-FFF2-40B4-BE49-F238E27FC236}">
                    <a16:creationId xmlns:a16="http://schemas.microsoft.com/office/drawing/2014/main" id="{2D8BFFF2-3587-014A-73F7-26318127CF48}"/>
                  </a:ext>
                </a:extLst>
              </p:cNvPr>
              <p:cNvSpPr/>
              <p:nvPr/>
            </p:nvSpPr>
            <p:spPr>
              <a:xfrm>
                <a:off x="3286168" y="3824042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8684;p52">
                <a:extLst>
                  <a:ext uri="{FF2B5EF4-FFF2-40B4-BE49-F238E27FC236}">
                    <a16:creationId xmlns:a16="http://schemas.microsoft.com/office/drawing/2014/main" id="{B4FD20C9-65A6-F392-909A-4BBDC3109298}"/>
                  </a:ext>
                </a:extLst>
              </p:cNvPr>
              <p:cNvSpPr/>
              <p:nvPr/>
            </p:nvSpPr>
            <p:spPr>
              <a:xfrm>
                <a:off x="3286697" y="3824571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8685;p52">
                <a:extLst>
                  <a:ext uri="{FF2B5EF4-FFF2-40B4-BE49-F238E27FC236}">
                    <a16:creationId xmlns:a16="http://schemas.microsoft.com/office/drawing/2014/main" id="{DAF67738-88E4-CAEE-15AF-BE371C549DE2}"/>
                  </a:ext>
                </a:extLst>
              </p:cNvPr>
              <p:cNvSpPr/>
              <p:nvPr/>
            </p:nvSpPr>
            <p:spPr>
              <a:xfrm>
                <a:off x="3286168" y="3770277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8686;p52">
                <a:extLst>
                  <a:ext uri="{FF2B5EF4-FFF2-40B4-BE49-F238E27FC236}">
                    <a16:creationId xmlns:a16="http://schemas.microsoft.com/office/drawing/2014/main" id="{D6BA93DE-28D0-6FDD-6769-E6E919F1FC73}"/>
                  </a:ext>
                </a:extLst>
              </p:cNvPr>
              <p:cNvSpPr/>
              <p:nvPr/>
            </p:nvSpPr>
            <p:spPr>
              <a:xfrm>
                <a:off x="3286697" y="3770838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8687;p52">
                <a:extLst>
                  <a:ext uri="{FF2B5EF4-FFF2-40B4-BE49-F238E27FC236}">
                    <a16:creationId xmlns:a16="http://schemas.microsoft.com/office/drawing/2014/main" id="{0AB0AD55-3F3A-BFA0-EBC2-15DD79CF2B4A}"/>
                  </a:ext>
                </a:extLst>
              </p:cNvPr>
              <p:cNvSpPr/>
              <p:nvPr/>
            </p:nvSpPr>
            <p:spPr>
              <a:xfrm>
                <a:off x="323249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8688;p52">
                <a:extLst>
                  <a:ext uri="{FF2B5EF4-FFF2-40B4-BE49-F238E27FC236}">
                    <a16:creationId xmlns:a16="http://schemas.microsoft.com/office/drawing/2014/main" id="{74166D0D-707B-1942-8469-BBA1F01FE76D}"/>
                  </a:ext>
                </a:extLst>
              </p:cNvPr>
              <p:cNvSpPr/>
              <p:nvPr/>
            </p:nvSpPr>
            <p:spPr>
              <a:xfrm>
                <a:off x="3233026" y="4522939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8689;p52">
                <a:extLst>
                  <a:ext uri="{FF2B5EF4-FFF2-40B4-BE49-F238E27FC236}">
                    <a16:creationId xmlns:a16="http://schemas.microsoft.com/office/drawing/2014/main" id="{242E1B65-9000-4DE1-73A9-D00E690F9B16}"/>
                  </a:ext>
                </a:extLst>
              </p:cNvPr>
              <p:cNvSpPr/>
              <p:nvPr/>
            </p:nvSpPr>
            <p:spPr>
              <a:xfrm>
                <a:off x="323249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8690;p52">
                <a:extLst>
                  <a:ext uri="{FF2B5EF4-FFF2-40B4-BE49-F238E27FC236}">
                    <a16:creationId xmlns:a16="http://schemas.microsoft.com/office/drawing/2014/main" id="{ED83C8B9-06BB-40AD-CC0B-DA505628E1CC}"/>
                  </a:ext>
                </a:extLst>
              </p:cNvPr>
              <p:cNvSpPr/>
              <p:nvPr/>
            </p:nvSpPr>
            <p:spPr>
              <a:xfrm>
                <a:off x="3233026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8691;p52">
                <a:extLst>
                  <a:ext uri="{FF2B5EF4-FFF2-40B4-BE49-F238E27FC236}">
                    <a16:creationId xmlns:a16="http://schemas.microsoft.com/office/drawing/2014/main" id="{907A9D7B-5757-BBB6-62A3-B193E13C59E1}"/>
                  </a:ext>
                </a:extLst>
              </p:cNvPr>
              <p:cNvSpPr/>
              <p:nvPr/>
            </p:nvSpPr>
            <p:spPr>
              <a:xfrm>
                <a:off x="323249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8692;p52">
                <a:extLst>
                  <a:ext uri="{FF2B5EF4-FFF2-40B4-BE49-F238E27FC236}">
                    <a16:creationId xmlns:a16="http://schemas.microsoft.com/office/drawing/2014/main" id="{ADE3FB96-9B58-6571-91D4-B032E00F4408}"/>
                  </a:ext>
                </a:extLst>
              </p:cNvPr>
              <p:cNvSpPr/>
              <p:nvPr/>
            </p:nvSpPr>
            <p:spPr>
              <a:xfrm>
                <a:off x="3233026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8693;p52">
                <a:extLst>
                  <a:ext uri="{FF2B5EF4-FFF2-40B4-BE49-F238E27FC236}">
                    <a16:creationId xmlns:a16="http://schemas.microsoft.com/office/drawing/2014/main" id="{69C91099-6C47-F9DA-6BAB-45DA9720FD23}"/>
                  </a:ext>
                </a:extLst>
              </p:cNvPr>
              <p:cNvSpPr/>
              <p:nvPr/>
            </p:nvSpPr>
            <p:spPr>
              <a:xfrm>
                <a:off x="3232496" y="409263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8694;p52">
                <a:extLst>
                  <a:ext uri="{FF2B5EF4-FFF2-40B4-BE49-F238E27FC236}">
                    <a16:creationId xmlns:a16="http://schemas.microsoft.com/office/drawing/2014/main" id="{D30D63AC-0A5B-8581-34E2-86410E93E0FF}"/>
                  </a:ext>
                </a:extLst>
              </p:cNvPr>
              <p:cNvSpPr/>
              <p:nvPr/>
            </p:nvSpPr>
            <p:spPr>
              <a:xfrm>
                <a:off x="3233026" y="4093178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8695;p52">
                <a:extLst>
                  <a:ext uri="{FF2B5EF4-FFF2-40B4-BE49-F238E27FC236}">
                    <a16:creationId xmlns:a16="http://schemas.microsoft.com/office/drawing/2014/main" id="{761503B5-B16C-8EC6-ED4A-7CC4D4700136}"/>
                  </a:ext>
                </a:extLst>
              </p:cNvPr>
              <p:cNvSpPr/>
              <p:nvPr/>
            </p:nvSpPr>
            <p:spPr>
              <a:xfrm>
                <a:off x="3233026" y="387830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8696;p52">
                <a:extLst>
                  <a:ext uri="{FF2B5EF4-FFF2-40B4-BE49-F238E27FC236}">
                    <a16:creationId xmlns:a16="http://schemas.microsoft.com/office/drawing/2014/main" id="{E9959A7D-C338-A89E-3980-7B9743B8B28D}"/>
                  </a:ext>
                </a:extLst>
              </p:cNvPr>
              <p:cNvSpPr/>
              <p:nvPr/>
            </p:nvSpPr>
            <p:spPr>
              <a:xfrm>
                <a:off x="3233026" y="371713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8697;p52">
                <a:extLst>
                  <a:ext uri="{FF2B5EF4-FFF2-40B4-BE49-F238E27FC236}">
                    <a16:creationId xmlns:a16="http://schemas.microsoft.com/office/drawing/2014/main" id="{FB9653EB-65E0-E664-891D-677E71156494}"/>
                  </a:ext>
                </a:extLst>
              </p:cNvPr>
              <p:cNvSpPr/>
              <p:nvPr/>
            </p:nvSpPr>
            <p:spPr>
              <a:xfrm>
                <a:off x="317873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8698;p52">
                <a:extLst>
                  <a:ext uri="{FF2B5EF4-FFF2-40B4-BE49-F238E27FC236}">
                    <a16:creationId xmlns:a16="http://schemas.microsoft.com/office/drawing/2014/main" id="{22B58471-7AFB-4B1F-5175-9496B4988C23}"/>
                  </a:ext>
                </a:extLst>
              </p:cNvPr>
              <p:cNvSpPr/>
              <p:nvPr/>
            </p:nvSpPr>
            <p:spPr>
              <a:xfrm>
                <a:off x="317929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8699;p52">
                <a:extLst>
                  <a:ext uri="{FF2B5EF4-FFF2-40B4-BE49-F238E27FC236}">
                    <a16:creationId xmlns:a16="http://schemas.microsoft.com/office/drawing/2014/main" id="{30396D91-A6F8-9222-16E3-28A9F9575CFF}"/>
                  </a:ext>
                </a:extLst>
              </p:cNvPr>
              <p:cNvSpPr/>
              <p:nvPr/>
            </p:nvSpPr>
            <p:spPr>
              <a:xfrm>
                <a:off x="317873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8700;p52">
                <a:extLst>
                  <a:ext uri="{FF2B5EF4-FFF2-40B4-BE49-F238E27FC236}">
                    <a16:creationId xmlns:a16="http://schemas.microsoft.com/office/drawing/2014/main" id="{2ABBD7A7-993A-52AF-C76D-23A4C7BCBFB7}"/>
                  </a:ext>
                </a:extLst>
              </p:cNvPr>
              <p:cNvSpPr/>
              <p:nvPr/>
            </p:nvSpPr>
            <p:spPr>
              <a:xfrm>
                <a:off x="317929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8701;p52">
                <a:extLst>
                  <a:ext uri="{FF2B5EF4-FFF2-40B4-BE49-F238E27FC236}">
                    <a16:creationId xmlns:a16="http://schemas.microsoft.com/office/drawing/2014/main" id="{515A98DF-B659-81EA-CBBB-26DF57199C9E}"/>
                  </a:ext>
                </a:extLst>
              </p:cNvPr>
              <p:cNvSpPr/>
              <p:nvPr/>
            </p:nvSpPr>
            <p:spPr>
              <a:xfrm>
                <a:off x="317873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8702;p52">
                <a:extLst>
                  <a:ext uri="{FF2B5EF4-FFF2-40B4-BE49-F238E27FC236}">
                    <a16:creationId xmlns:a16="http://schemas.microsoft.com/office/drawing/2014/main" id="{216D4073-6AD6-4488-77FD-9A55DBB14638}"/>
                  </a:ext>
                </a:extLst>
              </p:cNvPr>
              <p:cNvSpPr/>
              <p:nvPr/>
            </p:nvSpPr>
            <p:spPr>
              <a:xfrm>
                <a:off x="317929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8703;p52">
                <a:extLst>
                  <a:ext uri="{FF2B5EF4-FFF2-40B4-BE49-F238E27FC236}">
                    <a16:creationId xmlns:a16="http://schemas.microsoft.com/office/drawing/2014/main" id="{D7A4F2CC-E9F4-951F-4E6E-B9ED632C03AD}"/>
                  </a:ext>
                </a:extLst>
              </p:cNvPr>
              <p:cNvSpPr/>
              <p:nvPr/>
            </p:nvSpPr>
            <p:spPr>
              <a:xfrm>
                <a:off x="3178731" y="409263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8704;p52">
                <a:extLst>
                  <a:ext uri="{FF2B5EF4-FFF2-40B4-BE49-F238E27FC236}">
                    <a16:creationId xmlns:a16="http://schemas.microsoft.com/office/drawing/2014/main" id="{E3CF8107-CBD3-87EC-E21D-93BF444D2800}"/>
                  </a:ext>
                </a:extLst>
              </p:cNvPr>
              <p:cNvSpPr/>
              <p:nvPr/>
            </p:nvSpPr>
            <p:spPr>
              <a:xfrm>
                <a:off x="3179292" y="4093178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8705;p52">
                <a:extLst>
                  <a:ext uri="{FF2B5EF4-FFF2-40B4-BE49-F238E27FC236}">
                    <a16:creationId xmlns:a16="http://schemas.microsoft.com/office/drawing/2014/main" id="{6DEDAA01-3B1B-64DA-6054-268AE1C54AA6}"/>
                  </a:ext>
                </a:extLst>
              </p:cNvPr>
              <p:cNvSpPr/>
              <p:nvPr/>
            </p:nvSpPr>
            <p:spPr>
              <a:xfrm>
                <a:off x="3178731" y="4038946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8706;p52">
                <a:extLst>
                  <a:ext uri="{FF2B5EF4-FFF2-40B4-BE49-F238E27FC236}">
                    <a16:creationId xmlns:a16="http://schemas.microsoft.com/office/drawing/2014/main" id="{893329D6-FF87-ED6E-8F59-7DC35DA40349}"/>
                  </a:ext>
                </a:extLst>
              </p:cNvPr>
              <p:cNvSpPr/>
              <p:nvPr/>
            </p:nvSpPr>
            <p:spPr>
              <a:xfrm>
                <a:off x="3179292" y="4039491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8707;p52">
                <a:extLst>
                  <a:ext uri="{FF2B5EF4-FFF2-40B4-BE49-F238E27FC236}">
                    <a16:creationId xmlns:a16="http://schemas.microsoft.com/office/drawing/2014/main" id="{6F46CBBD-A7D3-E965-361D-DD4E201C04CE}"/>
                  </a:ext>
                </a:extLst>
              </p:cNvPr>
              <p:cNvSpPr/>
              <p:nvPr/>
            </p:nvSpPr>
            <p:spPr>
              <a:xfrm>
                <a:off x="3178731" y="3985196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8708;p52">
                <a:extLst>
                  <a:ext uri="{FF2B5EF4-FFF2-40B4-BE49-F238E27FC236}">
                    <a16:creationId xmlns:a16="http://schemas.microsoft.com/office/drawing/2014/main" id="{E1C77380-F97C-5118-EF73-E5514DEB8173}"/>
                  </a:ext>
                </a:extLst>
              </p:cNvPr>
              <p:cNvSpPr/>
              <p:nvPr/>
            </p:nvSpPr>
            <p:spPr>
              <a:xfrm>
                <a:off x="3179292" y="3985742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8709;p52">
                <a:extLst>
                  <a:ext uri="{FF2B5EF4-FFF2-40B4-BE49-F238E27FC236}">
                    <a16:creationId xmlns:a16="http://schemas.microsoft.com/office/drawing/2014/main" id="{F368E332-37DE-9AD4-609B-4DA694B3AE65}"/>
                  </a:ext>
                </a:extLst>
              </p:cNvPr>
              <p:cNvSpPr/>
              <p:nvPr/>
            </p:nvSpPr>
            <p:spPr>
              <a:xfrm>
                <a:off x="3178731" y="3931463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8710;p52">
                <a:extLst>
                  <a:ext uri="{FF2B5EF4-FFF2-40B4-BE49-F238E27FC236}">
                    <a16:creationId xmlns:a16="http://schemas.microsoft.com/office/drawing/2014/main" id="{9AFC77CE-2095-98A1-E83B-69A3705E9D45}"/>
                  </a:ext>
                </a:extLst>
              </p:cNvPr>
              <p:cNvSpPr/>
              <p:nvPr/>
            </p:nvSpPr>
            <p:spPr>
              <a:xfrm>
                <a:off x="3179292" y="3932008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8711;p52">
                <a:extLst>
                  <a:ext uri="{FF2B5EF4-FFF2-40B4-BE49-F238E27FC236}">
                    <a16:creationId xmlns:a16="http://schemas.microsoft.com/office/drawing/2014/main" id="{FF2596EC-01E1-FC77-F577-811BA2B275EF}"/>
                  </a:ext>
                </a:extLst>
              </p:cNvPr>
              <p:cNvSpPr/>
              <p:nvPr/>
            </p:nvSpPr>
            <p:spPr>
              <a:xfrm>
                <a:off x="3179292" y="3717135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8712;p52">
                <a:extLst>
                  <a:ext uri="{FF2B5EF4-FFF2-40B4-BE49-F238E27FC236}">
                    <a16:creationId xmlns:a16="http://schemas.microsoft.com/office/drawing/2014/main" id="{4C2AAE57-12EC-E698-0412-18393A35AAC4}"/>
                  </a:ext>
                </a:extLst>
              </p:cNvPr>
              <p:cNvSpPr/>
              <p:nvPr/>
            </p:nvSpPr>
            <p:spPr>
              <a:xfrm>
                <a:off x="312499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8713;p52">
                <a:extLst>
                  <a:ext uri="{FF2B5EF4-FFF2-40B4-BE49-F238E27FC236}">
                    <a16:creationId xmlns:a16="http://schemas.microsoft.com/office/drawing/2014/main" id="{1A0A525A-4C63-F7A8-8A7F-CB962BAE8AD9}"/>
                  </a:ext>
                </a:extLst>
              </p:cNvPr>
              <p:cNvSpPr/>
              <p:nvPr/>
            </p:nvSpPr>
            <p:spPr>
              <a:xfrm>
                <a:off x="312554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8714;p52">
                <a:extLst>
                  <a:ext uri="{FF2B5EF4-FFF2-40B4-BE49-F238E27FC236}">
                    <a16:creationId xmlns:a16="http://schemas.microsoft.com/office/drawing/2014/main" id="{CD12DF1E-78C0-D34B-8E29-F5E9A6963F62}"/>
                  </a:ext>
                </a:extLst>
              </p:cNvPr>
              <p:cNvSpPr/>
              <p:nvPr/>
            </p:nvSpPr>
            <p:spPr>
              <a:xfrm>
                <a:off x="312499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8715;p52">
                <a:extLst>
                  <a:ext uri="{FF2B5EF4-FFF2-40B4-BE49-F238E27FC236}">
                    <a16:creationId xmlns:a16="http://schemas.microsoft.com/office/drawing/2014/main" id="{1AE12BA1-4A37-67D4-2879-805A2F842D23}"/>
                  </a:ext>
                </a:extLst>
              </p:cNvPr>
              <p:cNvSpPr/>
              <p:nvPr/>
            </p:nvSpPr>
            <p:spPr>
              <a:xfrm>
                <a:off x="312554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8716;p52">
                <a:extLst>
                  <a:ext uri="{FF2B5EF4-FFF2-40B4-BE49-F238E27FC236}">
                    <a16:creationId xmlns:a16="http://schemas.microsoft.com/office/drawing/2014/main" id="{55CCB4D3-E928-C72C-85A3-8AA37EF682EE}"/>
                  </a:ext>
                </a:extLst>
              </p:cNvPr>
              <p:cNvSpPr/>
              <p:nvPr/>
            </p:nvSpPr>
            <p:spPr>
              <a:xfrm>
                <a:off x="312499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8717;p52">
                <a:extLst>
                  <a:ext uri="{FF2B5EF4-FFF2-40B4-BE49-F238E27FC236}">
                    <a16:creationId xmlns:a16="http://schemas.microsoft.com/office/drawing/2014/main" id="{10A91C0F-5869-C153-EA0B-CF8A2D2AC8B3}"/>
                  </a:ext>
                </a:extLst>
              </p:cNvPr>
              <p:cNvSpPr/>
              <p:nvPr/>
            </p:nvSpPr>
            <p:spPr>
              <a:xfrm>
                <a:off x="312554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8718;p52">
                <a:extLst>
                  <a:ext uri="{FF2B5EF4-FFF2-40B4-BE49-F238E27FC236}">
                    <a16:creationId xmlns:a16="http://schemas.microsoft.com/office/drawing/2014/main" id="{37DE4F11-8399-B616-8FE7-611B14899FAA}"/>
                  </a:ext>
                </a:extLst>
              </p:cNvPr>
              <p:cNvSpPr/>
              <p:nvPr/>
            </p:nvSpPr>
            <p:spPr>
              <a:xfrm>
                <a:off x="3124998" y="409263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8719;p52">
                <a:extLst>
                  <a:ext uri="{FF2B5EF4-FFF2-40B4-BE49-F238E27FC236}">
                    <a16:creationId xmlns:a16="http://schemas.microsoft.com/office/drawing/2014/main" id="{4FB3C5C1-DCA9-4D95-460A-3DAB4E92A246}"/>
                  </a:ext>
                </a:extLst>
              </p:cNvPr>
              <p:cNvSpPr/>
              <p:nvPr/>
            </p:nvSpPr>
            <p:spPr>
              <a:xfrm>
                <a:off x="3125543" y="4093178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8720;p52">
                <a:extLst>
                  <a:ext uri="{FF2B5EF4-FFF2-40B4-BE49-F238E27FC236}">
                    <a16:creationId xmlns:a16="http://schemas.microsoft.com/office/drawing/2014/main" id="{591D31E0-B7B3-019C-773A-F7DB11FE5A80}"/>
                  </a:ext>
                </a:extLst>
              </p:cNvPr>
              <p:cNvSpPr/>
              <p:nvPr/>
            </p:nvSpPr>
            <p:spPr>
              <a:xfrm>
                <a:off x="3125543" y="387830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8721;p52">
                <a:extLst>
                  <a:ext uri="{FF2B5EF4-FFF2-40B4-BE49-F238E27FC236}">
                    <a16:creationId xmlns:a16="http://schemas.microsoft.com/office/drawing/2014/main" id="{5D342ADA-649F-2B03-185A-322396F1BBC8}"/>
                  </a:ext>
                </a:extLst>
              </p:cNvPr>
              <p:cNvSpPr/>
              <p:nvPr/>
            </p:nvSpPr>
            <p:spPr>
              <a:xfrm>
                <a:off x="3125543" y="371713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8722;p52">
                <a:extLst>
                  <a:ext uri="{FF2B5EF4-FFF2-40B4-BE49-F238E27FC236}">
                    <a16:creationId xmlns:a16="http://schemas.microsoft.com/office/drawing/2014/main" id="{D4AC5087-BF7A-2B57-94FB-89E27A875297}"/>
                  </a:ext>
                </a:extLst>
              </p:cNvPr>
              <p:cNvSpPr/>
              <p:nvPr/>
            </p:nvSpPr>
            <p:spPr>
              <a:xfrm>
                <a:off x="3071311" y="4522425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8" y="3519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8723;p52">
                <a:extLst>
                  <a:ext uri="{FF2B5EF4-FFF2-40B4-BE49-F238E27FC236}">
                    <a16:creationId xmlns:a16="http://schemas.microsoft.com/office/drawing/2014/main" id="{4A562878-0117-90AD-DBE4-2591674EB7B0}"/>
                  </a:ext>
                </a:extLst>
              </p:cNvPr>
              <p:cNvSpPr/>
              <p:nvPr/>
            </p:nvSpPr>
            <p:spPr>
              <a:xfrm>
                <a:off x="3071856" y="4522939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8724;p52">
                <a:extLst>
                  <a:ext uri="{FF2B5EF4-FFF2-40B4-BE49-F238E27FC236}">
                    <a16:creationId xmlns:a16="http://schemas.microsoft.com/office/drawing/2014/main" id="{83043542-C36D-837E-06DD-357EC8C2E6B3}"/>
                  </a:ext>
                </a:extLst>
              </p:cNvPr>
              <p:cNvSpPr/>
              <p:nvPr/>
            </p:nvSpPr>
            <p:spPr>
              <a:xfrm>
                <a:off x="307131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8725;p52">
                <a:extLst>
                  <a:ext uri="{FF2B5EF4-FFF2-40B4-BE49-F238E27FC236}">
                    <a16:creationId xmlns:a16="http://schemas.microsoft.com/office/drawing/2014/main" id="{B3A61D58-3BB9-69A4-4D62-769C5B0F6591}"/>
                  </a:ext>
                </a:extLst>
              </p:cNvPr>
              <p:cNvSpPr/>
              <p:nvPr/>
            </p:nvSpPr>
            <p:spPr>
              <a:xfrm>
                <a:off x="3071856" y="4415503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8726;p52">
                <a:extLst>
                  <a:ext uri="{FF2B5EF4-FFF2-40B4-BE49-F238E27FC236}">
                    <a16:creationId xmlns:a16="http://schemas.microsoft.com/office/drawing/2014/main" id="{34E5B9FE-9ACB-927D-51AA-DFF98E631B45}"/>
                  </a:ext>
                </a:extLst>
              </p:cNvPr>
              <p:cNvSpPr/>
              <p:nvPr/>
            </p:nvSpPr>
            <p:spPr>
              <a:xfrm>
                <a:off x="307131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8727;p52">
                <a:extLst>
                  <a:ext uri="{FF2B5EF4-FFF2-40B4-BE49-F238E27FC236}">
                    <a16:creationId xmlns:a16="http://schemas.microsoft.com/office/drawing/2014/main" id="{9E7AD7BB-89F5-F589-8516-8EA7B0EF68BE}"/>
                  </a:ext>
                </a:extLst>
              </p:cNvPr>
              <p:cNvSpPr/>
              <p:nvPr/>
            </p:nvSpPr>
            <p:spPr>
              <a:xfrm>
                <a:off x="3071856" y="420059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8728;p52">
                <a:extLst>
                  <a:ext uri="{FF2B5EF4-FFF2-40B4-BE49-F238E27FC236}">
                    <a16:creationId xmlns:a16="http://schemas.microsoft.com/office/drawing/2014/main" id="{8148DE64-6C04-067E-B2F9-C3287218B449}"/>
                  </a:ext>
                </a:extLst>
              </p:cNvPr>
              <p:cNvSpPr/>
              <p:nvPr/>
            </p:nvSpPr>
            <p:spPr>
              <a:xfrm>
                <a:off x="3071856" y="4146927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8729;p52">
                <a:extLst>
                  <a:ext uri="{FF2B5EF4-FFF2-40B4-BE49-F238E27FC236}">
                    <a16:creationId xmlns:a16="http://schemas.microsoft.com/office/drawing/2014/main" id="{6A68AA59-1129-71B7-D44A-C9B0B0F51447}"/>
                  </a:ext>
                </a:extLst>
              </p:cNvPr>
              <p:cNvSpPr/>
              <p:nvPr/>
            </p:nvSpPr>
            <p:spPr>
              <a:xfrm>
                <a:off x="3071311" y="3824042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8730;p52">
                <a:extLst>
                  <a:ext uri="{FF2B5EF4-FFF2-40B4-BE49-F238E27FC236}">
                    <a16:creationId xmlns:a16="http://schemas.microsoft.com/office/drawing/2014/main" id="{C4CD05E6-084D-8F11-8E92-6BBCBF68471F}"/>
                  </a:ext>
                </a:extLst>
              </p:cNvPr>
              <p:cNvSpPr/>
              <p:nvPr/>
            </p:nvSpPr>
            <p:spPr>
              <a:xfrm>
                <a:off x="3071856" y="3824571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8731;p52">
                <a:extLst>
                  <a:ext uri="{FF2B5EF4-FFF2-40B4-BE49-F238E27FC236}">
                    <a16:creationId xmlns:a16="http://schemas.microsoft.com/office/drawing/2014/main" id="{C588DD16-C571-34D2-FFA4-6B8E36B6ACA6}"/>
                  </a:ext>
                </a:extLst>
              </p:cNvPr>
              <p:cNvSpPr/>
              <p:nvPr/>
            </p:nvSpPr>
            <p:spPr>
              <a:xfrm>
                <a:off x="3071311" y="3770277"/>
                <a:ext cx="54793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18" y="3522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8732;p52">
                <a:extLst>
                  <a:ext uri="{FF2B5EF4-FFF2-40B4-BE49-F238E27FC236}">
                    <a16:creationId xmlns:a16="http://schemas.microsoft.com/office/drawing/2014/main" id="{52984B13-2F0D-C7DA-FDB9-A3115C8EE5FD}"/>
                  </a:ext>
                </a:extLst>
              </p:cNvPr>
              <p:cNvSpPr/>
              <p:nvPr/>
            </p:nvSpPr>
            <p:spPr>
              <a:xfrm>
                <a:off x="3071856" y="3770838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8733;p52">
                <a:extLst>
                  <a:ext uri="{FF2B5EF4-FFF2-40B4-BE49-F238E27FC236}">
                    <a16:creationId xmlns:a16="http://schemas.microsoft.com/office/drawing/2014/main" id="{4B61F6E7-EBE3-D011-20DE-D17E03E87301}"/>
                  </a:ext>
                </a:extLst>
              </p:cNvPr>
              <p:cNvSpPr/>
              <p:nvPr/>
            </p:nvSpPr>
            <p:spPr>
              <a:xfrm>
                <a:off x="301756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8734;p52">
                <a:extLst>
                  <a:ext uri="{FF2B5EF4-FFF2-40B4-BE49-F238E27FC236}">
                    <a16:creationId xmlns:a16="http://schemas.microsoft.com/office/drawing/2014/main" id="{3077867A-557F-86A7-C31B-F58DFD76ECF9}"/>
                  </a:ext>
                </a:extLst>
              </p:cNvPr>
              <p:cNvSpPr/>
              <p:nvPr/>
            </p:nvSpPr>
            <p:spPr>
              <a:xfrm>
                <a:off x="301812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8735;p52">
                <a:extLst>
                  <a:ext uri="{FF2B5EF4-FFF2-40B4-BE49-F238E27FC236}">
                    <a16:creationId xmlns:a16="http://schemas.microsoft.com/office/drawing/2014/main" id="{EA0E7587-696B-4458-6316-BA0B8DE79D48}"/>
                  </a:ext>
                </a:extLst>
              </p:cNvPr>
              <p:cNvSpPr/>
              <p:nvPr/>
            </p:nvSpPr>
            <p:spPr>
              <a:xfrm>
                <a:off x="301756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8736;p52">
                <a:extLst>
                  <a:ext uri="{FF2B5EF4-FFF2-40B4-BE49-F238E27FC236}">
                    <a16:creationId xmlns:a16="http://schemas.microsoft.com/office/drawing/2014/main" id="{F6086C01-C62D-FE43-34BE-34F9A6E76C57}"/>
                  </a:ext>
                </a:extLst>
              </p:cNvPr>
              <p:cNvSpPr/>
              <p:nvPr/>
            </p:nvSpPr>
            <p:spPr>
              <a:xfrm>
                <a:off x="301812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8737;p52">
                <a:extLst>
                  <a:ext uri="{FF2B5EF4-FFF2-40B4-BE49-F238E27FC236}">
                    <a16:creationId xmlns:a16="http://schemas.microsoft.com/office/drawing/2014/main" id="{F0A6F4F4-46BB-4062-6CE0-F94025E783AE}"/>
                  </a:ext>
                </a:extLst>
              </p:cNvPr>
              <p:cNvSpPr/>
              <p:nvPr/>
            </p:nvSpPr>
            <p:spPr>
              <a:xfrm>
                <a:off x="301756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8738;p52">
                <a:extLst>
                  <a:ext uri="{FF2B5EF4-FFF2-40B4-BE49-F238E27FC236}">
                    <a16:creationId xmlns:a16="http://schemas.microsoft.com/office/drawing/2014/main" id="{744B21D6-7EB3-FCF8-41A0-0961AE38043C}"/>
                  </a:ext>
                </a:extLst>
              </p:cNvPr>
              <p:cNvSpPr/>
              <p:nvPr/>
            </p:nvSpPr>
            <p:spPr>
              <a:xfrm>
                <a:off x="301812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8739;p52">
                <a:extLst>
                  <a:ext uri="{FF2B5EF4-FFF2-40B4-BE49-F238E27FC236}">
                    <a16:creationId xmlns:a16="http://schemas.microsoft.com/office/drawing/2014/main" id="{1BE84166-9506-3283-ADF6-0509B8ABD7F8}"/>
                  </a:ext>
                </a:extLst>
              </p:cNvPr>
              <p:cNvSpPr/>
              <p:nvPr/>
            </p:nvSpPr>
            <p:spPr>
              <a:xfrm>
                <a:off x="2963828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8740;p52">
                <a:extLst>
                  <a:ext uri="{FF2B5EF4-FFF2-40B4-BE49-F238E27FC236}">
                    <a16:creationId xmlns:a16="http://schemas.microsoft.com/office/drawing/2014/main" id="{0F68D914-1AF8-D5C5-E5CC-8ED63FB41C5B}"/>
                  </a:ext>
                </a:extLst>
              </p:cNvPr>
              <p:cNvSpPr/>
              <p:nvPr/>
            </p:nvSpPr>
            <p:spPr>
              <a:xfrm>
                <a:off x="296437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8741;p52">
                <a:extLst>
                  <a:ext uri="{FF2B5EF4-FFF2-40B4-BE49-F238E27FC236}">
                    <a16:creationId xmlns:a16="http://schemas.microsoft.com/office/drawing/2014/main" id="{F3156363-2596-2C46-2425-B5A1C8C2ED51}"/>
                  </a:ext>
                </a:extLst>
              </p:cNvPr>
              <p:cNvSpPr/>
              <p:nvPr/>
            </p:nvSpPr>
            <p:spPr>
              <a:xfrm>
                <a:off x="2963828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8742;p52">
                <a:extLst>
                  <a:ext uri="{FF2B5EF4-FFF2-40B4-BE49-F238E27FC236}">
                    <a16:creationId xmlns:a16="http://schemas.microsoft.com/office/drawing/2014/main" id="{160E2AD7-B13D-61A6-ACEC-0F51D7E7E4DE}"/>
                  </a:ext>
                </a:extLst>
              </p:cNvPr>
              <p:cNvSpPr/>
              <p:nvPr/>
            </p:nvSpPr>
            <p:spPr>
              <a:xfrm>
                <a:off x="296437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8743;p52">
                <a:extLst>
                  <a:ext uri="{FF2B5EF4-FFF2-40B4-BE49-F238E27FC236}">
                    <a16:creationId xmlns:a16="http://schemas.microsoft.com/office/drawing/2014/main" id="{A88E076F-A9B4-552A-8092-4E9E64E4E751}"/>
                  </a:ext>
                </a:extLst>
              </p:cNvPr>
              <p:cNvSpPr/>
              <p:nvPr/>
            </p:nvSpPr>
            <p:spPr>
              <a:xfrm>
                <a:off x="2963828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8744;p52">
                <a:extLst>
                  <a:ext uri="{FF2B5EF4-FFF2-40B4-BE49-F238E27FC236}">
                    <a16:creationId xmlns:a16="http://schemas.microsoft.com/office/drawing/2014/main" id="{22FEEC61-1211-FB24-B8BC-63046995784E}"/>
                  </a:ext>
                </a:extLst>
              </p:cNvPr>
              <p:cNvSpPr/>
              <p:nvPr/>
            </p:nvSpPr>
            <p:spPr>
              <a:xfrm>
                <a:off x="296437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8745;p52">
                <a:extLst>
                  <a:ext uri="{FF2B5EF4-FFF2-40B4-BE49-F238E27FC236}">
                    <a16:creationId xmlns:a16="http://schemas.microsoft.com/office/drawing/2014/main" id="{AE08E89B-D7B5-A85E-973D-67278D9E29FA}"/>
                  </a:ext>
                </a:extLst>
              </p:cNvPr>
              <p:cNvSpPr/>
              <p:nvPr/>
            </p:nvSpPr>
            <p:spPr>
              <a:xfrm>
                <a:off x="2910670" y="4469267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8746;p52">
                <a:extLst>
                  <a:ext uri="{FF2B5EF4-FFF2-40B4-BE49-F238E27FC236}">
                    <a16:creationId xmlns:a16="http://schemas.microsoft.com/office/drawing/2014/main" id="{1CA550C0-F23F-CDD4-596D-F5808669F9AB}"/>
                  </a:ext>
                </a:extLst>
              </p:cNvPr>
              <p:cNvSpPr/>
              <p:nvPr/>
            </p:nvSpPr>
            <p:spPr>
              <a:xfrm>
                <a:off x="291014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8747;p52">
                <a:extLst>
                  <a:ext uri="{FF2B5EF4-FFF2-40B4-BE49-F238E27FC236}">
                    <a16:creationId xmlns:a16="http://schemas.microsoft.com/office/drawing/2014/main" id="{AB0274BD-6EB0-6D2A-3213-4A618D0E4D00}"/>
                  </a:ext>
                </a:extLst>
              </p:cNvPr>
              <p:cNvSpPr/>
              <p:nvPr/>
            </p:nvSpPr>
            <p:spPr>
              <a:xfrm>
                <a:off x="2910670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8748;p52">
                <a:extLst>
                  <a:ext uri="{FF2B5EF4-FFF2-40B4-BE49-F238E27FC236}">
                    <a16:creationId xmlns:a16="http://schemas.microsoft.com/office/drawing/2014/main" id="{2393E89B-3E3C-D883-19C3-2483D8DC4855}"/>
                  </a:ext>
                </a:extLst>
              </p:cNvPr>
              <p:cNvSpPr/>
              <p:nvPr/>
            </p:nvSpPr>
            <p:spPr>
              <a:xfrm>
                <a:off x="291014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8749;p52">
                <a:extLst>
                  <a:ext uri="{FF2B5EF4-FFF2-40B4-BE49-F238E27FC236}">
                    <a16:creationId xmlns:a16="http://schemas.microsoft.com/office/drawing/2014/main" id="{704CF889-6B7C-CC08-8E8D-594B87E6357C}"/>
                  </a:ext>
                </a:extLst>
              </p:cNvPr>
              <p:cNvSpPr/>
              <p:nvPr/>
            </p:nvSpPr>
            <p:spPr>
              <a:xfrm>
                <a:off x="2910670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8750;p52">
                <a:extLst>
                  <a:ext uri="{FF2B5EF4-FFF2-40B4-BE49-F238E27FC236}">
                    <a16:creationId xmlns:a16="http://schemas.microsoft.com/office/drawing/2014/main" id="{8E66AA17-DE4D-8C7A-CBDD-A3C6927A0657}"/>
                  </a:ext>
                </a:extLst>
              </p:cNvPr>
              <p:cNvSpPr/>
              <p:nvPr/>
            </p:nvSpPr>
            <p:spPr>
              <a:xfrm>
                <a:off x="2856407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8751;p52">
                <a:extLst>
                  <a:ext uri="{FF2B5EF4-FFF2-40B4-BE49-F238E27FC236}">
                    <a16:creationId xmlns:a16="http://schemas.microsoft.com/office/drawing/2014/main" id="{9F4EF2FD-11A5-5EB1-5379-04A21AF07CED}"/>
                  </a:ext>
                </a:extLst>
              </p:cNvPr>
              <p:cNvSpPr/>
              <p:nvPr/>
            </p:nvSpPr>
            <p:spPr>
              <a:xfrm>
                <a:off x="2856936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8752;p52">
                <a:extLst>
                  <a:ext uri="{FF2B5EF4-FFF2-40B4-BE49-F238E27FC236}">
                    <a16:creationId xmlns:a16="http://schemas.microsoft.com/office/drawing/2014/main" id="{7E7F178C-A957-9A17-57ED-D499C837D8C1}"/>
                  </a:ext>
                </a:extLst>
              </p:cNvPr>
              <p:cNvSpPr/>
              <p:nvPr/>
            </p:nvSpPr>
            <p:spPr>
              <a:xfrm>
                <a:off x="2856936" y="436176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8753;p52">
                <a:extLst>
                  <a:ext uri="{FF2B5EF4-FFF2-40B4-BE49-F238E27FC236}">
                    <a16:creationId xmlns:a16="http://schemas.microsoft.com/office/drawing/2014/main" id="{E1278AC2-5194-A78D-BDCD-6E448FA770B9}"/>
                  </a:ext>
                </a:extLst>
              </p:cNvPr>
              <p:cNvSpPr/>
              <p:nvPr/>
            </p:nvSpPr>
            <p:spPr>
              <a:xfrm>
                <a:off x="2856936" y="430809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8754;p52">
                <a:extLst>
                  <a:ext uri="{FF2B5EF4-FFF2-40B4-BE49-F238E27FC236}">
                    <a16:creationId xmlns:a16="http://schemas.microsoft.com/office/drawing/2014/main" id="{EB3EABB9-CA87-DAE6-7B8A-6D8718929F63}"/>
                  </a:ext>
                </a:extLst>
              </p:cNvPr>
              <p:cNvSpPr/>
              <p:nvPr/>
            </p:nvSpPr>
            <p:spPr>
              <a:xfrm>
                <a:off x="2856936" y="4254332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8" name="Google Shape;7075;p50">
            <a:extLst>
              <a:ext uri="{FF2B5EF4-FFF2-40B4-BE49-F238E27FC236}">
                <a16:creationId xmlns:a16="http://schemas.microsoft.com/office/drawing/2014/main" id="{2DD9F3E1-8070-DB5C-EAE8-DBFF8D8499D8}"/>
              </a:ext>
            </a:extLst>
          </p:cNvPr>
          <p:cNvGrpSpPr/>
          <p:nvPr/>
        </p:nvGrpSpPr>
        <p:grpSpPr>
          <a:xfrm>
            <a:off x="8507524" y="2153425"/>
            <a:ext cx="531850" cy="531850"/>
            <a:chOff x="3338375" y="2615825"/>
            <a:chExt cx="531850" cy="531850"/>
          </a:xfrm>
        </p:grpSpPr>
        <p:sp>
          <p:nvSpPr>
            <p:cNvPr id="5879" name="Google Shape;7076;p50">
              <a:extLst>
                <a:ext uri="{FF2B5EF4-FFF2-40B4-BE49-F238E27FC236}">
                  <a16:creationId xmlns:a16="http://schemas.microsoft.com/office/drawing/2014/main" id="{85788AE7-E003-BA26-23D5-D984A8A854B4}"/>
                </a:ext>
              </a:extLst>
            </p:cNvPr>
            <p:cNvSpPr/>
            <p:nvPr/>
          </p:nvSpPr>
          <p:spPr>
            <a:xfrm>
              <a:off x="3338375" y="2615825"/>
              <a:ext cx="531850" cy="531850"/>
            </a:xfrm>
            <a:custGeom>
              <a:avLst/>
              <a:gdLst/>
              <a:ahLst/>
              <a:cxnLst/>
              <a:rect l="l" t="t" r="r" b="b"/>
              <a:pathLst>
                <a:path w="21274" h="21274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1389" y="11098"/>
                  </a:lnTo>
                  <a:lnTo>
                    <a:pt x="1389" y="12486"/>
                  </a:lnTo>
                  <a:lnTo>
                    <a:pt x="1389" y="21273"/>
                  </a:lnTo>
                  <a:lnTo>
                    <a:pt x="7863" y="21273"/>
                  </a:lnTo>
                  <a:lnTo>
                    <a:pt x="7863" y="12948"/>
                  </a:lnTo>
                  <a:lnTo>
                    <a:pt x="13412" y="12948"/>
                  </a:lnTo>
                  <a:lnTo>
                    <a:pt x="13412" y="21273"/>
                  </a:lnTo>
                  <a:lnTo>
                    <a:pt x="19887" y="21273"/>
                  </a:lnTo>
                  <a:lnTo>
                    <a:pt x="19887" y="12486"/>
                  </a:lnTo>
                  <a:lnTo>
                    <a:pt x="19887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1387"/>
                  </a:lnTo>
                  <a:lnTo>
                    <a:pt x="18499" y="925"/>
                  </a:lnTo>
                  <a:lnTo>
                    <a:pt x="18499" y="1"/>
                  </a:lnTo>
                  <a:lnTo>
                    <a:pt x="14337" y="1"/>
                  </a:lnTo>
                  <a:lnTo>
                    <a:pt x="14337" y="925"/>
                  </a:lnTo>
                  <a:lnTo>
                    <a:pt x="14337" y="1387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077;p50">
              <a:extLst>
                <a:ext uri="{FF2B5EF4-FFF2-40B4-BE49-F238E27FC236}">
                  <a16:creationId xmlns:a16="http://schemas.microsoft.com/office/drawing/2014/main" id="{FD8F28AE-6D41-B505-82E7-20BBFAB61532}"/>
                </a:ext>
              </a:extLst>
            </p:cNvPr>
            <p:cNvSpPr/>
            <p:nvPr/>
          </p:nvSpPr>
          <p:spPr>
            <a:xfrm>
              <a:off x="3696775" y="2615825"/>
              <a:ext cx="104075" cy="208100"/>
            </a:xfrm>
            <a:custGeom>
              <a:avLst/>
              <a:gdLst/>
              <a:ahLst/>
              <a:cxnLst/>
              <a:rect l="l" t="t" r="r" b="b"/>
              <a:pathLst>
                <a:path w="4163" h="8324" extrusionOk="0">
                  <a:moveTo>
                    <a:pt x="1" y="1"/>
                  </a:moveTo>
                  <a:lnTo>
                    <a:pt x="1" y="5549"/>
                  </a:lnTo>
                  <a:lnTo>
                    <a:pt x="1389" y="5549"/>
                  </a:lnTo>
                  <a:lnTo>
                    <a:pt x="1389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4163" y="8324"/>
                  </a:lnTo>
                  <a:lnTo>
                    <a:pt x="4163" y="5549"/>
                  </a:lnTo>
                  <a:lnTo>
                    <a:pt x="4163" y="2775"/>
                  </a:lnTo>
                  <a:lnTo>
                    <a:pt x="41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078;p50">
              <a:extLst>
                <a:ext uri="{FF2B5EF4-FFF2-40B4-BE49-F238E27FC236}">
                  <a16:creationId xmlns:a16="http://schemas.microsoft.com/office/drawing/2014/main" id="{A4A7E958-48E3-E936-1E53-76ACF2CE0B6B}"/>
                </a:ext>
              </a:extLst>
            </p:cNvPr>
            <p:cNvSpPr/>
            <p:nvPr/>
          </p:nvSpPr>
          <p:spPr>
            <a:xfrm>
              <a:off x="3338375" y="2615825"/>
              <a:ext cx="531850" cy="277475"/>
            </a:xfrm>
            <a:custGeom>
              <a:avLst/>
              <a:gdLst/>
              <a:ahLst/>
              <a:cxnLst/>
              <a:rect l="l" t="t" r="r" b="b"/>
              <a:pathLst>
                <a:path w="21274" h="11099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4163" y="11098"/>
                  </a:lnTo>
                  <a:lnTo>
                    <a:pt x="4163" y="9712"/>
                  </a:lnTo>
                  <a:lnTo>
                    <a:pt x="5551" y="9712"/>
                  </a:lnTo>
                  <a:lnTo>
                    <a:pt x="5551" y="8324"/>
                  </a:lnTo>
                  <a:lnTo>
                    <a:pt x="6938" y="8324"/>
                  </a:lnTo>
                  <a:lnTo>
                    <a:pt x="6938" y="6937"/>
                  </a:lnTo>
                  <a:lnTo>
                    <a:pt x="8326" y="6937"/>
                  </a:lnTo>
                  <a:lnTo>
                    <a:pt x="8326" y="5549"/>
                  </a:lnTo>
                  <a:lnTo>
                    <a:pt x="9712" y="5549"/>
                  </a:lnTo>
                  <a:lnTo>
                    <a:pt x="9712" y="4161"/>
                  </a:lnTo>
                  <a:lnTo>
                    <a:pt x="11562" y="4161"/>
                  </a:lnTo>
                  <a:lnTo>
                    <a:pt x="11562" y="5549"/>
                  </a:lnTo>
                  <a:lnTo>
                    <a:pt x="12950" y="5549"/>
                  </a:lnTo>
                  <a:lnTo>
                    <a:pt x="12950" y="6937"/>
                  </a:lnTo>
                  <a:lnTo>
                    <a:pt x="14337" y="6937"/>
                  </a:lnTo>
                  <a:lnTo>
                    <a:pt x="14337" y="8324"/>
                  </a:lnTo>
                  <a:lnTo>
                    <a:pt x="15725" y="8324"/>
                  </a:lnTo>
                  <a:lnTo>
                    <a:pt x="15725" y="9712"/>
                  </a:lnTo>
                  <a:lnTo>
                    <a:pt x="17113" y="9712"/>
                  </a:lnTo>
                  <a:lnTo>
                    <a:pt x="17113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6937"/>
                  </a:lnTo>
                  <a:lnTo>
                    <a:pt x="17113" y="6937"/>
                  </a:lnTo>
                  <a:lnTo>
                    <a:pt x="17113" y="5549"/>
                  </a:lnTo>
                  <a:lnTo>
                    <a:pt x="15725" y="5549"/>
                  </a:lnTo>
                  <a:lnTo>
                    <a:pt x="15725" y="4161"/>
                  </a:lnTo>
                  <a:lnTo>
                    <a:pt x="14337" y="4161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079;p50">
              <a:extLst>
                <a:ext uri="{FF2B5EF4-FFF2-40B4-BE49-F238E27FC236}">
                  <a16:creationId xmlns:a16="http://schemas.microsoft.com/office/drawing/2014/main" id="{350F28FA-80AC-AC9F-BCB4-6301C41AA461}"/>
                </a:ext>
              </a:extLst>
            </p:cNvPr>
            <p:cNvSpPr/>
            <p:nvPr/>
          </p:nvSpPr>
          <p:spPr>
            <a:xfrm>
              <a:off x="3581175" y="2615825"/>
              <a:ext cx="46275" cy="34700"/>
            </a:xfrm>
            <a:custGeom>
              <a:avLst/>
              <a:gdLst/>
              <a:ahLst/>
              <a:cxnLst/>
              <a:rect l="l" t="t" r="r" b="b"/>
              <a:pathLst>
                <a:path w="1851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850" y="1387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080;p50">
              <a:extLst>
                <a:ext uri="{FF2B5EF4-FFF2-40B4-BE49-F238E27FC236}">
                  <a16:creationId xmlns:a16="http://schemas.microsoft.com/office/drawing/2014/main" id="{13BAFA87-E065-851A-55AC-7ACE808B5FC0}"/>
                </a:ext>
              </a:extLst>
            </p:cNvPr>
            <p:cNvSpPr/>
            <p:nvPr/>
          </p:nvSpPr>
          <p:spPr>
            <a:xfrm>
              <a:off x="3511800" y="26851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081;p50">
              <a:extLst>
                <a:ext uri="{FF2B5EF4-FFF2-40B4-BE49-F238E27FC236}">
                  <a16:creationId xmlns:a16="http://schemas.microsoft.com/office/drawing/2014/main" id="{4047F1FF-7685-7495-6515-F1A18FE05303}"/>
                </a:ext>
              </a:extLst>
            </p:cNvPr>
            <p:cNvSpPr/>
            <p:nvPr/>
          </p:nvSpPr>
          <p:spPr>
            <a:xfrm>
              <a:off x="3477150" y="27198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082;p50">
              <a:extLst>
                <a:ext uri="{FF2B5EF4-FFF2-40B4-BE49-F238E27FC236}">
                  <a16:creationId xmlns:a16="http://schemas.microsoft.com/office/drawing/2014/main" id="{66A441F8-6409-819E-25D1-704B155F5DA7}"/>
                </a:ext>
              </a:extLst>
            </p:cNvPr>
            <p:cNvSpPr/>
            <p:nvPr/>
          </p:nvSpPr>
          <p:spPr>
            <a:xfrm>
              <a:off x="3442450" y="275455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083;p50">
              <a:extLst>
                <a:ext uri="{FF2B5EF4-FFF2-40B4-BE49-F238E27FC236}">
                  <a16:creationId xmlns:a16="http://schemas.microsoft.com/office/drawing/2014/main" id="{167E995D-D64C-F33A-EC4A-4F2B121BD883}"/>
                </a:ext>
              </a:extLst>
            </p:cNvPr>
            <p:cNvSpPr/>
            <p:nvPr/>
          </p:nvSpPr>
          <p:spPr>
            <a:xfrm>
              <a:off x="3407775" y="27892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084;p50">
              <a:extLst>
                <a:ext uri="{FF2B5EF4-FFF2-40B4-BE49-F238E27FC236}">
                  <a16:creationId xmlns:a16="http://schemas.microsoft.com/office/drawing/2014/main" id="{28B53750-1A46-7B3F-8EFC-ADAEFAACF49D}"/>
                </a:ext>
              </a:extLst>
            </p:cNvPr>
            <p:cNvSpPr/>
            <p:nvPr/>
          </p:nvSpPr>
          <p:spPr>
            <a:xfrm>
              <a:off x="3373075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085;p50">
              <a:extLst>
                <a:ext uri="{FF2B5EF4-FFF2-40B4-BE49-F238E27FC236}">
                  <a16:creationId xmlns:a16="http://schemas.microsoft.com/office/drawing/2014/main" id="{64CE36CF-7C34-B255-4B7B-77DEFCE7FB71}"/>
                </a:ext>
              </a:extLst>
            </p:cNvPr>
            <p:cNvSpPr/>
            <p:nvPr/>
          </p:nvSpPr>
          <p:spPr>
            <a:xfrm>
              <a:off x="3338375" y="28586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086;p50">
              <a:extLst>
                <a:ext uri="{FF2B5EF4-FFF2-40B4-BE49-F238E27FC236}">
                  <a16:creationId xmlns:a16="http://schemas.microsoft.com/office/drawing/2014/main" id="{506C4C91-6BD3-8CD7-9679-E7BF92203BA4}"/>
                </a:ext>
              </a:extLst>
            </p:cNvPr>
            <p:cNvSpPr/>
            <p:nvPr/>
          </p:nvSpPr>
          <p:spPr>
            <a:xfrm>
              <a:off x="3662125" y="2615825"/>
              <a:ext cx="138725" cy="208100"/>
            </a:xfrm>
            <a:custGeom>
              <a:avLst/>
              <a:gdLst/>
              <a:ahLst/>
              <a:cxnLst/>
              <a:rect l="l" t="t" r="r" b="b"/>
              <a:pathLst>
                <a:path w="5549" h="8324" extrusionOk="0">
                  <a:moveTo>
                    <a:pt x="1387" y="1"/>
                  </a:moveTo>
                  <a:lnTo>
                    <a:pt x="1387" y="925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0" y="2775"/>
                  </a:lnTo>
                  <a:lnTo>
                    <a:pt x="0" y="4161"/>
                  </a:lnTo>
                  <a:lnTo>
                    <a:pt x="1387" y="4161"/>
                  </a:lnTo>
                  <a:lnTo>
                    <a:pt x="1387" y="5549"/>
                  </a:lnTo>
                  <a:lnTo>
                    <a:pt x="2775" y="5549"/>
                  </a:lnTo>
                  <a:lnTo>
                    <a:pt x="2775" y="1387"/>
                  </a:lnTo>
                  <a:lnTo>
                    <a:pt x="4163" y="1387"/>
                  </a:lnTo>
                  <a:lnTo>
                    <a:pt x="4163" y="8324"/>
                  </a:lnTo>
                  <a:lnTo>
                    <a:pt x="5549" y="8324"/>
                  </a:lnTo>
                  <a:lnTo>
                    <a:pt x="5549" y="1387"/>
                  </a:lnTo>
                  <a:lnTo>
                    <a:pt x="5549" y="925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087;p50">
              <a:extLst>
                <a:ext uri="{FF2B5EF4-FFF2-40B4-BE49-F238E27FC236}">
                  <a16:creationId xmlns:a16="http://schemas.microsoft.com/office/drawing/2014/main" id="{2986BF6F-E1E9-6C12-E36E-480C9F3A7E8D}"/>
                </a:ext>
              </a:extLst>
            </p:cNvPr>
            <p:cNvSpPr/>
            <p:nvPr/>
          </p:nvSpPr>
          <p:spPr>
            <a:xfrm>
              <a:off x="3627425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088;p50">
              <a:extLst>
                <a:ext uri="{FF2B5EF4-FFF2-40B4-BE49-F238E27FC236}">
                  <a16:creationId xmlns:a16="http://schemas.microsoft.com/office/drawing/2014/main" id="{14C7265A-89BB-694F-BDCA-013254E9FD7E}"/>
                </a:ext>
              </a:extLst>
            </p:cNvPr>
            <p:cNvSpPr/>
            <p:nvPr/>
          </p:nvSpPr>
          <p:spPr>
            <a:xfrm>
              <a:off x="3546500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089;p50">
              <a:extLst>
                <a:ext uri="{FF2B5EF4-FFF2-40B4-BE49-F238E27FC236}">
                  <a16:creationId xmlns:a16="http://schemas.microsoft.com/office/drawing/2014/main" id="{A408309A-E12F-9BE7-77FA-6CDE146FF6C3}"/>
                </a:ext>
              </a:extLst>
            </p:cNvPr>
            <p:cNvSpPr/>
            <p:nvPr/>
          </p:nvSpPr>
          <p:spPr>
            <a:xfrm>
              <a:off x="3373075" y="2893275"/>
              <a:ext cx="462475" cy="254400"/>
            </a:xfrm>
            <a:custGeom>
              <a:avLst/>
              <a:gdLst/>
              <a:ahLst/>
              <a:cxnLst/>
              <a:rect l="l" t="t" r="r" b="b"/>
              <a:pathLst>
                <a:path w="18499" h="10176" extrusionOk="0">
                  <a:moveTo>
                    <a:pt x="1" y="0"/>
                  </a:moveTo>
                  <a:lnTo>
                    <a:pt x="1" y="10175"/>
                  </a:lnTo>
                  <a:lnTo>
                    <a:pt x="6475" y="10175"/>
                  </a:lnTo>
                  <a:lnTo>
                    <a:pt x="6475" y="1850"/>
                  </a:lnTo>
                  <a:lnTo>
                    <a:pt x="12024" y="1850"/>
                  </a:lnTo>
                  <a:lnTo>
                    <a:pt x="12024" y="10175"/>
                  </a:lnTo>
                  <a:lnTo>
                    <a:pt x="18499" y="10175"/>
                  </a:lnTo>
                  <a:lnTo>
                    <a:pt x="18499" y="0"/>
                  </a:lnTo>
                  <a:lnTo>
                    <a:pt x="17111" y="0"/>
                  </a:lnTo>
                  <a:lnTo>
                    <a:pt x="17111" y="8787"/>
                  </a:lnTo>
                  <a:lnTo>
                    <a:pt x="13412" y="8787"/>
                  </a:lnTo>
                  <a:lnTo>
                    <a:pt x="13412" y="462"/>
                  </a:lnTo>
                  <a:lnTo>
                    <a:pt x="5088" y="462"/>
                  </a:lnTo>
                  <a:lnTo>
                    <a:pt x="5088" y="8787"/>
                  </a:lnTo>
                  <a:lnTo>
                    <a:pt x="1389" y="87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090;p50">
              <a:extLst>
                <a:ext uri="{FF2B5EF4-FFF2-40B4-BE49-F238E27FC236}">
                  <a16:creationId xmlns:a16="http://schemas.microsoft.com/office/drawing/2014/main" id="{FB7ECB7F-F992-3D6A-EED6-34D253F9E071}"/>
                </a:ext>
              </a:extLst>
            </p:cNvPr>
            <p:cNvSpPr/>
            <p:nvPr/>
          </p:nvSpPr>
          <p:spPr>
            <a:xfrm>
              <a:off x="3800850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8" y="1389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091;p50">
              <a:extLst>
                <a:ext uri="{FF2B5EF4-FFF2-40B4-BE49-F238E27FC236}">
                  <a16:creationId xmlns:a16="http://schemas.microsoft.com/office/drawing/2014/main" id="{6DA6FDAF-DEBE-8C81-A4CF-7E7C2864D879}"/>
                </a:ext>
              </a:extLst>
            </p:cNvPr>
            <p:cNvSpPr/>
            <p:nvPr/>
          </p:nvSpPr>
          <p:spPr>
            <a:xfrm>
              <a:off x="3835525" y="2858600"/>
              <a:ext cx="34700" cy="34700"/>
            </a:xfrm>
            <a:custGeom>
              <a:avLst/>
              <a:gdLst/>
              <a:ahLst/>
              <a:cxnLst/>
              <a:rect l="l" t="t" r="r" b="b"/>
              <a:pathLst>
                <a:path w="1388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80784DE8-9A33-59C9-9BDF-5967622B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62" y="115513"/>
            <a:ext cx="6117876" cy="49124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Google Shape;5795;p35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796" name="Google Shape;5796;p3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Classes</a:t>
            </a:r>
            <a:endParaRPr dirty="0"/>
          </a:p>
        </p:txBody>
      </p:sp>
      <p:grpSp>
        <p:nvGrpSpPr>
          <p:cNvPr id="5798" name="Google Shape;5798;p35"/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/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/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3D38D6A5-BDD1-262E-A6D6-554C3EDC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994F6ED2-464A-DF18-B4AA-B4478B6E24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00883B12-C057-7037-C069-A67F137A0BA3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497BC1C7-2444-01DE-495F-2DCEDDED2B18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121B3C61-5A21-E14B-E244-98544E33B012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7FC3F8C2-836C-2DA0-EBC2-D51967838629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E99810A6-4E69-31EB-1B0F-85377CAAF953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91F987E1-D037-F3C2-D675-AA7E115D73DF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9C159551-3341-99C5-112E-71F796D7A967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66151C0E-312D-2083-0A25-EF64F377E2E8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70340B08-E4C5-9455-681A-19EAFD202CB2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1EA09A8F-C295-436C-4CC2-AE5949A61F27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D58A9B55-69B4-0627-0751-28A9AA4B4182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A027BEA8-EAFD-1D6C-C2F5-B5BD813DBC8D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DF6E152C-8FAF-2A32-4FA1-C2405B7DA07F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9C2D7CA6-617A-8F2C-7993-AE3930255FF5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8A3BF4D9-1D23-86AC-9B6A-D04D9335A067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B83FD273-DF2C-A259-83B3-4CB82BD285EF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06F0F3CA-FBB9-3EDB-018B-227B4FC6F7DE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715C395B-B0F6-0F5D-0093-0E9969DF12B7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2E775D7F-3313-98AA-3F6C-54E99B52E639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6C81873A-0825-4ACA-9CC1-41A396830923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7888F031-AC45-DCF7-0F36-6D2354B3C617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DBA0CBF0-A6BA-0566-875F-FB79E4755D3C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0DFC7529-2000-E7C1-3866-1B15B731E6B7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557D02CF-1D60-15A6-3A06-8FDD679C2FFE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633D4B9F-A43E-0531-F3A5-9A6A470A9197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3D31BA3E-1CD9-3343-AF8D-FD6E883C32C2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0413C7DB-CAD6-17A9-CC1D-DEA832740B35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C2DDF43A-8183-332F-A03F-F07E2E7FDF76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DBB919B4-669E-7536-C375-90D26F90023F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4BB6641E-767F-D659-312A-9E5D6D2CAE97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2F9A7213-CDE4-B2DD-361E-2F5F01524779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B1C4D735-87E4-96E4-AABE-72007397B7D0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CE16FCEF-D85B-0826-9775-FEACE8A0FD0C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39777C0D-B65A-AEA1-FCFD-CC7E157E07E8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C57A5F53-938B-C2EB-17FA-EBE9E8C70CDD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F7E2D7FF-AB04-5ABB-48AA-CD3600538F77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C75CA5EF-8CEB-A317-352C-843E8F1E54CA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0FC29583-A367-E5E6-160F-20B32EA8C4B5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20681330-5798-EEB3-1635-DE7130C939B6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8155475D-37D0-8BB3-9BD2-83CD43D107C2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32258914-247C-6AA5-61F7-55451F29061C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ED708C31-48B0-44C4-F43E-FB86D182AF13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74DE6CBB-12E8-DBDB-6B90-AAD2B794AFFE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0B4A2738-9C4B-1BDA-5A37-5627E0FED7D8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2564CC96-EA15-BE63-1D49-2E9878091E8B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AA9A5BF2-7550-D8B5-729B-267380FF132E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CD18FE7B-E875-8C4D-B86B-348F8B07F324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1B93649B-52C0-DF5D-F880-45A4A6DEA571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94F30F7E-D872-E2D8-C72F-0A8E20880D3A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07973AEC-6E81-6330-9692-4C5F8A50EE8E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5C0CFE2A-9C49-38FF-D5C8-56425CB5D598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241EA941-E763-80BB-CB07-F6C496188DED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43E34A94-09E2-926E-FBB5-BA4405CB4B54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2CABBEA0-9570-1725-672D-7154A3877780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1D61FF56-0888-FD2D-2019-DE49B93D245F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CC6A3D74-AC96-55AB-45B3-4C1DFC0C3693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35A98B25-2750-A867-B8E9-8F41B9CBFA09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5703B33D-0011-E091-05A1-D28BFD8FE194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47877EC2-8CCB-F531-CAFD-123EE9FEA1E2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A260F3F5-9BDA-A4B1-B434-99F77E27A01B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C96A621E-C0D4-763A-308D-5957058C28DE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9FF2DBE7-DECC-5610-CCE5-760ED3F15379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9F9A5D5E-8BDF-CA57-B5FD-5677E96F0384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93019678-6D08-741F-9C6B-F3BE5B8C85DD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7A3CE95B-E2D4-31B0-1A77-9526875CBDDB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BA0EECD4-0226-1DCA-53B6-62217B6B6BE9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960657F7-7724-0A6D-6B9F-4C2B502C0FEF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8120EBBE-E191-9AFE-F767-9FB9A00C8355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3E846D86-4CDF-4598-3C2A-06538CF802C9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2070C0FE-5680-A4B7-F925-2EF52D4E8DC0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DC92C570-F1F0-72EC-BD09-722A1C433C43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8363668B-7E0A-DB80-3C83-972E93396D3A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35106DF6-F4A8-A7BE-84A6-25DF16914020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9B1DC288-9FE2-AFC9-AD24-A502AD5F2629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46D24236-C5BF-46EF-02E4-5159EDA2C5D1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3F5941DB-C673-DF29-CA93-04BA331313F5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3B6052AA-BE6C-167B-E8DC-543D683FBB63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AD65CB16-B2CB-C29C-8855-2B9CF451CBFC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1409CF61-C98E-EA9B-86BA-788C26111948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64D72826-1875-7B8A-8037-8E94A9CB5BFE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DBF58446-64FF-DE56-9BA0-1222CD75B156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54E296B1-7C75-8626-C674-4D14C1839C94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6FE01568-7932-A818-1F3D-D2C4308DF0A0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51A7DC39-C14E-B030-C9EF-A379A1168FBA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0ACBCA05-EE33-46AF-26E3-275C4E3D1055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7BA91C29-048C-F167-A873-BE91DA2796E6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8179494E-4ECE-BD23-C6D4-5C95908DFC46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C25068C0-499B-1165-983B-D1580EF10B7C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B6A20639-04AB-AAD6-270F-5B6B990167D4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7FAA0EFC-3E18-2A25-B940-C32B8019E641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EA48CCE7-791B-4E67-F655-91E3BE4E8041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249E78A7-6E8D-5596-166D-1E7CE84889BA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FF3037B3-BFCB-E3C5-19C3-16CDD220CE70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04BB889D-46CA-A884-1CA2-DCF2A4E37E3E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FBEFEF0B-5BDE-CE7F-8A5F-6CB233605645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D66FD3E8-8F2A-00F4-D5B5-D11D58527537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3544161A-FEFB-C343-435B-02BF1406A80D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C13E9310-83B7-C9B7-D0AF-7688423ABEF9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4511972E-6D30-34CA-1F4A-675B82AE54D3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9CFC2D1F-9D36-F042-E036-F3720E70DE33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7987F123-332D-E7F5-24CD-45F7E21BBA96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20F2FD43-8F34-C1F5-E849-597F2B0456DE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B882599E-ECEE-9C05-7A1A-FA49AD9AE306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A3DD2C11-7321-2DD0-B874-7544EAF42F86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8D692705-D642-C6BC-F342-74C906A859D6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A090C7BC-F1BC-4595-6A02-8FD9044AFB05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3C2E151F-37A5-49F4-8EAE-78893C293074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08DCAA1A-188F-52D6-5FE8-42AD51D654AB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AC6FD800-4CD5-D6CF-EC07-AB566A908802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5F158079-66D6-7A58-4FFF-F932AD7106E4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809121B3-0B47-2A2A-A02D-58FDBB06899D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B69BDBBA-CC87-3C75-54DB-2057EBDEB197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20E708F8-3C77-A2B1-755A-6EA541F71ED6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F1B0DA88-C616-7CA7-74A5-C11252CE8976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5E0E55CF-25AE-2F60-8C7B-1D39B24764CB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72885A29-C419-A216-BB0F-1E45758D2BFC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FA226119-AE36-20D4-38A0-D5AC1A72B76C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4B8BEA81-0A43-DBD8-444B-7223F24841E7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743983B7-6007-DB26-6E6B-1F2016A17AA2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85B9DFB1-4381-300F-C800-17C8264251D1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7D7DB336-AA22-AD3C-4947-A67F0BE8CC2B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B9EADA09-E43B-40FC-63A6-1C2D7B87E648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654ACEAA-B1BB-60B3-D5F5-EADA2D20F08B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CA8BAA33-5477-7CFE-9CBE-E592BEE72374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4AAF4290-284E-39F3-0A4F-AB8952A940A2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FEF275C9-F4B0-42D8-727A-055026913775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4E8AAAED-076A-59B7-939E-7C115E27E7DB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18A30B8A-0BF1-4F5E-B21D-81B7EB463013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8BDC6E4B-4033-09E5-EBA5-A7C262552F5D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948DBC67-F221-E38B-4FE6-A2E66A8A3929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74168762-2D0C-966B-C78D-D2F5F6649340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1BD09F4F-2FB0-DAFC-78B7-41957CAB7DB0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04ADF744-B1B3-E9A9-94A7-81AAA91F0166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85C6F48E-F565-AA69-F670-E985D9756E43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D018283B-7A21-6E17-62D1-6213ADD8580C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1143CD40-E21C-DB8A-BF71-99B955C6298E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B8839357-9CC8-B3B6-D289-7C4696F3DA3C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F2A409C9-5C23-DC8B-CDA4-8E44829DB50A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FD1DDC84-F6D1-D373-8D55-63EC24621ED1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48CB4618-341A-F3CA-29C8-CD9781C17E37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682834BA-0129-8C7A-46EE-6698E35E371F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3C52EE99-7566-9981-0531-1597EFEC2DA6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49858107-BC34-E126-57A9-3E56E29F2E1E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DBCE3980-3468-8109-5228-CA9986AB300D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6D67FB3A-8146-28A2-C893-7824EDA45672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C3A3EE55-53B1-9E88-05C9-29A8A79D9C3C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826A4973-3C4B-639F-89E5-220DF96D94D3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997E7A22-826E-A8F9-61BB-2B6F40F6742E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BC769991-F386-4B8A-747F-9557CFAB5A1A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6B8631DA-1ABE-4642-C41B-581B81930923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F8803889-F8C8-75D3-D56C-A848FC20BD9F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B0AD80A2-040F-2C7B-78EC-7F154F280596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322C4E24-BDA0-6019-665D-3D8628A46845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6FE11D6F-AAF6-2FDC-0433-88A5BEEEBC5E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A511E437-06B7-B1F2-B234-7766DDD67207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016AC3C6-659B-45CC-39DE-144C6BF3BEBE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A0CC702D-C4A9-FC58-2F9A-AFEE0F0962D2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CBCFC672-AA8E-58AB-0BAB-191E202F065F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B71A5F08-0E94-DE97-5C58-99C41E0E002E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A0631070-3E52-AA82-C59A-E6465AE66F61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786F5DD7-3816-248E-5759-624F1F6DF600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C927E546-53B9-7A09-47B7-DDEF3B939B0A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69D95787-404D-273B-0495-F70EE8479CB3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BC097F54-4792-E64C-19BC-A0832948A5C6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C49F14BF-BC8A-3EE1-11D0-2D093BF8BD19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3C99B47F-827C-6487-8590-91C875A5B92A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B846E318-0EE9-1CA9-A82B-64B83F6B95FA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5FD472B4-BAB5-8423-CD98-59FC87BF0860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0114DE23-E1B2-4560-C498-245DE4C81348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61152889-7A42-BC03-633D-DEC78B7CE430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8B4DAC5A-8085-27AF-E4F8-FE42A4AB0DCD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80502587-7ECD-DE41-6A51-7FE116029397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EE0BE8DF-2EB9-386D-7099-F17727BDF368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0F7666FB-CEC8-581A-4481-73C4B05D9898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2A7D510D-D6F1-8D38-3971-E86014602A4F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38C92CDE-A79E-E15A-6DED-E5BD55FCC65F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1B161C0B-89F9-64AD-1F04-BCEB184D30A7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88508FB2-19B8-2BEA-2429-9CFD371A5A3B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3E029CDC-417A-83F3-D3E3-4EC16D07FEF3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6DCC3471-96E8-89FE-1E2C-0B7A3B94FE31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A02C30A5-582A-8F6C-7E70-21AC96CE3BFE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6D0009D8-DBA1-759B-AD41-3C3C146D7B00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56A140FE-F7D5-E15C-639D-BF5CC688C725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0CD5A623-E8D6-0B2C-C94D-E8BE5DFE4C03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009B4057-FBE6-E8A2-D5F3-A4F79D8701CE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A6F7E3D3-8AEB-503F-CB96-6DF6345F3F61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1A48B035-EB20-DA2A-6DF9-C3810C31DF49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70FD5921-DAF7-C14B-1829-D6B8DF73C93F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484E55D0-8BD4-91BD-B004-D9D34B9FB40A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7F523875-74ED-ECE9-9625-B825B81D80E0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F61F446D-AFE4-70AA-424B-6E8C379FB3C9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61D48495-0430-ECF2-86CF-91A063159309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E1613157-2D63-BDC2-675F-E438B723AED7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6C55D993-6B10-48FD-632B-1C3A43A10435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74A222A0-6536-2C36-41B8-8A3EB605C752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1D61792B-FF06-957B-07A7-BA3CFB99E2E1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8FDD9EA4-B496-D091-421A-55875E240C79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16DE40BA-B274-FD0E-DABC-A7F675419B47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9E4CFD3D-1D73-2529-965B-128FA6D2FF42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F78368AA-A6BF-3099-07D1-738BC5A0A352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9782F681-621B-9BB4-D652-C50AA099B226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DBA12055-C4C0-CFF1-98E6-BDAF2464DC1D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10B2696D-D8A2-15EF-B4FB-4EF11D9C32C7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D5EC0682-FB85-0B25-97B7-23478DCFB31C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AD7A8239-8C6F-8CD0-BF23-3671ED962B43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43DFCBB8-80EB-11C5-987C-F1F905B5DA2E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4CDC1080-8C14-577A-30EF-C739E34D4295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F992A6BB-174F-1820-E413-9350471FBA96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02D4D022-15F8-4A8D-0AE8-2196F892AFB8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021D7F92-5B12-16AB-1B5E-8BAE58793BCF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451A4C79-F89E-94F2-CE82-1E4E80AE221A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8EAD67CA-7687-A8AA-5CD3-1A1E09B4E215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1DA2076F-A3EC-90A9-39CD-98F939E7F4B5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7C545AED-6A37-270B-2202-534EAC575074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9FFA8DD4-77EC-7D4A-CC05-FB0314F4674F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84014174-0C9B-A55A-96C4-03A83596F7EA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CA801F53-D812-10C9-D341-7386EAEEE6D4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C1E43330-B383-A868-741F-0238D04FA81E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AB254EF4-FBDC-ED04-E11D-C9366F589548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774103DD-DD6C-3893-BD04-D967ACA66BCF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164E7C54-9D13-2B2D-8D72-607FA6BDBB51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874EFC7E-A3A6-92C4-8F3E-973522E4FFC1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6CB4D2DF-2503-294E-C8EA-00B6A7F1795D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02C39908-F51D-A855-86B6-D1386400722C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5E0BE1C6-C133-6B9B-B126-0B84C16C2558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C42548C6-695B-84E9-3674-FCBF0CEA41CC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BDD2DDA9-3B20-CF50-F15B-2F3A9AC25167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5C5BACB9-2A55-3680-981E-07488C6FD89C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231F53FC-5752-5BE8-45E5-67582E8BE119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F6FF36ED-46E6-6D91-052F-9E9BC3AEF371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74309831-62B6-FC5C-A60B-68FD293F26A6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CCDB9AEB-31CB-7171-ACBC-EFAC291BF8CE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9784F47E-D853-ADEE-86A7-B1D060726122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C0595E06-4585-8445-02B2-678F17452503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926B2879-D350-DAFE-102F-62FF92CAB651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A83A4884-0527-C494-46D5-9919DE73D46D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A87D991D-E13B-88E5-C5F9-D4794B049FB8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3781BC61-7256-C154-FE93-A1F5E71E9074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08A6D310-78F9-5A21-6C69-7432E1492C0D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91982B7D-976B-589F-0A2B-6857637C210A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F1146934-6DFE-8CB1-0303-37A68E0BD9F8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F7500281-2EA5-A65E-4959-75E7E84BFDC1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C28A656D-08DE-37DF-C5E2-3B2F6D595AD0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AA91F0FB-A350-0E20-147C-16EEC16AB047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313402B8-1356-E98F-385D-13B3ACED13C3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54B37C1B-E289-FF0D-CF90-33F7D5757BE0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77743384-078B-3D2A-2145-AE2C43E9E8D9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30330228-790D-43E8-5F91-2721597E9B23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13DAA1C2-20E1-5A20-84C0-3E040B6DB3B9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2640965B-24CC-8767-3D61-E494CA3A31FB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036A3714-03E4-4487-76AD-7BAEC6573F8A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1FCC201E-93EF-70EB-9A49-7DFC5C94DB1C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A84B21C8-16E3-4B65-2B02-6A0025359D0C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A1B6F565-153D-53C8-464F-E340971F637A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B9E464CB-72F9-A341-2AA8-3D4BD70FD738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FF202572-DF17-4D5A-3EF4-347E9CA813AD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3A264F28-A331-9696-8980-355A13BFB127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09068D56-3B97-055E-7C58-328422836D97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A7C7A92F-3B1B-A2D5-A9B2-DD222F0E8258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BF0D4A3F-1EDB-8C52-A669-9CDD1A0F9D5C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B93F1551-FDE5-65F9-20A7-276BE9CA1DD1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E47B440F-199F-15DC-AF67-C27F7257C592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D1437BB3-C070-42AA-23B3-7CB6AAEDFCD6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84BD3740-2F1A-BAEB-D68F-041510520CB3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DE6C5191-8FD2-4F98-8B6D-7859309FCC6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A362984A-19B8-5EEF-9A51-7B33CD6B58E1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CD04FEB4-7B30-18F2-72EB-923B4674A8F4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6ADECB4F-8D25-BCEE-FC63-B528C15434D2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37395B00-8D28-A3CE-1515-D525E07F14D6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51C61BB8-BE87-D97A-DF06-C61C55107995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06DED596-9257-38FE-1E56-453DFA9BE475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11E38159-975B-398F-999C-3EDD2E772E9B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ABB94BB1-7C29-4410-AFE1-AEB6E59E711B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54BEFC54-B519-1046-2B71-15C9E14644C0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63308398-E638-064A-984B-EA9119E5A1EE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96432DD2-A4F8-752E-24C7-704F2D9328E0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404043F7-4C5D-3388-3169-5691F20ABF96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D0A890A1-B4F6-4A5C-A27E-BDC991905F02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9EE73A9A-46B6-3FE8-91C6-ADEB74D6DDA0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590757B5-CFB5-56CD-8E7F-D526D0B4D8CB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E75EA57A-F967-4BA4-14D6-AFF709D5FCAF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EB592847-13F2-0314-B9B0-C16F4D91FC30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C6705FDB-FA38-180A-91F3-0BEA9E30958A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8044FA6F-6B02-062F-9B36-7E5DDD6A5432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7D156EA3-C206-4955-ACD6-E814F46FCB6C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89F07AC3-2C5C-8599-FD9E-252872981408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7FD34D01-BDB8-B3FE-66ED-12D10A9EC4FB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571FE976-22A2-9B14-947A-0C6F65622840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9A6CA47B-5DBC-7039-1EC9-E1B90915467B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F9E22663-762F-12A3-924E-77CC2C38A822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FBEBA90B-7740-3BF8-0864-853398AE4D03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AD2B6D87-5039-30C4-B3C7-DCAE8955301B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417A1094-8D1C-336A-5424-81E4F6924C59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2C6E5255-47EE-6145-6B4C-0D0A7AA58F08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7CB12529-5554-76F1-7BF0-A62C1E3D5F25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5CC38599-5956-91C0-13AE-68C947EA9ED6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5FAF81CA-1455-B535-DB41-3DFC6217E257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71FABC6B-6931-724E-DB59-5E615D44FBF4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513CA5E7-A059-9140-8F77-878FBE3226E8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6067B952-093C-0589-F9E5-2CF4847F0BAC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11A72B8F-EF07-5E35-B311-36633D19194B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E2A8F70A-E926-4DE0-6CFA-720C93F63C1E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4BE273F3-1858-B9DC-6FA8-158D77AFD4C5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FF859900-85DC-9E4C-083E-9768C502A3CA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18C8A4E5-BF19-64F3-448E-2F2429CDF15F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20A4ADEB-DCC8-65CF-0A80-6639D979B334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E87EBD03-E2A3-60DE-7317-7F22C45D2AA4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111631F4-F746-1322-9C3F-9C22412D1406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6D73A0EE-E139-0CC0-90D0-B54D603C386E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07E97BEE-20DB-6788-0E0D-DCF7864EFCC8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FC8A88C5-157C-A940-D5A0-3F9088A0CBCD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0973C4B2-7735-1C8D-0B60-4F68144C7959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7E878CD9-722D-B227-53F1-F161C8987FFF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25C6758A-5E24-FADE-E4F5-D1A0BBEFF617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11359BB7-FF5F-FF35-E2EB-698D39652183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EB8950BB-27C7-9BAE-7D8D-258D0E97DA1B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C5093987-5FC8-591E-62ED-9F82C09E7473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59B602CD-63CE-5F66-3B8F-544C4D92895D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504EFFE8-41BC-D226-316A-A99713D3BCCD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151E650E-F160-302C-C04F-F4E277D728C3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E2199880-F609-9A50-F093-52C3B82FE26F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2F2BE805-3529-390D-220C-CC7F51317157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2D38EED8-8A23-F9CA-3629-D3E28FE6C9D8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C8FADFE0-1893-7490-E69D-9973995B9882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6668CD48-49E5-5123-D0C6-6FC77EAECC2D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8C521C5C-604A-6966-60A9-0DF662F4AAC0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C747D1E5-7DF8-0636-6DDA-5062E19E660C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3FA80B48-C6F0-C3B8-7011-D7E177B5AC74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A08C95E5-7963-1BD9-EEE5-C6E9FD4DFD5B}"/>
              </a:ext>
            </a:extLst>
          </p:cNvPr>
          <p:cNvGrpSpPr/>
          <p:nvPr/>
        </p:nvGrpSpPr>
        <p:grpSpPr>
          <a:xfrm>
            <a:off x="510775" y="4411416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4515CB77-52C3-7BB7-6A1D-843637967433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A9580EF0-73FC-7F7E-26E8-36291C243505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2E30FCB1-1680-F23E-37A4-B57E67206B84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D75B58C9-87E4-AB5E-0101-422D3C787EFE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C49D390A-637E-C585-645F-52450864E5B0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02FD46F2-1DEB-71C0-8541-022D3A3B4D32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7BDC1F84-1670-3431-75C6-35AB5670C99B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10107C3F-E112-3D7F-3B04-B8A1415B53F1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DB7D93A1-AFD4-FB0A-953B-50E2FD0B157C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6CE1F400-38B5-3ED6-3C50-EEEF8B53E81D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2C9871C2-163A-7661-21A4-7D2F7355598C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7C4ABAB1-2F17-75C1-6E83-775939DD4632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956AF524-35C7-BD2F-DDDB-8EDAC9422DBE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34CD4D59-ECA0-3A82-0EDF-04F27C0FB1ED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5133D88B-CC0E-BA4B-7769-40E4FF24A68E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30ACB3C4-26D4-1BA7-B97A-E8DA4E538F26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62E0F239-6D60-53E0-8304-6AFB130675C1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B4AA1D69-9AAE-8B2D-FFF8-6398D30FA8DB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2F54DB24-7296-291A-6890-44CDE433A691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79BEE8D4-9CB6-E98E-EC33-0AC0914D2DB6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D357077C-154D-0BD3-F8D7-EB481A19D88C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131A67E4-8146-D43A-C599-71902F0BBF9A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0A1EF1FA-4981-A613-7B55-13B3924FB0E0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C365A344-6F7A-2BBF-E746-BE80837C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766"/>
            <a:ext cx="9144000" cy="50779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592639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625309FC-D98D-8D23-488C-FE5C38CBE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EF77CDE3-BC32-61A4-8507-AA8EE3F85C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DC628EEB-0050-3CA5-0179-E86F2C5F8315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46E07ECD-E8FE-729A-56A4-266D085ED43A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F74808F7-FA9B-A8C2-E888-48FA5D6E221D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68DA0456-4DFA-08DC-84E5-14BBFA47CFAA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B309560B-10BA-D84F-A485-557845B40BAD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A4314DC0-E239-50F8-1A29-AC5E38B2F13B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E88F98FB-E003-6338-97EE-244123D20CC4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06388064-638B-7105-9F87-5C39784832FE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57E67455-82F4-9696-410A-1AD96261E217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2626C6AA-5DF1-8D9B-D938-506EE278868C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6AD5FA2D-CD7D-A1FB-E53E-2654F0671EDF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1DE4F161-EEDC-D559-7CA8-872195CBD153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744980F1-3160-B133-B488-290A0907BF51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65ED8514-0A8D-1A00-D269-135017DCF141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C1752678-A5B5-ACE5-D3A8-1C41E1AE3E0C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B7FAE191-6FD7-B28E-EA38-16A94235CF18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1DC632CC-60ED-DE28-70EF-6280A7B9151E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E1F27027-0E11-C295-CF8E-51F349648004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7AA748DB-DBCA-7050-8327-582CC0CC3038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FB06073F-495A-7F56-C305-20FE2A1BA19E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DBB49BA6-5175-7A07-F80E-732A7A3D29DE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31817C9B-5E2B-AA51-3641-0E8663D2949C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4BE6C58B-712A-281C-6191-4A1420A1E847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1AC46C00-44BF-E13A-21BB-EA12FB81B442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AF341DBC-9CDB-A641-950C-CB2726301D23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E9614573-0BDA-5A55-E103-D47F4A3D792F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5BD11EDE-F3B0-3151-0724-A213EB069AB4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56CABFEF-E726-BC45-2521-303EC75C55CB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41765508-5316-E2DC-2F9C-830A36D787E7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01B36BC0-D9E5-DB9D-D347-96E52A77EAAB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6E0F957E-5B95-8993-16F9-233523899DD4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ED1C8737-9ADC-1D99-5EF1-2A53E2508A17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08081FEB-BCC6-1142-26F8-FA5487102FFD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19840184-90F8-FFF7-99CE-B3D10CDF6E52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0F4AC502-FC04-5629-291B-AC432E4232D2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AF9C32A5-9CC6-2582-A5E7-49D50DCC3E40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27A06B64-6AB2-048A-6BDC-AB356393733B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A87472E9-251E-8D08-9382-DF6920B519C0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29FD9EC5-E1A5-031D-C259-A771A7620CD6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2989800B-F1E4-2C7E-10B3-D112C25C2BC6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D82C3F19-0B65-7517-8C66-4A5F56F2C851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FE43AA4D-E876-04EC-896E-BF8B6EEFEB0F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C57CFDDC-35F4-E10C-C91A-504882E07781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6FE1FD7E-5861-5448-8790-7CE93A7A1A61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D3B50964-C815-1E7A-A980-506A45F185B0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14F1D626-105D-AA50-05C1-3688C9B39191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9C0385AE-31F8-EC42-E3BE-97B75A2ED52C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D41F6996-4113-27B9-A3F8-3320624D2043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10D4C3C8-CDE3-9311-B7FF-6C668A134110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ACE7E826-AD34-42B0-66B5-29DDFCD8974B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9D5833D9-5720-5206-67F9-7BCDF22D2FC8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F261E4E9-D2CB-4483-AC75-F41C1F0B8C6C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4DCDF45E-7D1A-AD29-CE2E-64F76C7EA3EC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4FF5C10B-57B5-6DDE-08CE-6FAB12BA2823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A27F4224-6A50-E980-35FF-21572DCF7273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B5BA5684-2C09-F37F-6C64-909377552D77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92DE9D9E-D8BE-1C0C-94EF-51CA1BA8BA7D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3406B80D-AB6E-BF6D-867D-3E30F90CC4BD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2282A0D4-A3B0-366B-DCB1-B3F5FCE0E569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3038E670-9596-8B51-4AE1-5C3009A82DCE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24BF7FD8-150F-E0B3-55F3-490EB72A4F25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E6BA5229-0D44-C3CD-952C-F630575675A8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42629446-1507-053D-FE94-BB0698E8FB92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0383C56B-466D-5024-BEB3-7DEC277EA35B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73DF7452-64CB-8FF0-1907-37F3F63671AB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40FBBC58-03B9-A1FE-9BBC-47B7875D3BE0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3492A9E1-4ADB-5073-8C07-1E911CDCC68B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14CBFD0A-4DB7-10BC-C55F-C1CBC8DADF42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128C164F-4943-1539-108B-49D2FBB4D97C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4E6F0303-0B36-0A8C-3628-E393BC48F8EF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662DFEA2-A415-A227-C9A8-B04BE3226498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07D5ED8E-6911-1D6F-3FAD-DD8D22E36C24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BB643E63-D4C1-528F-0013-2B0474B830E8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E5B36236-CDB4-C3B1-FAE6-DBB26ED6762F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983EA97E-CF6B-9075-81CD-F36D3CB385CC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87C8ED5D-D00B-228A-0585-DDF588A3FAEF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65DBDA40-26BB-8014-8107-E6E3C56BD9AD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50B20E41-DA75-D0BE-BDC0-F4C5182056F0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22262ACB-962E-0ED8-984C-3DCE49396064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2B58B525-78F0-0AEB-FF11-A6533DF08102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385D84A8-7530-A8F7-31A8-229F61C3A0F7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02A68F1B-B9F1-6859-27A1-4EFCA8B82EAF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9B54754D-1B0A-7D7B-A781-BA6E620E0F19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6BD64B1C-E8A4-7244-2ED8-9F9F046FCC9A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734171A9-9C80-C4B7-58D3-1B213B1ACBD9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B632935B-E79D-580C-16EE-A0EFB099D588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4B6B9AC8-3707-F22B-3297-617949B3A257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C54D127A-1601-F0F8-50EA-65B5DBA6B540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33C8499D-A2C7-DE3F-9E4D-026291E4346F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5643973D-6DC4-42C4-24EF-CFF0D35CBFB0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2B613EDC-D7A6-85A5-84A4-A128AC93264E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7184E74E-E6AD-E922-96FE-F533D1628EBA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2DD5B2D3-2E14-9147-1DD0-22D0F561859F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1A77442F-A4B9-C72D-865F-F75CA33F0D6D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4DC020BC-6D9E-9DC1-ABEB-7B06494BD70E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66057833-43CF-3917-E4F0-83418417ACA1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AFB80E4F-8ED1-96AA-A81F-902240722235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E20534A5-E5B5-66F8-85E4-ADF54D2038B5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EFFC3E2D-C2F0-D23C-48CE-E8CA41E2F6C2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89F55F8C-D3D0-E46B-AAAE-5BB3B610F273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91D6D93D-A757-D9E1-2A9D-E9D44EC1D93C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1F664536-B673-EFD6-E4A3-66DA7C9AEA41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18F41DFE-C0E0-3FD6-9A29-4DA6D03D70EC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5087914F-249F-6AE9-0F50-93EB869B16FC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3FEE7DB9-6838-6E9B-04CC-A8B37065B5E6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DB4EAA7A-24BF-FF91-4C8F-87C09B2E8E21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528BD6B9-797C-A98B-DE18-2C777A37E3E9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F1ACD636-CFF1-E165-1DDE-0E3CC54F4A71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FA0A90D5-C64F-7845-1027-E039F3FA6811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7CA31B2D-CA34-C9E8-928C-EE3DAF0CFF3C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EB1781B4-E6BF-1BAE-522D-4A40E2596B21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16C7A223-FFEA-C631-D839-C2ACD81B5ECE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DFB2EE79-42AA-400A-EAE5-8992C182C09E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6735F349-009D-667D-8B85-932A6B82AC87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EF2E30CF-25FE-43D8-A5E1-207F8751EFBC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A8CD41E2-9924-562F-29C0-1985A6BF0743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3F0CAC73-74F7-B5BE-455C-EF8CAF244B17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1668A24A-3B88-ED42-3C10-AAC152BAE657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18D9551A-0F0B-D1E1-0285-A30641F10EF4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BB419120-8FAC-158D-91A1-25DE8266AE68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29239226-9E7E-1B39-7B0F-D22018AE2EA7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60C882D3-DC2F-78FA-7ED1-55156EF53251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9E735E18-8063-EA51-0080-64847FC5A428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B4F0D1B9-496B-0277-1A38-1F8E55990279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027980AE-152A-A55E-14EC-3727117852AE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73A1B316-CF8F-14DC-B512-EE883184D305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5D7D2E37-C81E-542C-57D1-EA33790E804A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626A5962-CBAB-0036-6F6B-3FCEA060DD9F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8793CB00-F120-BAEF-D992-8D9539737C29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401144AD-2AA0-48E7-7BAD-BF5C38F2261D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C9CF6EA0-B534-19E6-626B-AC379F5AF967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B40EB57D-8819-97B5-D6B0-E59C3E17B5E3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7AC408A9-373B-78AB-9FD2-B6013816A029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4E6D07D5-2DD2-286A-46D1-9E73C448D158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3A2F1366-849E-3549-2FB1-3FBCA9BE64B2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CE48DB28-1608-10C9-CD00-43BB39195229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3D430D52-CE4D-8EAF-8F92-18C8E60FD0B1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048D7D01-9BFD-BAD5-BB1F-974DF566E69E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62F68594-D968-ECD5-664F-7ACEDD8350D4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500E3F58-43F2-73B1-95D2-C53D29BF976D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71B13EF3-24AF-ADBC-7A7D-471E233F46A8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26042836-B9DF-19F0-54A8-3EB20841C234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98877D83-E631-3C02-6D52-136C9B1C4AE6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318E7632-0D7D-8147-8976-3325516E7D3B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BA1A109F-4EA2-222A-6E4E-6AB0E77C8668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A906E92B-59E2-B989-6508-1627C497AAB6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79F64EDA-4D8D-A6A3-E557-7882C82FA83A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5DEFA72A-6AF3-F0EA-CAA0-047FBAB1AECA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1384146C-4976-FD54-9326-8D380341FC2D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4631B42C-6947-5B71-0322-4BAAECC6E2C1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91669CFA-1A50-B660-AB65-1214984E338A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89404A82-FE54-95AA-35CB-25425962DD60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3093FD94-5C3F-D2B9-C3F2-C34C6B10B18C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50F42F1E-1657-C288-9225-768C8B22295A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7EE83087-4CE5-9826-F777-C87B2736696C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733DB8F7-36C1-A458-276B-C98532D5F6F8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A616EE05-1CE4-77E9-B2F1-C61AF490406B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ED3CE5CB-C857-E5F6-6D1A-EE6A27948D2B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E053CA4B-9E65-66C4-AC84-84E353550821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69F276D4-FA80-5F42-2D54-097ED0DA5841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A9E2E3C7-0A77-7CC2-42B5-9330B4142722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CE2B9B49-D810-9598-E30B-22A2EBB8F59D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F72DE92B-DC83-9F27-26DA-FD2032FE30C1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6622BA24-27A9-A774-B170-6161D8639E05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A29217F8-A8DD-81F9-07E2-3E6220523C6C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BD311048-56F2-0BE9-B8D8-EB16EB6C9E57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93D7331B-4AF1-C513-D7F5-61F24C41037F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0C9B13F6-C3DF-5AFA-3DB1-2C28D59F11CE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0FA92364-3A70-9FAD-3C91-F27949860C87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35683442-A269-3F57-6972-572D6701C7C6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3F08FBEF-4A7B-16E1-9DD5-75053423FE35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C91B023D-CDCC-07C9-FBAD-AB0168455D65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3D60F54E-D02E-B290-D0EA-582663E6B534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D3195628-505E-680F-93F2-2B813419EF3A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F234F85E-5DA4-2B17-679B-09388F98E635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98EFA52F-FB7C-DFF4-1D67-84FF3FD08F9B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07CC9812-AB94-A368-4822-04B8D3BB2443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30C77C80-2341-E691-6659-C543BEF8C55D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D22D76BF-5010-C7D6-74EE-BB2712977E16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205B241F-444E-87BC-AC7C-443239CB816E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753533AB-203A-3CF1-55C7-06ADA4CF69AF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29FB8D86-1D68-4FAC-4045-751785EF5842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72F94B00-00A3-F6B8-8379-7BFF59F33724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E7029F07-A5E2-F4F2-2EA3-FC92AF2C7B7C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2E3C7C95-2178-A317-173F-67497B14C591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0F50DF21-15C4-E441-A9CC-730FA367D4C8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E50AA7E1-BB20-F7C9-7B4D-BAB535E4AE5C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DF10F7FA-A821-1B9C-AEA8-4A07E05E9CFF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B85882CA-AD52-FB70-9595-D150AA01B5A6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E49F3BCD-3895-A8D7-1EC7-3888BD89D60F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9FC169EC-8392-573F-AA23-F408E2D525B3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CA61B4CC-D462-00F7-25D3-80488404DEAA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F03C6077-B103-923C-B84F-43A96CA1F897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60DA30D5-2C7E-94BE-9D35-30115DE6BCBF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E7D9A072-023E-E594-9354-CCCE44FFDA9E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C51B4A22-5146-72E6-82DD-84DC99C7E8D8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A2990E01-E97E-AD58-C74F-7D40AF877B7C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9FD1A6A3-E70A-1204-4FC5-84DEDA686E61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0592800F-311B-07A0-F344-C38341BA4575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A97192BE-5AE5-BDAA-BDD9-D7065FED6E94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43D8B65A-2D30-3E3B-8091-FE60DDB837F1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D33EFC6C-CF94-B58F-2ADB-6E45D25F1273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8A562F4C-8661-3B1D-4610-8235C06BBBF4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BBDC61C2-BBA3-474A-A8D4-C2A0532B8284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BE94673D-459B-3440-DAAE-2D4D9D9F3720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460F8149-47B6-740C-99CD-70023D9465FD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6063F15B-2609-4AF2-9FF0-1B745BFD7984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B90B3E22-077B-FD8C-037D-9245A0D1069D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66C95D5B-F445-C5B0-4633-A91B267770C0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4BB07C86-FA15-D3DE-C0BC-4D2FF5ED2AF0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D728361C-D835-957E-FCEE-241634DA33E3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200B2751-D468-83AF-3ECE-B120491603BE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5770BE7E-B32A-6693-61CC-7650CF8119D8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8F66E247-8844-5F28-36F5-016C5C76AF9F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BC8E37D4-074D-575C-4A10-EEB8708EE301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AA853DAF-F75E-3A28-F014-047C6E6BA05F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FD67282D-876F-F05F-7F24-91945836054C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CA63358E-D82E-4039-10C1-EB514A9D8F77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088CBE9D-09B1-D1B8-526E-461DEFA84C14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D473B1B4-2870-EE15-348C-5F9099278110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AFE041B4-CCAC-A7B7-4420-18D71B2627DC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EB264A0A-2F0A-9FF8-86A1-2A04911E85E4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D391AFFF-8835-404F-2CE8-839CD7940849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64C86D5F-3804-FC70-A7BE-9D96E8BB8F5A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5C4D8128-EA53-2767-ABED-310556DBE7A5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21D6D71D-E336-2CFA-DAEF-85A53AAD28D9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F50323A1-CFD4-0EB8-22E2-96FEFCEDAAC8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16EDA64D-E2D8-BA03-03DB-05B725172FF3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2DCFD1A5-67A8-2D45-51C3-452C5647B291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AD431A3E-AF7B-3F76-A556-3CF54DC2ADCE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D0B6E553-060D-33D7-056C-C1145597F995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CBF3CA0C-A325-04B6-D5FC-49246B13A35F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D48BA8F8-E1B1-001C-701B-23EBA0D7D84A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2D198A03-9284-3D4E-C55D-655B231A47D4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ECFE6C3C-2C8A-4629-C490-56901D880231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88DF2B83-3BF8-07A7-7CC9-38B6FC657073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887B8BFE-A81B-0AA3-C35B-5321140DDA10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CC93FE13-C6C7-CB92-61E3-76E1819E21E0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118E1869-08AD-A309-519D-440D88647515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2F0482C0-F258-5B0B-C5AD-907218D4A8B6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662F662C-45D1-D801-10AF-0045289377BB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D257E140-F06F-D42C-B5E4-2151C24E37B9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461EF8C2-2BD0-D06E-AB8B-3ADE12DF9409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08548A51-F543-21B5-4582-1E90778BDB35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AB5D12B6-D5B6-382C-9B00-BB17B4D427CE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4479822F-760A-9B46-2A32-546BA8A4AF23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7700829C-2C86-C12B-795F-0A70E7ABE804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D24C0F20-026C-6A01-9589-5C24B1D44154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738B9437-3817-41E1-E3A2-E46733D9A84D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14F5CB42-F18A-90E8-C667-735B0DA70471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229B1AC7-BED4-ED1B-5D03-ADBE84EBD685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9710AF2F-4411-DA9C-5438-1241188257EF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88BD259F-7E4D-4C50-FD01-55606C55F957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F869FB7D-1FA3-638E-A39A-B0823392A62C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6A9968DE-75A9-6018-89CE-A037B5B8B044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5394CDBA-3778-FD1B-01D1-7F961AA1DFE8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252C037D-BB8E-53C0-D7B8-7DC56A72264B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966F1980-52E2-009A-B031-09926677FEBD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3C35936A-BF01-849C-DC06-8F27AB29B7F3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E94E367E-3F47-A8EC-25BF-07104816DD72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FF6A4CE4-B858-A849-9AD0-22B8A571B6C0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1477FD1F-423E-099B-76CF-19C1D337BC9D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245630A9-D40F-5534-0FEC-D406508A4504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40C9A1A9-0FEB-A9B7-9BD8-0246DEE70001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246D7813-73B6-6067-8EED-B60FBECFF23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B28D558D-C94D-FBF8-2763-8C39F51ED6B3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6CEA784C-231A-1445-C565-0BD5408A8C7B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42D39CF4-9A7A-293C-6D7E-15BE1919DB85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DD2BADEA-7943-5CCD-06E4-7CB6D3EFF208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19F8A2C0-E44F-3237-012A-B60E4C9F72B2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C4B86768-1EB9-5779-3627-F792F3A733CE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DAFE351F-21AE-0197-EEFB-E2F0E919E8D5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C1A1D03D-77F3-0BCA-3838-703B4F791244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F4031DDA-72FB-590C-E375-9D2A34919D6B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1E7836C4-C5D3-B4D0-AD64-FB329206F5FC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D4E94BF1-B694-D487-3BFF-BAC75942DDFD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6F345404-D0F3-B85E-D81D-FA8342295680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68640BA3-A296-702D-DDA4-E1F9E037BEFE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ED4A9AF3-7D4B-D67A-276F-FEB47C5F4771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07F68002-F681-A45F-B928-CA7B22FBD52F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EFDC185C-7572-ADDD-E39D-69396A924C45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9C3297E2-2FFD-4496-B3A7-EA89683A24AD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BC62CFF6-1691-728C-E495-464A6DAEDDE6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B33CEB12-876C-B8EA-4996-001737EB62D1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B9E41464-523C-D1D5-1946-939736BD803D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ABBCCC84-67EB-237D-C636-234C0C39B5BC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18B2CD86-4922-B138-5A31-96E3136D0E79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F68A2D7A-14BB-F389-09F7-424C95B32481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83380351-38F9-819A-B8A3-C46D5FD25389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1CBD5904-E6D8-24FA-985C-5EB89F237E94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CB16B338-A507-67B6-AF14-98040ED2BD49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D674D71A-021E-AC3A-0E84-06386B5AE051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42899D8B-F562-E831-8C0B-F5FFC0935A47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E8754450-D130-AA90-7308-4090C0EA6864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14890B3C-4A11-34E5-1DF0-AFE06CA378F3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95821295-9393-F1CB-0036-B6480627F0A2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EBC29EB7-7AC8-EC7A-C4B3-4F9587067676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011693E3-47E9-E22B-1C90-0570B5390E96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E51A5FE2-6ECA-B1CA-0216-C8E034463CB7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AC14023D-1068-04D0-3A25-38B9076EBA04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765E9B84-4827-B347-ACC5-67D43715E99E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104DE318-FBC3-E18F-7715-D532A42D93C7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A61EE20D-FD27-8F86-6437-DA0E26D3468B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323429AC-F258-8C78-8790-1843BB405125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6BEFFB3E-4632-5E66-F08B-965D284CC451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9A45F65F-7907-64A0-4422-EE095477D08F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23D9B655-32CE-EC98-8ED9-542EDFCB2471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D23AD077-41AE-3AD8-7DB3-C7B9B58F09A1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18A2B3AA-DE5F-CB88-7D90-3B54A596F44D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D7CB580C-939E-A262-720B-C4A2C5B0D9C2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A66B749F-82A8-9B81-C468-86EB4B5DD0E1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0C1A51AE-F71E-F948-EF59-BDB71301367D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EB060B4F-D9C3-8D33-1199-755C9E8717EA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B175CB60-AF43-7091-4856-6C80D203071D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EB70EBF4-CA71-FC60-53C2-5C1FAED9C824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5E67FAAE-231D-F5CD-61B4-0741462CA3B7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E533FD50-47B5-DD7F-4B2D-C119A905EAD3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F235537C-DCA3-3A0A-A4D7-59ADD4AE02C2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8B4D9F5E-8A3E-79AA-41E1-2B7FFFDF1242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2556BBDB-321D-F60D-FBCC-1B72B1FE35AE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0024201E-59DD-0844-7185-B88609A878D4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3FFB508F-3766-9238-C423-191D35A4E74A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6B73FB0F-B819-E159-259C-340C70A1A7B9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13D9EA1D-C71D-420F-B1B2-865AA7C9B589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52C08162-2D86-5518-47A8-91128A658AC4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A5A60020-E1FC-537A-11BB-8528A96A6F74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47FBDA12-4690-CC0A-C8AC-694A24C01091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9040D30A-1E6F-AA02-AED0-FF6EE103CF58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6D9E9FAD-C07F-7B9C-6B80-1167F713FF6C}"/>
              </a:ext>
            </a:extLst>
          </p:cNvPr>
          <p:cNvGrpSpPr/>
          <p:nvPr/>
        </p:nvGrpSpPr>
        <p:grpSpPr>
          <a:xfrm>
            <a:off x="91389" y="4507669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713C257A-A7D6-EA4E-B590-0CF8913727FB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A4C6CF3C-1479-7FBD-5C2B-99719F773D57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F31D154C-CBAC-2941-99CF-353683B41FEA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AF40769B-2465-1754-0A6E-EC1E9BD8DBCE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9AD49681-3BD7-AB71-F294-7E90DA77B84B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F59CE408-E41F-A552-A8E8-E263ED055E08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06695FB2-18A4-8919-DB70-8F49E089A8E4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37B89B56-7B93-8809-5F21-4DDC472E6032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0BDF7023-FBE6-101E-C1FE-F888821A0135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B0396B50-113D-F7E5-96DA-04CDBC0D11E5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53B93B71-C5EE-C678-DA08-25A152046945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8CF66AAE-F285-C8A8-20AC-80D1E13C34EE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95E4C70A-A0EC-31ED-AFB3-F1E85E56019E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CE912288-86D8-4B84-02B6-C84A5519A2F5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6AD72231-E3FA-3DE5-0AF3-5E8B7AB855BE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2F988F8B-0524-B8FA-24D6-60B35E0A1CF2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2A832109-F2FF-52F7-F456-AC1194A96643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F2AF0E91-F9B4-6757-D7E9-33A9AF0545B5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776AB1DB-A706-12B9-28E2-28A94BE0E316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3CA48DF6-6665-32D7-CFF9-0E1042C973B0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F4975BD8-C6E0-8E1C-B101-DE69620ABD2B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5B3DA2E2-0B32-9D70-BB32-CF3559AF7AF3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9235FF2F-CF48-018C-68A5-4A42C75F4C0A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8" name="Imagem 357">
            <a:extLst>
              <a:ext uri="{FF2B5EF4-FFF2-40B4-BE49-F238E27FC236}">
                <a16:creationId xmlns:a16="http://schemas.microsoft.com/office/drawing/2014/main" id="{C5B6FB1A-3F6F-BE68-1058-763DCA12A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57" y="195288"/>
            <a:ext cx="7507085" cy="47529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020530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61069F32-D73A-1958-DBE5-431E9819A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27AB2A32-92CB-B61A-56B5-43EAE6A01E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A8CF7B54-6C06-9092-D566-27AA8A7DA4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 End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C3D8B6D4-269E-B0FF-6F59-1623A703348B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451326D0-D807-2D68-9BA9-F99439A9595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7DDE3EE0-2274-CD29-F2BD-FACEFB2BB330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679ABE56-9155-3A3E-6986-473039601CFC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C6DB1B08-4026-E59B-5F8B-8447C02307E2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84EDC63F-93A3-1A2E-ECC0-7363C51EA980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9B0AE58B-3DD1-CF9A-1F49-A635F28BDE1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5DC1CBD9-C1A4-9BF9-EACF-A267A513594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EB84412B-DF20-F194-ED3C-231627CD298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6DC2E1A0-96E6-A9E6-2732-E00D40B3F87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BD248517-D3E0-C140-C961-A525A78CD97E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9654D908-6633-472E-CAF5-96DCB5FD770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418E93CC-8A6F-22AB-9C79-FAC5F0FB97A5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AED5987F-C76F-419F-9D21-1FA93EF5AC3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DACDBD49-3590-06D4-04A3-CACF45580F32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1ECF43EA-3008-D80F-8D7D-175F3BE62564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1C8DA710-9D16-BB00-255B-40649F7B26C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2AFB0E66-E4EC-F802-DADC-0F9F6CE0203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9B42EF50-E011-BE7D-4233-8ECE0E9438F1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BFE08512-4A8C-E9AD-B589-C069E3EB5BA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105F0A19-C687-342D-339B-8ACEB31FF8A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8487D480-2D5B-B180-FB9A-718DA18BF621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17826F2B-43A0-6ED8-3C08-B588D2A3E94A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FF13FFED-CFE9-A427-FF6F-BF272B823966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E91095C5-B31F-F329-6E89-5A6482B9AC9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44C7A68F-BE5A-FB6A-5B26-3471494C2C3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1F48C864-09E5-001C-2E95-7490BE135B00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A2BFC1BB-1B84-A4B3-6637-0D2C632F7CB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0CF630CF-BFA5-95A3-FA90-294C116984C8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647D7779-7E2A-5249-0D74-7BFB1D5FA98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61D67B71-037F-3028-D0ED-145EDC29976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F55B41F4-64A8-9AB6-0D73-3CB5CE7155FB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FB02F94D-6AE0-5EE8-80CA-59B38727CFA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B1DB3F79-2001-5C29-5514-FEF030F9EE6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4633F2AF-201E-43E1-2B00-C8631C539CF1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49154B13-28AD-FD49-0EB3-26E45945663A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1D852B7F-4089-7E87-090C-25503F28146F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130104BC-1A78-5BC1-7D1A-0BC2AB7B6B6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FFED3947-76A4-808E-778A-D92C3E7806DD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3454341F-B0CE-853F-98CB-4C6DA8F2887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F794FBD1-0C28-EA0D-6AB5-B777DEB8D00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F789A2F9-C3FD-FC51-B94A-DA8A7EED910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835F0AA0-5967-7E82-015E-46444F22EF73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DD4A5CF7-766E-A79B-AA4F-62A3D4ED0DE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1FAF2C77-2603-4331-8693-0B680DF07707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1A32AE09-6612-C738-F0EA-2B0B21B1BEBE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46DEAA7F-7292-204D-1B50-40CBFBB96C65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1E5C30DA-BA15-F51C-3794-936F3760C82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55948536-A8B0-3679-9533-D9784C7833F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7F202373-720E-739B-9A41-D06D7CC516F7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D0D26A56-5016-729C-6535-EA0C7F64B019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207185B7-F33F-F857-7081-60888FE88B1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45EADD6C-B74B-0F30-766F-D52305F4479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EC1AEE77-78DA-ED3F-A425-35A868753B97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105BC6D0-FF98-0037-F955-D1F96CA9CDFD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9C0AA224-D338-6599-642A-9F1BDA87C5C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2FAAC27F-4CBC-5F01-4D60-E10BD1D55E83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3E54A557-804B-2790-DC59-F7BA6DACDB5F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2CFD7ED0-1CD4-5B39-3942-340090047FAC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52F85FB6-7313-0944-9E6C-0992DB44063A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C71CE2AC-39C6-45BA-D32B-792F5A5D890D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8913E402-502A-705C-C51A-CD8190B7F49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FA90A048-7F51-40C0-AE57-7262C272A9D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B09FC072-8027-D334-22AD-26F96424E5C6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D42860BE-4E58-DE6D-709F-8173E8A1880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5AC7DFD9-E048-C022-60BE-14F5AB15A95B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A226D546-CEDF-B814-56F7-4C93C79DEA75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AAF4A539-21CC-669C-2AE5-75512954A5B6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24B6819F-59E4-2589-65EE-860249AD822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44A0D4F8-2FF8-0AFC-7F03-E07FB813BBCC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764400B3-955C-CBE9-5BAC-FBF1CDB76534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E390DC3D-C50C-40B6-AE11-795B0A0B21B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ABAAD170-2A60-D6EA-7C4A-DA75D74B71C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5C31DE63-C1EB-49D5-B903-39974D2ABAB0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1C8D6A5A-3DAD-F5D2-7C5E-27F80605B2A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43DFC277-FDF2-E681-EEB4-EE4FF109CE3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81A13B03-5785-80BA-DD3B-CC4860D6BB47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474AD9B3-1FEA-2F89-381E-A54C107B559E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49961E52-10B8-9DAE-76EB-5DE08F97BC34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0BA3814E-944D-B9BC-4FDF-C2DEC3065E6E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F6E9062F-0882-A64E-BF5F-904997737EC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6F4A2F47-C27E-3B26-A87A-F20616AF4E1B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E886D985-BCA0-9560-5448-7C6E3A9A7055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BA6F97C1-74AC-F389-3A14-D5AE79D9A239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3F41D828-6E00-6811-903E-F5DC32999B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F12E0A43-B3B4-29E2-11AB-F2DEB578FFB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3" action="ppaction://hlinksldjump"/>
            <a:extLst>
              <a:ext uri="{FF2B5EF4-FFF2-40B4-BE49-F238E27FC236}">
                <a16:creationId xmlns:a16="http://schemas.microsoft.com/office/drawing/2014/main" id="{D3AF7D3D-746D-CCFD-2166-2016ACC04B1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41330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0C013319-79E5-1A68-23EE-25E5892D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6B0CC82-C6E9-36D7-31C4-313AC441E0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7" name="Google Shape;8531;p52">
            <a:extLst>
              <a:ext uri="{FF2B5EF4-FFF2-40B4-BE49-F238E27FC236}">
                <a16:creationId xmlns:a16="http://schemas.microsoft.com/office/drawing/2014/main" id="{587081CC-7417-26D0-FF89-89095C371930}"/>
              </a:ext>
            </a:extLst>
          </p:cNvPr>
          <p:cNvGrpSpPr/>
          <p:nvPr/>
        </p:nvGrpSpPr>
        <p:grpSpPr>
          <a:xfrm>
            <a:off x="167394" y="4387165"/>
            <a:ext cx="455752" cy="560715"/>
            <a:chOff x="2856407" y="3716606"/>
            <a:chExt cx="699536" cy="860643"/>
          </a:xfrm>
        </p:grpSpPr>
        <p:sp>
          <p:nvSpPr>
            <p:cNvPr id="8" name="Google Shape;8532;p52">
              <a:extLst>
                <a:ext uri="{FF2B5EF4-FFF2-40B4-BE49-F238E27FC236}">
                  <a16:creationId xmlns:a16="http://schemas.microsoft.com/office/drawing/2014/main" id="{4D4555F4-A20D-4793-89FE-87E491DF9021}"/>
                </a:ext>
              </a:extLst>
            </p:cNvPr>
            <p:cNvSpPr/>
            <p:nvPr/>
          </p:nvSpPr>
          <p:spPr>
            <a:xfrm>
              <a:off x="350108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33;p52">
              <a:extLst>
                <a:ext uri="{FF2B5EF4-FFF2-40B4-BE49-F238E27FC236}">
                  <a16:creationId xmlns:a16="http://schemas.microsoft.com/office/drawing/2014/main" id="{5177D314-9F88-C52E-1455-76B2D7B3DF66}"/>
                </a:ext>
              </a:extLst>
            </p:cNvPr>
            <p:cNvSpPr/>
            <p:nvPr/>
          </p:nvSpPr>
          <p:spPr>
            <a:xfrm>
              <a:off x="350108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34;p52">
              <a:extLst>
                <a:ext uri="{FF2B5EF4-FFF2-40B4-BE49-F238E27FC236}">
                  <a16:creationId xmlns:a16="http://schemas.microsoft.com/office/drawing/2014/main" id="{C70FE320-686D-D30C-F778-71588DBDB4C6}"/>
                </a:ext>
              </a:extLst>
            </p:cNvPr>
            <p:cNvSpPr/>
            <p:nvPr/>
          </p:nvSpPr>
          <p:spPr>
            <a:xfrm>
              <a:off x="350108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35;p52">
              <a:extLst>
                <a:ext uri="{FF2B5EF4-FFF2-40B4-BE49-F238E27FC236}">
                  <a16:creationId xmlns:a16="http://schemas.microsoft.com/office/drawing/2014/main" id="{962A02E5-AD67-F09B-3C75-9B1DC1401017}"/>
                </a:ext>
              </a:extLst>
            </p:cNvPr>
            <p:cNvSpPr/>
            <p:nvPr/>
          </p:nvSpPr>
          <p:spPr>
            <a:xfrm>
              <a:off x="344733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36;p52">
              <a:extLst>
                <a:ext uri="{FF2B5EF4-FFF2-40B4-BE49-F238E27FC236}">
                  <a16:creationId xmlns:a16="http://schemas.microsoft.com/office/drawing/2014/main" id="{75D06DE7-8A44-4353-48E8-81884CCD138C}"/>
                </a:ext>
              </a:extLst>
            </p:cNvPr>
            <p:cNvSpPr/>
            <p:nvPr/>
          </p:nvSpPr>
          <p:spPr>
            <a:xfrm>
              <a:off x="344733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37;p52">
              <a:extLst>
                <a:ext uri="{FF2B5EF4-FFF2-40B4-BE49-F238E27FC236}">
                  <a16:creationId xmlns:a16="http://schemas.microsoft.com/office/drawing/2014/main" id="{13782F22-9A1C-359B-0BA6-6DF8BE0070DA}"/>
                </a:ext>
              </a:extLst>
            </p:cNvPr>
            <p:cNvSpPr/>
            <p:nvPr/>
          </p:nvSpPr>
          <p:spPr>
            <a:xfrm>
              <a:off x="344788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38;p52">
              <a:extLst>
                <a:ext uri="{FF2B5EF4-FFF2-40B4-BE49-F238E27FC236}">
                  <a16:creationId xmlns:a16="http://schemas.microsoft.com/office/drawing/2014/main" id="{4D6F0AC1-A1AA-ACC1-1A94-AE271F72089C}"/>
                </a:ext>
              </a:extLst>
            </p:cNvPr>
            <p:cNvSpPr/>
            <p:nvPr/>
          </p:nvSpPr>
          <p:spPr>
            <a:xfrm>
              <a:off x="344733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39;p52">
              <a:extLst>
                <a:ext uri="{FF2B5EF4-FFF2-40B4-BE49-F238E27FC236}">
                  <a16:creationId xmlns:a16="http://schemas.microsoft.com/office/drawing/2014/main" id="{12780EDD-2DEC-4612-D493-193AA4220281}"/>
                </a:ext>
              </a:extLst>
            </p:cNvPr>
            <p:cNvSpPr/>
            <p:nvPr/>
          </p:nvSpPr>
          <p:spPr>
            <a:xfrm>
              <a:off x="344788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40;p52">
              <a:extLst>
                <a:ext uri="{FF2B5EF4-FFF2-40B4-BE49-F238E27FC236}">
                  <a16:creationId xmlns:a16="http://schemas.microsoft.com/office/drawing/2014/main" id="{DDDDE73F-9B02-1AF0-F641-5F880B4F8676}"/>
                </a:ext>
              </a:extLst>
            </p:cNvPr>
            <p:cNvSpPr/>
            <p:nvPr/>
          </p:nvSpPr>
          <p:spPr>
            <a:xfrm>
              <a:off x="344733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41;p52">
              <a:extLst>
                <a:ext uri="{FF2B5EF4-FFF2-40B4-BE49-F238E27FC236}">
                  <a16:creationId xmlns:a16="http://schemas.microsoft.com/office/drawing/2014/main" id="{81A5D371-37C4-4E07-D3DB-C6D909475945}"/>
                </a:ext>
              </a:extLst>
            </p:cNvPr>
            <p:cNvSpPr/>
            <p:nvPr/>
          </p:nvSpPr>
          <p:spPr>
            <a:xfrm>
              <a:off x="344788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42;p52">
              <a:extLst>
                <a:ext uri="{FF2B5EF4-FFF2-40B4-BE49-F238E27FC236}">
                  <a16:creationId xmlns:a16="http://schemas.microsoft.com/office/drawing/2014/main" id="{96DEADD0-6A37-07AE-965C-A7677A478DE3}"/>
                </a:ext>
              </a:extLst>
            </p:cNvPr>
            <p:cNvSpPr/>
            <p:nvPr/>
          </p:nvSpPr>
          <p:spPr>
            <a:xfrm>
              <a:off x="339366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43;p52">
              <a:extLst>
                <a:ext uri="{FF2B5EF4-FFF2-40B4-BE49-F238E27FC236}">
                  <a16:creationId xmlns:a16="http://schemas.microsoft.com/office/drawing/2014/main" id="{DB61D981-47A7-31D5-E1E4-523E68DCE9AE}"/>
                </a:ext>
              </a:extLst>
            </p:cNvPr>
            <p:cNvSpPr/>
            <p:nvPr/>
          </p:nvSpPr>
          <p:spPr>
            <a:xfrm>
              <a:off x="3394196" y="446926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44;p52">
              <a:extLst>
                <a:ext uri="{FF2B5EF4-FFF2-40B4-BE49-F238E27FC236}">
                  <a16:creationId xmlns:a16="http://schemas.microsoft.com/office/drawing/2014/main" id="{EFA751F6-27A7-E4BE-9120-15A9DF7B5877}"/>
                </a:ext>
              </a:extLst>
            </p:cNvPr>
            <p:cNvSpPr/>
            <p:nvPr/>
          </p:nvSpPr>
          <p:spPr>
            <a:xfrm>
              <a:off x="339366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45;p52">
              <a:extLst>
                <a:ext uri="{FF2B5EF4-FFF2-40B4-BE49-F238E27FC236}">
                  <a16:creationId xmlns:a16="http://schemas.microsoft.com/office/drawing/2014/main" id="{C3E45050-9C86-DD01-2A86-BFA5B7414126}"/>
                </a:ext>
              </a:extLst>
            </p:cNvPr>
            <p:cNvSpPr/>
            <p:nvPr/>
          </p:nvSpPr>
          <p:spPr>
            <a:xfrm>
              <a:off x="3394196" y="436176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46;p52">
              <a:extLst>
                <a:ext uri="{FF2B5EF4-FFF2-40B4-BE49-F238E27FC236}">
                  <a16:creationId xmlns:a16="http://schemas.microsoft.com/office/drawing/2014/main" id="{7855F78F-A7CE-CBAF-F590-AAF4D357D6E3}"/>
                </a:ext>
              </a:extLst>
            </p:cNvPr>
            <p:cNvSpPr/>
            <p:nvPr/>
          </p:nvSpPr>
          <p:spPr>
            <a:xfrm>
              <a:off x="339366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47;p52">
              <a:extLst>
                <a:ext uri="{FF2B5EF4-FFF2-40B4-BE49-F238E27FC236}">
                  <a16:creationId xmlns:a16="http://schemas.microsoft.com/office/drawing/2014/main" id="{8A366201-14C0-788F-6CCD-45223FC21A60}"/>
                </a:ext>
              </a:extLst>
            </p:cNvPr>
            <p:cNvSpPr/>
            <p:nvPr/>
          </p:nvSpPr>
          <p:spPr>
            <a:xfrm>
              <a:off x="3394196" y="430809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48;p52">
              <a:extLst>
                <a:ext uri="{FF2B5EF4-FFF2-40B4-BE49-F238E27FC236}">
                  <a16:creationId xmlns:a16="http://schemas.microsoft.com/office/drawing/2014/main" id="{884AD384-4E64-B9FF-2FA4-6ABE191529DA}"/>
                </a:ext>
              </a:extLst>
            </p:cNvPr>
            <p:cNvSpPr/>
            <p:nvPr/>
          </p:nvSpPr>
          <p:spPr>
            <a:xfrm>
              <a:off x="339366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9;p52">
              <a:extLst>
                <a:ext uri="{FF2B5EF4-FFF2-40B4-BE49-F238E27FC236}">
                  <a16:creationId xmlns:a16="http://schemas.microsoft.com/office/drawing/2014/main" id="{C2F350E9-6F0F-3450-1EFA-EBF525759DF5}"/>
                </a:ext>
              </a:extLst>
            </p:cNvPr>
            <p:cNvSpPr/>
            <p:nvPr/>
          </p:nvSpPr>
          <p:spPr>
            <a:xfrm>
              <a:off x="3394196" y="4254332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0;p52">
              <a:extLst>
                <a:ext uri="{FF2B5EF4-FFF2-40B4-BE49-F238E27FC236}">
                  <a16:creationId xmlns:a16="http://schemas.microsoft.com/office/drawing/2014/main" id="{1AB6BB46-5AC9-F05C-2A53-BBF824119EB8}"/>
                </a:ext>
              </a:extLst>
            </p:cNvPr>
            <p:cNvSpPr/>
            <p:nvPr/>
          </p:nvSpPr>
          <p:spPr>
            <a:xfrm>
              <a:off x="339366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6" y="3515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51;p52">
              <a:extLst>
                <a:ext uri="{FF2B5EF4-FFF2-40B4-BE49-F238E27FC236}">
                  <a16:creationId xmlns:a16="http://schemas.microsoft.com/office/drawing/2014/main" id="{D9801007-D54C-CE50-BE66-21FF429C2A6C}"/>
                </a:ext>
              </a:extLst>
            </p:cNvPr>
            <p:cNvSpPr/>
            <p:nvPr/>
          </p:nvSpPr>
          <p:spPr>
            <a:xfrm>
              <a:off x="3394196" y="414692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52;p52">
              <a:extLst>
                <a:ext uri="{FF2B5EF4-FFF2-40B4-BE49-F238E27FC236}">
                  <a16:creationId xmlns:a16="http://schemas.microsoft.com/office/drawing/2014/main" id="{66FFD228-322A-41D1-2F70-BB5E677335A4}"/>
                </a:ext>
              </a:extLst>
            </p:cNvPr>
            <p:cNvSpPr/>
            <p:nvPr/>
          </p:nvSpPr>
          <p:spPr>
            <a:xfrm>
              <a:off x="3339917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53;p52">
              <a:extLst>
                <a:ext uri="{FF2B5EF4-FFF2-40B4-BE49-F238E27FC236}">
                  <a16:creationId xmlns:a16="http://schemas.microsoft.com/office/drawing/2014/main" id="{890A892C-D4E9-EBB1-76B9-93020A1BEAA0}"/>
                </a:ext>
              </a:extLst>
            </p:cNvPr>
            <p:cNvSpPr/>
            <p:nvPr/>
          </p:nvSpPr>
          <p:spPr>
            <a:xfrm>
              <a:off x="334046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54;p52">
              <a:extLst>
                <a:ext uri="{FF2B5EF4-FFF2-40B4-BE49-F238E27FC236}">
                  <a16:creationId xmlns:a16="http://schemas.microsoft.com/office/drawing/2014/main" id="{C2D34EF9-8533-1C28-2021-D39F60E0C211}"/>
                </a:ext>
              </a:extLst>
            </p:cNvPr>
            <p:cNvSpPr/>
            <p:nvPr/>
          </p:nvSpPr>
          <p:spPr>
            <a:xfrm>
              <a:off x="333991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55;p52">
              <a:extLst>
                <a:ext uri="{FF2B5EF4-FFF2-40B4-BE49-F238E27FC236}">
                  <a16:creationId xmlns:a16="http://schemas.microsoft.com/office/drawing/2014/main" id="{E3F1F582-8D1A-FB07-B2D4-DDECF49C216D}"/>
                </a:ext>
              </a:extLst>
            </p:cNvPr>
            <p:cNvSpPr/>
            <p:nvPr/>
          </p:nvSpPr>
          <p:spPr>
            <a:xfrm>
              <a:off x="334046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556;p52">
              <a:extLst>
                <a:ext uri="{FF2B5EF4-FFF2-40B4-BE49-F238E27FC236}">
                  <a16:creationId xmlns:a16="http://schemas.microsoft.com/office/drawing/2014/main" id="{C27860D6-7A36-C99E-5A02-2D4C8ED01343}"/>
                </a:ext>
              </a:extLst>
            </p:cNvPr>
            <p:cNvSpPr/>
            <p:nvPr/>
          </p:nvSpPr>
          <p:spPr>
            <a:xfrm>
              <a:off x="333991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557;p52">
              <a:extLst>
                <a:ext uri="{FF2B5EF4-FFF2-40B4-BE49-F238E27FC236}">
                  <a16:creationId xmlns:a16="http://schemas.microsoft.com/office/drawing/2014/main" id="{53BB5D59-5902-A785-6B81-EEB078A1B005}"/>
                </a:ext>
              </a:extLst>
            </p:cNvPr>
            <p:cNvSpPr/>
            <p:nvPr/>
          </p:nvSpPr>
          <p:spPr>
            <a:xfrm>
              <a:off x="334046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558;p52">
              <a:extLst>
                <a:ext uri="{FF2B5EF4-FFF2-40B4-BE49-F238E27FC236}">
                  <a16:creationId xmlns:a16="http://schemas.microsoft.com/office/drawing/2014/main" id="{0EC3AA6E-D96A-D92D-6897-E63F96D593A5}"/>
                </a:ext>
              </a:extLst>
            </p:cNvPr>
            <p:cNvSpPr/>
            <p:nvPr/>
          </p:nvSpPr>
          <p:spPr>
            <a:xfrm>
              <a:off x="333991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559;p52">
              <a:extLst>
                <a:ext uri="{FF2B5EF4-FFF2-40B4-BE49-F238E27FC236}">
                  <a16:creationId xmlns:a16="http://schemas.microsoft.com/office/drawing/2014/main" id="{B97D023B-A177-53F8-B6B6-39BAC41B0447}"/>
                </a:ext>
              </a:extLst>
            </p:cNvPr>
            <p:cNvSpPr/>
            <p:nvPr/>
          </p:nvSpPr>
          <p:spPr>
            <a:xfrm>
              <a:off x="334046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560;p52">
              <a:extLst>
                <a:ext uri="{FF2B5EF4-FFF2-40B4-BE49-F238E27FC236}">
                  <a16:creationId xmlns:a16="http://schemas.microsoft.com/office/drawing/2014/main" id="{D4B0DF9D-3666-5A1B-1058-CF5986AD9764}"/>
                </a:ext>
              </a:extLst>
            </p:cNvPr>
            <p:cNvSpPr/>
            <p:nvPr/>
          </p:nvSpPr>
          <p:spPr>
            <a:xfrm>
              <a:off x="328616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561;p52">
              <a:extLst>
                <a:ext uri="{FF2B5EF4-FFF2-40B4-BE49-F238E27FC236}">
                  <a16:creationId xmlns:a16="http://schemas.microsoft.com/office/drawing/2014/main" id="{B6AE03BE-59B7-B11A-4185-0ACA15DCD77E}"/>
                </a:ext>
              </a:extLst>
            </p:cNvPr>
            <p:cNvSpPr/>
            <p:nvPr/>
          </p:nvSpPr>
          <p:spPr>
            <a:xfrm>
              <a:off x="3286697" y="446926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562;p52">
              <a:extLst>
                <a:ext uri="{FF2B5EF4-FFF2-40B4-BE49-F238E27FC236}">
                  <a16:creationId xmlns:a16="http://schemas.microsoft.com/office/drawing/2014/main" id="{2D305A27-42B0-1DFC-B3D2-9D4C9AE0BF53}"/>
                </a:ext>
              </a:extLst>
            </p:cNvPr>
            <p:cNvSpPr/>
            <p:nvPr/>
          </p:nvSpPr>
          <p:spPr>
            <a:xfrm>
              <a:off x="328616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563;p52">
              <a:extLst>
                <a:ext uri="{FF2B5EF4-FFF2-40B4-BE49-F238E27FC236}">
                  <a16:creationId xmlns:a16="http://schemas.microsoft.com/office/drawing/2014/main" id="{FFD9E6D1-C503-949D-354B-B215E0794B80}"/>
                </a:ext>
              </a:extLst>
            </p:cNvPr>
            <p:cNvSpPr/>
            <p:nvPr/>
          </p:nvSpPr>
          <p:spPr>
            <a:xfrm>
              <a:off x="3286697" y="436176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564;p52">
              <a:extLst>
                <a:ext uri="{FF2B5EF4-FFF2-40B4-BE49-F238E27FC236}">
                  <a16:creationId xmlns:a16="http://schemas.microsoft.com/office/drawing/2014/main" id="{E4DC3A9C-B41A-ACF3-C0BF-952E93F2E503}"/>
                </a:ext>
              </a:extLst>
            </p:cNvPr>
            <p:cNvSpPr/>
            <p:nvPr/>
          </p:nvSpPr>
          <p:spPr>
            <a:xfrm>
              <a:off x="328616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65;p52">
              <a:extLst>
                <a:ext uri="{FF2B5EF4-FFF2-40B4-BE49-F238E27FC236}">
                  <a16:creationId xmlns:a16="http://schemas.microsoft.com/office/drawing/2014/main" id="{92DCAC7E-710E-6EFE-0B70-DE3C7C32630D}"/>
                </a:ext>
              </a:extLst>
            </p:cNvPr>
            <p:cNvSpPr/>
            <p:nvPr/>
          </p:nvSpPr>
          <p:spPr>
            <a:xfrm>
              <a:off x="3286697" y="430809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66;p52">
              <a:extLst>
                <a:ext uri="{FF2B5EF4-FFF2-40B4-BE49-F238E27FC236}">
                  <a16:creationId xmlns:a16="http://schemas.microsoft.com/office/drawing/2014/main" id="{8AFE60CE-586A-12F1-BCB5-B6AAF10081D7}"/>
                </a:ext>
              </a:extLst>
            </p:cNvPr>
            <p:cNvSpPr/>
            <p:nvPr/>
          </p:nvSpPr>
          <p:spPr>
            <a:xfrm>
              <a:off x="328616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67;p52">
              <a:extLst>
                <a:ext uri="{FF2B5EF4-FFF2-40B4-BE49-F238E27FC236}">
                  <a16:creationId xmlns:a16="http://schemas.microsoft.com/office/drawing/2014/main" id="{48096B11-21E4-EF79-6FCA-1A69E7899245}"/>
                </a:ext>
              </a:extLst>
            </p:cNvPr>
            <p:cNvSpPr/>
            <p:nvPr/>
          </p:nvSpPr>
          <p:spPr>
            <a:xfrm>
              <a:off x="3286697" y="4254332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68;p52">
              <a:extLst>
                <a:ext uri="{FF2B5EF4-FFF2-40B4-BE49-F238E27FC236}">
                  <a16:creationId xmlns:a16="http://schemas.microsoft.com/office/drawing/2014/main" id="{30A96F2A-089F-8075-DEB7-97BDE20D6FE1}"/>
                </a:ext>
              </a:extLst>
            </p:cNvPr>
            <p:cNvSpPr/>
            <p:nvPr/>
          </p:nvSpPr>
          <p:spPr>
            <a:xfrm>
              <a:off x="328616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69;p52">
              <a:extLst>
                <a:ext uri="{FF2B5EF4-FFF2-40B4-BE49-F238E27FC236}">
                  <a16:creationId xmlns:a16="http://schemas.microsoft.com/office/drawing/2014/main" id="{1F0504BE-6667-B5F1-1FDC-B4C72844D3A5}"/>
                </a:ext>
              </a:extLst>
            </p:cNvPr>
            <p:cNvSpPr/>
            <p:nvPr/>
          </p:nvSpPr>
          <p:spPr>
            <a:xfrm>
              <a:off x="323249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70;p52">
              <a:extLst>
                <a:ext uri="{FF2B5EF4-FFF2-40B4-BE49-F238E27FC236}">
                  <a16:creationId xmlns:a16="http://schemas.microsoft.com/office/drawing/2014/main" id="{EA0FD78C-50D6-24BF-C497-246D12AD71C0}"/>
                </a:ext>
              </a:extLst>
            </p:cNvPr>
            <p:cNvSpPr/>
            <p:nvPr/>
          </p:nvSpPr>
          <p:spPr>
            <a:xfrm>
              <a:off x="3233026" y="446926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571;p52">
              <a:extLst>
                <a:ext uri="{FF2B5EF4-FFF2-40B4-BE49-F238E27FC236}">
                  <a16:creationId xmlns:a16="http://schemas.microsoft.com/office/drawing/2014/main" id="{E6866E29-12C1-A7CA-82C4-6E89CD6CC612}"/>
                </a:ext>
              </a:extLst>
            </p:cNvPr>
            <p:cNvSpPr/>
            <p:nvPr/>
          </p:nvSpPr>
          <p:spPr>
            <a:xfrm>
              <a:off x="323249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572;p52">
              <a:extLst>
                <a:ext uri="{FF2B5EF4-FFF2-40B4-BE49-F238E27FC236}">
                  <a16:creationId xmlns:a16="http://schemas.microsoft.com/office/drawing/2014/main" id="{B287CD4B-DF7B-6461-01A8-F32FE29491FA}"/>
                </a:ext>
              </a:extLst>
            </p:cNvPr>
            <p:cNvSpPr/>
            <p:nvPr/>
          </p:nvSpPr>
          <p:spPr>
            <a:xfrm>
              <a:off x="3233026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573;p52">
              <a:extLst>
                <a:ext uri="{FF2B5EF4-FFF2-40B4-BE49-F238E27FC236}">
                  <a16:creationId xmlns:a16="http://schemas.microsoft.com/office/drawing/2014/main" id="{B72FA0A6-CC3E-A336-46E5-9FCD84CDCBAC}"/>
                </a:ext>
              </a:extLst>
            </p:cNvPr>
            <p:cNvSpPr/>
            <p:nvPr/>
          </p:nvSpPr>
          <p:spPr>
            <a:xfrm>
              <a:off x="323249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574;p52">
              <a:extLst>
                <a:ext uri="{FF2B5EF4-FFF2-40B4-BE49-F238E27FC236}">
                  <a16:creationId xmlns:a16="http://schemas.microsoft.com/office/drawing/2014/main" id="{F3AABD4C-9435-6EFF-7C14-2830E8BFA9E3}"/>
                </a:ext>
              </a:extLst>
            </p:cNvPr>
            <p:cNvSpPr/>
            <p:nvPr/>
          </p:nvSpPr>
          <p:spPr>
            <a:xfrm>
              <a:off x="3233026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75;p52">
              <a:extLst>
                <a:ext uri="{FF2B5EF4-FFF2-40B4-BE49-F238E27FC236}">
                  <a16:creationId xmlns:a16="http://schemas.microsoft.com/office/drawing/2014/main" id="{0E386EAB-46BB-83AA-320B-6C3780F949F1}"/>
                </a:ext>
              </a:extLst>
            </p:cNvPr>
            <p:cNvSpPr/>
            <p:nvPr/>
          </p:nvSpPr>
          <p:spPr>
            <a:xfrm>
              <a:off x="323249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76;p52">
              <a:extLst>
                <a:ext uri="{FF2B5EF4-FFF2-40B4-BE49-F238E27FC236}">
                  <a16:creationId xmlns:a16="http://schemas.microsoft.com/office/drawing/2014/main" id="{C5D20646-4588-6AE1-BC81-924B9596BD95}"/>
                </a:ext>
              </a:extLst>
            </p:cNvPr>
            <p:cNvSpPr/>
            <p:nvPr/>
          </p:nvSpPr>
          <p:spPr>
            <a:xfrm>
              <a:off x="3233026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7;p52">
              <a:extLst>
                <a:ext uri="{FF2B5EF4-FFF2-40B4-BE49-F238E27FC236}">
                  <a16:creationId xmlns:a16="http://schemas.microsoft.com/office/drawing/2014/main" id="{869B7984-B179-C62E-9CBD-EDBC280E0531}"/>
                </a:ext>
              </a:extLst>
            </p:cNvPr>
            <p:cNvSpPr/>
            <p:nvPr/>
          </p:nvSpPr>
          <p:spPr>
            <a:xfrm>
              <a:off x="323249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7" y="3515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78;p52">
              <a:extLst>
                <a:ext uri="{FF2B5EF4-FFF2-40B4-BE49-F238E27FC236}">
                  <a16:creationId xmlns:a16="http://schemas.microsoft.com/office/drawing/2014/main" id="{6F03E342-D41C-0F5B-5D1B-6B39B106A7BD}"/>
                </a:ext>
              </a:extLst>
            </p:cNvPr>
            <p:cNvSpPr/>
            <p:nvPr/>
          </p:nvSpPr>
          <p:spPr>
            <a:xfrm>
              <a:off x="3233026" y="414692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79;p52">
              <a:extLst>
                <a:ext uri="{FF2B5EF4-FFF2-40B4-BE49-F238E27FC236}">
                  <a16:creationId xmlns:a16="http://schemas.microsoft.com/office/drawing/2014/main" id="{F293BDAE-E399-7770-CA79-F0507CA65A47}"/>
                </a:ext>
              </a:extLst>
            </p:cNvPr>
            <p:cNvSpPr/>
            <p:nvPr/>
          </p:nvSpPr>
          <p:spPr>
            <a:xfrm>
              <a:off x="3232496" y="3877776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580;p52">
              <a:extLst>
                <a:ext uri="{FF2B5EF4-FFF2-40B4-BE49-F238E27FC236}">
                  <a16:creationId xmlns:a16="http://schemas.microsoft.com/office/drawing/2014/main" id="{3C3BBDA3-7633-7000-1287-3171A8E95F9D}"/>
                </a:ext>
              </a:extLst>
            </p:cNvPr>
            <p:cNvSpPr/>
            <p:nvPr/>
          </p:nvSpPr>
          <p:spPr>
            <a:xfrm>
              <a:off x="3232496" y="3824042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581;p52">
              <a:extLst>
                <a:ext uri="{FF2B5EF4-FFF2-40B4-BE49-F238E27FC236}">
                  <a16:creationId xmlns:a16="http://schemas.microsoft.com/office/drawing/2014/main" id="{6001278A-5B42-EB20-733C-E2245BEE5FD4}"/>
                </a:ext>
              </a:extLst>
            </p:cNvPr>
            <p:cNvSpPr/>
            <p:nvPr/>
          </p:nvSpPr>
          <p:spPr>
            <a:xfrm>
              <a:off x="3233026" y="3824571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582;p52">
              <a:extLst>
                <a:ext uri="{FF2B5EF4-FFF2-40B4-BE49-F238E27FC236}">
                  <a16:creationId xmlns:a16="http://schemas.microsoft.com/office/drawing/2014/main" id="{38278795-C87B-E719-CF23-1ECB6C973DB2}"/>
                </a:ext>
              </a:extLst>
            </p:cNvPr>
            <p:cNvSpPr/>
            <p:nvPr/>
          </p:nvSpPr>
          <p:spPr>
            <a:xfrm>
              <a:off x="3232496" y="3770277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83;p52">
              <a:extLst>
                <a:ext uri="{FF2B5EF4-FFF2-40B4-BE49-F238E27FC236}">
                  <a16:creationId xmlns:a16="http://schemas.microsoft.com/office/drawing/2014/main" id="{57A0EDD0-76FB-43FD-EAC2-C4B4DE321BCA}"/>
                </a:ext>
              </a:extLst>
            </p:cNvPr>
            <p:cNvSpPr/>
            <p:nvPr/>
          </p:nvSpPr>
          <p:spPr>
            <a:xfrm>
              <a:off x="3233026" y="3770838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84;p52">
              <a:extLst>
                <a:ext uri="{FF2B5EF4-FFF2-40B4-BE49-F238E27FC236}">
                  <a16:creationId xmlns:a16="http://schemas.microsoft.com/office/drawing/2014/main" id="{064D0918-42C9-AD2A-EEFD-3275DB921C5F}"/>
                </a:ext>
              </a:extLst>
            </p:cNvPr>
            <p:cNvSpPr/>
            <p:nvPr/>
          </p:nvSpPr>
          <p:spPr>
            <a:xfrm>
              <a:off x="3232496" y="3716606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585;p52">
              <a:extLst>
                <a:ext uri="{FF2B5EF4-FFF2-40B4-BE49-F238E27FC236}">
                  <a16:creationId xmlns:a16="http://schemas.microsoft.com/office/drawing/2014/main" id="{2A28A0BF-050C-A68D-9775-B1F5F3557549}"/>
                </a:ext>
              </a:extLst>
            </p:cNvPr>
            <p:cNvSpPr/>
            <p:nvPr/>
          </p:nvSpPr>
          <p:spPr>
            <a:xfrm>
              <a:off x="317873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586;p52">
              <a:extLst>
                <a:ext uri="{FF2B5EF4-FFF2-40B4-BE49-F238E27FC236}">
                  <a16:creationId xmlns:a16="http://schemas.microsoft.com/office/drawing/2014/main" id="{F3D9B465-8413-21D5-3451-09A6D832623B}"/>
                </a:ext>
              </a:extLst>
            </p:cNvPr>
            <p:cNvSpPr/>
            <p:nvPr/>
          </p:nvSpPr>
          <p:spPr>
            <a:xfrm>
              <a:off x="317929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587;p52">
              <a:extLst>
                <a:ext uri="{FF2B5EF4-FFF2-40B4-BE49-F238E27FC236}">
                  <a16:creationId xmlns:a16="http://schemas.microsoft.com/office/drawing/2014/main" id="{1591A584-185D-FB8B-BEDD-803619522FCE}"/>
                </a:ext>
              </a:extLst>
            </p:cNvPr>
            <p:cNvSpPr/>
            <p:nvPr/>
          </p:nvSpPr>
          <p:spPr>
            <a:xfrm>
              <a:off x="317873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8588;p52">
              <a:extLst>
                <a:ext uri="{FF2B5EF4-FFF2-40B4-BE49-F238E27FC236}">
                  <a16:creationId xmlns:a16="http://schemas.microsoft.com/office/drawing/2014/main" id="{4D96F16A-6ADE-7EED-D896-C4B693A94F29}"/>
                </a:ext>
              </a:extLst>
            </p:cNvPr>
            <p:cNvSpPr/>
            <p:nvPr/>
          </p:nvSpPr>
          <p:spPr>
            <a:xfrm>
              <a:off x="317929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8589;p52">
              <a:extLst>
                <a:ext uri="{FF2B5EF4-FFF2-40B4-BE49-F238E27FC236}">
                  <a16:creationId xmlns:a16="http://schemas.microsoft.com/office/drawing/2014/main" id="{0D9D2149-AD80-56B5-9FEC-E6C954CEB2D1}"/>
                </a:ext>
              </a:extLst>
            </p:cNvPr>
            <p:cNvSpPr/>
            <p:nvPr/>
          </p:nvSpPr>
          <p:spPr>
            <a:xfrm>
              <a:off x="317873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8590;p52">
              <a:extLst>
                <a:ext uri="{FF2B5EF4-FFF2-40B4-BE49-F238E27FC236}">
                  <a16:creationId xmlns:a16="http://schemas.microsoft.com/office/drawing/2014/main" id="{C557E309-8794-FBE8-087E-CE5213964E26}"/>
                </a:ext>
              </a:extLst>
            </p:cNvPr>
            <p:cNvSpPr/>
            <p:nvPr/>
          </p:nvSpPr>
          <p:spPr>
            <a:xfrm>
              <a:off x="317929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8591;p52">
              <a:extLst>
                <a:ext uri="{FF2B5EF4-FFF2-40B4-BE49-F238E27FC236}">
                  <a16:creationId xmlns:a16="http://schemas.microsoft.com/office/drawing/2014/main" id="{97BF2466-4158-EB45-4580-BB6BB0CD9A75}"/>
                </a:ext>
              </a:extLst>
            </p:cNvPr>
            <p:cNvSpPr/>
            <p:nvPr/>
          </p:nvSpPr>
          <p:spPr>
            <a:xfrm>
              <a:off x="317873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8592;p52">
              <a:extLst>
                <a:ext uri="{FF2B5EF4-FFF2-40B4-BE49-F238E27FC236}">
                  <a16:creationId xmlns:a16="http://schemas.microsoft.com/office/drawing/2014/main" id="{C6C070C3-5DED-4A80-D353-96061D0119AD}"/>
                </a:ext>
              </a:extLst>
            </p:cNvPr>
            <p:cNvSpPr/>
            <p:nvPr/>
          </p:nvSpPr>
          <p:spPr>
            <a:xfrm>
              <a:off x="317929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8593;p52">
              <a:extLst>
                <a:ext uri="{FF2B5EF4-FFF2-40B4-BE49-F238E27FC236}">
                  <a16:creationId xmlns:a16="http://schemas.microsoft.com/office/drawing/2014/main" id="{1E639851-76D3-7473-2814-93166538C452}"/>
                </a:ext>
              </a:extLst>
            </p:cNvPr>
            <p:cNvSpPr/>
            <p:nvPr/>
          </p:nvSpPr>
          <p:spPr>
            <a:xfrm>
              <a:off x="3178731" y="4146398"/>
              <a:ext cx="54855" cy="54762"/>
            </a:xfrm>
            <a:custGeom>
              <a:avLst/>
              <a:gdLst/>
              <a:ahLst/>
              <a:cxnLst/>
              <a:rect l="l" t="t" r="r" b="b"/>
              <a:pathLst>
                <a:path w="3522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8594;p52">
              <a:extLst>
                <a:ext uri="{FF2B5EF4-FFF2-40B4-BE49-F238E27FC236}">
                  <a16:creationId xmlns:a16="http://schemas.microsoft.com/office/drawing/2014/main" id="{E00D9AF0-A2E5-3CE8-1090-D54B1E498C6C}"/>
                </a:ext>
              </a:extLst>
            </p:cNvPr>
            <p:cNvSpPr/>
            <p:nvPr/>
          </p:nvSpPr>
          <p:spPr>
            <a:xfrm>
              <a:off x="3179292" y="414692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8595;p52">
              <a:extLst>
                <a:ext uri="{FF2B5EF4-FFF2-40B4-BE49-F238E27FC236}">
                  <a16:creationId xmlns:a16="http://schemas.microsoft.com/office/drawing/2014/main" id="{1F1D1DF4-6CFB-BD2D-1564-DA88F408AC86}"/>
                </a:ext>
              </a:extLst>
            </p:cNvPr>
            <p:cNvSpPr/>
            <p:nvPr/>
          </p:nvSpPr>
          <p:spPr>
            <a:xfrm>
              <a:off x="3178731" y="3877776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8596;p52">
              <a:extLst>
                <a:ext uri="{FF2B5EF4-FFF2-40B4-BE49-F238E27FC236}">
                  <a16:creationId xmlns:a16="http://schemas.microsoft.com/office/drawing/2014/main" id="{18635D0B-997A-3D30-01AA-A65A7A1FD839}"/>
                </a:ext>
              </a:extLst>
            </p:cNvPr>
            <p:cNvSpPr/>
            <p:nvPr/>
          </p:nvSpPr>
          <p:spPr>
            <a:xfrm>
              <a:off x="3179292" y="3878305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8597;p52">
              <a:extLst>
                <a:ext uri="{FF2B5EF4-FFF2-40B4-BE49-F238E27FC236}">
                  <a16:creationId xmlns:a16="http://schemas.microsoft.com/office/drawing/2014/main" id="{BA9AE563-26AE-D7D3-38B6-EE3A198D0F44}"/>
                </a:ext>
              </a:extLst>
            </p:cNvPr>
            <p:cNvSpPr/>
            <p:nvPr/>
          </p:nvSpPr>
          <p:spPr>
            <a:xfrm>
              <a:off x="3178731" y="3824042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8598;p52">
              <a:extLst>
                <a:ext uri="{FF2B5EF4-FFF2-40B4-BE49-F238E27FC236}">
                  <a16:creationId xmlns:a16="http://schemas.microsoft.com/office/drawing/2014/main" id="{CC10F8F6-81A9-455F-359F-D593D89DD835}"/>
                </a:ext>
              </a:extLst>
            </p:cNvPr>
            <p:cNvSpPr/>
            <p:nvPr/>
          </p:nvSpPr>
          <p:spPr>
            <a:xfrm>
              <a:off x="3179292" y="3824571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8599;p52">
              <a:extLst>
                <a:ext uri="{FF2B5EF4-FFF2-40B4-BE49-F238E27FC236}">
                  <a16:creationId xmlns:a16="http://schemas.microsoft.com/office/drawing/2014/main" id="{C9EC9C8E-92E0-5887-8339-052DAB6504B2}"/>
                </a:ext>
              </a:extLst>
            </p:cNvPr>
            <p:cNvSpPr/>
            <p:nvPr/>
          </p:nvSpPr>
          <p:spPr>
            <a:xfrm>
              <a:off x="3178731" y="3770277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8600;p52">
              <a:extLst>
                <a:ext uri="{FF2B5EF4-FFF2-40B4-BE49-F238E27FC236}">
                  <a16:creationId xmlns:a16="http://schemas.microsoft.com/office/drawing/2014/main" id="{67EB13AA-90B9-9834-478D-66B40D25DC38}"/>
                </a:ext>
              </a:extLst>
            </p:cNvPr>
            <p:cNvSpPr/>
            <p:nvPr/>
          </p:nvSpPr>
          <p:spPr>
            <a:xfrm>
              <a:off x="3179292" y="3770838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8601;p52">
              <a:extLst>
                <a:ext uri="{FF2B5EF4-FFF2-40B4-BE49-F238E27FC236}">
                  <a16:creationId xmlns:a16="http://schemas.microsoft.com/office/drawing/2014/main" id="{D8191223-9938-7145-EB9D-2F7A34776D9A}"/>
                </a:ext>
              </a:extLst>
            </p:cNvPr>
            <p:cNvSpPr/>
            <p:nvPr/>
          </p:nvSpPr>
          <p:spPr>
            <a:xfrm>
              <a:off x="3178731" y="3716606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8602;p52">
              <a:extLst>
                <a:ext uri="{FF2B5EF4-FFF2-40B4-BE49-F238E27FC236}">
                  <a16:creationId xmlns:a16="http://schemas.microsoft.com/office/drawing/2014/main" id="{4FB3175F-8159-13DB-66C0-80C9AF200F2F}"/>
                </a:ext>
              </a:extLst>
            </p:cNvPr>
            <p:cNvSpPr/>
            <p:nvPr/>
          </p:nvSpPr>
          <p:spPr>
            <a:xfrm>
              <a:off x="312499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8603;p52">
              <a:extLst>
                <a:ext uri="{FF2B5EF4-FFF2-40B4-BE49-F238E27FC236}">
                  <a16:creationId xmlns:a16="http://schemas.microsoft.com/office/drawing/2014/main" id="{962FA45B-F5D9-A54F-89CF-4B646E83BC62}"/>
                </a:ext>
              </a:extLst>
            </p:cNvPr>
            <p:cNvSpPr/>
            <p:nvPr/>
          </p:nvSpPr>
          <p:spPr>
            <a:xfrm>
              <a:off x="312554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8604;p52">
              <a:extLst>
                <a:ext uri="{FF2B5EF4-FFF2-40B4-BE49-F238E27FC236}">
                  <a16:creationId xmlns:a16="http://schemas.microsoft.com/office/drawing/2014/main" id="{6848C445-0F2B-3A6A-E8A7-CEBD247C5B46}"/>
                </a:ext>
              </a:extLst>
            </p:cNvPr>
            <p:cNvSpPr/>
            <p:nvPr/>
          </p:nvSpPr>
          <p:spPr>
            <a:xfrm>
              <a:off x="312499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8605;p52">
              <a:extLst>
                <a:ext uri="{FF2B5EF4-FFF2-40B4-BE49-F238E27FC236}">
                  <a16:creationId xmlns:a16="http://schemas.microsoft.com/office/drawing/2014/main" id="{71D14CA5-FB92-9B7D-E8D4-9D03975CA471}"/>
                </a:ext>
              </a:extLst>
            </p:cNvPr>
            <p:cNvSpPr/>
            <p:nvPr/>
          </p:nvSpPr>
          <p:spPr>
            <a:xfrm>
              <a:off x="312554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8606;p52">
              <a:extLst>
                <a:ext uri="{FF2B5EF4-FFF2-40B4-BE49-F238E27FC236}">
                  <a16:creationId xmlns:a16="http://schemas.microsoft.com/office/drawing/2014/main" id="{0D3EC016-A827-D533-1F84-64EB11A8917B}"/>
                </a:ext>
              </a:extLst>
            </p:cNvPr>
            <p:cNvSpPr/>
            <p:nvPr/>
          </p:nvSpPr>
          <p:spPr>
            <a:xfrm>
              <a:off x="312499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8607;p52">
              <a:extLst>
                <a:ext uri="{FF2B5EF4-FFF2-40B4-BE49-F238E27FC236}">
                  <a16:creationId xmlns:a16="http://schemas.microsoft.com/office/drawing/2014/main" id="{3D426DA4-BEA5-0995-739D-C91B0DFE1409}"/>
                </a:ext>
              </a:extLst>
            </p:cNvPr>
            <p:cNvSpPr/>
            <p:nvPr/>
          </p:nvSpPr>
          <p:spPr>
            <a:xfrm>
              <a:off x="312554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8608;p52">
              <a:extLst>
                <a:ext uri="{FF2B5EF4-FFF2-40B4-BE49-F238E27FC236}">
                  <a16:creationId xmlns:a16="http://schemas.microsoft.com/office/drawing/2014/main" id="{2324AA93-89EC-8C8D-7310-5D0066961957}"/>
                </a:ext>
              </a:extLst>
            </p:cNvPr>
            <p:cNvSpPr/>
            <p:nvPr/>
          </p:nvSpPr>
          <p:spPr>
            <a:xfrm>
              <a:off x="312499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8609;p52">
              <a:extLst>
                <a:ext uri="{FF2B5EF4-FFF2-40B4-BE49-F238E27FC236}">
                  <a16:creationId xmlns:a16="http://schemas.microsoft.com/office/drawing/2014/main" id="{7202D7BC-F204-9BE8-B760-B868EE7F96FE}"/>
                </a:ext>
              </a:extLst>
            </p:cNvPr>
            <p:cNvSpPr/>
            <p:nvPr/>
          </p:nvSpPr>
          <p:spPr>
            <a:xfrm>
              <a:off x="312554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8610;p52">
              <a:extLst>
                <a:ext uri="{FF2B5EF4-FFF2-40B4-BE49-F238E27FC236}">
                  <a16:creationId xmlns:a16="http://schemas.microsoft.com/office/drawing/2014/main" id="{D7B96930-D7FE-95A3-A35B-96EA79975DCB}"/>
                </a:ext>
              </a:extLst>
            </p:cNvPr>
            <p:cNvSpPr/>
            <p:nvPr/>
          </p:nvSpPr>
          <p:spPr>
            <a:xfrm>
              <a:off x="312499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8611;p52">
              <a:extLst>
                <a:ext uri="{FF2B5EF4-FFF2-40B4-BE49-F238E27FC236}">
                  <a16:creationId xmlns:a16="http://schemas.microsoft.com/office/drawing/2014/main" id="{2E51FA3D-58B9-B711-B565-0AE16ED0F27D}"/>
                </a:ext>
              </a:extLst>
            </p:cNvPr>
            <p:cNvSpPr/>
            <p:nvPr/>
          </p:nvSpPr>
          <p:spPr>
            <a:xfrm>
              <a:off x="3125543" y="414692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8612;p52">
              <a:extLst>
                <a:ext uri="{FF2B5EF4-FFF2-40B4-BE49-F238E27FC236}">
                  <a16:creationId xmlns:a16="http://schemas.microsoft.com/office/drawing/2014/main" id="{8BB7DEFF-E02E-AB5E-244F-B32BC2FA0B65}"/>
                </a:ext>
              </a:extLst>
            </p:cNvPr>
            <p:cNvSpPr/>
            <p:nvPr/>
          </p:nvSpPr>
          <p:spPr>
            <a:xfrm>
              <a:off x="3124998" y="3877776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8613;p52">
              <a:extLst>
                <a:ext uri="{FF2B5EF4-FFF2-40B4-BE49-F238E27FC236}">
                  <a16:creationId xmlns:a16="http://schemas.microsoft.com/office/drawing/2014/main" id="{0FD1BAE7-C050-D7E1-F63B-BA0827EF8BF6}"/>
                </a:ext>
              </a:extLst>
            </p:cNvPr>
            <p:cNvSpPr/>
            <p:nvPr/>
          </p:nvSpPr>
          <p:spPr>
            <a:xfrm>
              <a:off x="3124998" y="3824042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8614;p52">
              <a:extLst>
                <a:ext uri="{FF2B5EF4-FFF2-40B4-BE49-F238E27FC236}">
                  <a16:creationId xmlns:a16="http://schemas.microsoft.com/office/drawing/2014/main" id="{FA616379-861D-73CF-9250-25AE4E405065}"/>
                </a:ext>
              </a:extLst>
            </p:cNvPr>
            <p:cNvSpPr/>
            <p:nvPr/>
          </p:nvSpPr>
          <p:spPr>
            <a:xfrm>
              <a:off x="3125543" y="3824571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8615;p52">
              <a:extLst>
                <a:ext uri="{FF2B5EF4-FFF2-40B4-BE49-F238E27FC236}">
                  <a16:creationId xmlns:a16="http://schemas.microsoft.com/office/drawing/2014/main" id="{6CB5DEA6-B426-17A2-ED19-063C1E0A6955}"/>
                </a:ext>
              </a:extLst>
            </p:cNvPr>
            <p:cNvSpPr/>
            <p:nvPr/>
          </p:nvSpPr>
          <p:spPr>
            <a:xfrm>
              <a:off x="3124998" y="3770277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8616;p52">
              <a:extLst>
                <a:ext uri="{FF2B5EF4-FFF2-40B4-BE49-F238E27FC236}">
                  <a16:creationId xmlns:a16="http://schemas.microsoft.com/office/drawing/2014/main" id="{D13D2EF8-18BE-A973-74F6-F2E88549BF60}"/>
                </a:ext>
              </a:extLst>
            </p:cNvPr>
            <p:cNvSpPr/>
            <p:nvPr/>
          </p:nvSpPr>
          <p:spPr>
            <a:xfrm>
              <a:off x="3125543" y="3770838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8617;p52">
              <a:extLst>
                <a:ext uri="{FF2B5EF4-FFF2-40B4-BE49-F238E27FC236}">
                  <a16:creationId xmlns:a16="http://schemas.microsoft.com/office/drawing/2014/main" id="{9344C5C0-45A7-1313-CFDA-A52FECC94D6E}"/>
                </a:ext>
              </a:extLst>
            </p:cNvPr>
            <p:cNvSpPr/>
            <p:nvPr/>
          </p:nvSpPr>
          <p:spPr>
            <a:xfrm>
              <a:off x="3124998" y="3716606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8618;p52">
              <a:extLst>
                <a:ext uri="{FF2B5EF4-FFF2-40B4-BE49-F238E27FC236}">
                  <a16:creationId xmlns:a16="http://schemas.microsoft.com/office/drawing/2014/main" id="{9675FF4E-8B48-969D-B368-6CC412B31939}"/>
                </a:ext>
              </a:extLst>
            </p:cNvPr>
            <p:cNvSpPr/>
            <p:nvPr/>
          </p:nvSpPr>
          <p:spPr>
            <a:xfrm>
              <a:off x="307131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8619;p52">
              <a:extLst>
                <a:ext uri="{FF2B5EF4-FFF2-40B4-BE49-F238E27FC236}">
                  <a16:creationId xmlns:a16="http://schemas.microsoft.com/office/drawing/2014/main" id="{DA722C09-68D7-3E59-87F3-475E21F0C1AC}"/>
                </a:ext>
              </a:extLst>
            </p:cNvPr>
            <p:cNvSpPr/>
            <p:nvPr/>
          </p:nvSpPr>
          <p:spPr>
            <a:xfrm>
              <a:off x="3071856" y="446926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8620;p52">
              <a:extLst>
                <a:ext uri="{FF2B5EF4-FFF2-40B4-BE49-F238E27FC236}">
                  <a16:creationId xmlns:a16="http://schemas.microsoft.com/office/drawing/2014/main" id="{0824234F-F51F-3AC4-F920-D792DC91A411}"/>
                </a:ext>
              </a:extLst>
            </p:cNvPr>
            <p:cNvSpPr/>
            <p:nvPr/>
          </p:nvSpPr>
          <p:spPr>
            <a:xfrm>
              <a:off x="307131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8621;p52">
              <a:extLst>
                <a:ext uri="{FF2B5EF4-FFF2-40B4-BE49-F238E27FC236}">
                  <a16:creationId xmlns:a16="http://schemas.microsoft.com/office/drawing/2014/main" id="{79619C9E-6D6B-0834-D644-FF8C0CB32679}"/>
                </a:ext>
              </a:extLst>
            </p:cNvPr>
            <p:cNvSpPr/>
            <p:nvPr/>
          </p:nvSpPr>
          <p:spPr>
            <a:xfrm>
              <a:off x="3071856" y="436176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8622;p52">
              <a:extLst>
                <a:ext uri="{FF2B5EF4-FFF2-40B4-BE49-F238E27FC236}">
                  <a16:creationId xmlns:a16="http://schemas.microsoft.com/office/drawing/2014/main" id="{D75487D3-B47B-6CF4-9B63-8E72D92C6D72}"/>
                </a:ext>
              </a:extLst>
            </p:cNvPr>
            <p:cNvSpPr/>
            <p:nvPr/>
          </p:nvSpPr>
          <p:spPr>
            <a:xfrm>
              <a:off x="307131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8623;p52">
              <a:extLst>
                <a:ext uri="{FF2B5EF4-FFF2-40B4-BE49-F238E27FC236}">
                  <a16:creationId xmlns:a16="http://schemas.microsoft.com/office/drawing/2014/main" id="{866D8A45-198B-775E-4198-37FF13109204}"/>
                </a:ext>
              </a:extLst>
            </p:cNvPr>
            <p:cNvSpPr/>
            <p:nvPr/>
          </p:nvSpPr>
          <p:spPr>
            <a:xfrm>
              <a:off x="3071856" y="430809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8624;p52">
              <a:extLst>
                <a:ext uri="{FF2B5EF4-FFF2-40B4-BE49-F238E27FC236}">
                  <a16:creationId xmlns:a16="http://schemas.microsoft.com/office/drawing/2014/main" id="{B96421AE-FF7F-2C90-63E4-4BD9EFABFC51}"/>
                </a:ext>
              </a:extLst>
            </p:cNvPr>
            <p:cNvSpPr/>
            <p:nvPr/>
          </p:nvSpPr>
          <p:spPr>
            <a:xfrm>
              <a:off x="307131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8625;p52">
              <a:extLst>
                <a:ext uri="{FF2B5EF4-FFF2-40B4-BE49-F238E27FC236}">
                  <a16:creationId xmlns:a16="http://schemas.microsoft.com/office/drawing/2014/main" id="{7D4683B2-AD2F-FDEC-410C-28A3311061A7}"/>
                </a:ext>
              </a:extLst>
            </p:cNvPr>
            <p:cNvSpPr/>
            <p:nvPr/>
          </p:nvSpPr>
          <p:spPr>
            <a:xfrm>
              <a:off x="3071856" y="4254332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8626;p52">
              <a:extLst>
                <a:ext uri="{FF2B5EF4-FFF2-40B4-BE49-F238E27FC236}">
                  <a16:creationId xmlns:a16="http://schemas.microsoft.com/office/drawing/2014/main" id="{4375B3FC-2BB9-AA8D-C2B3-819E13CA8AAA}"/>
                </a:ext>
              </a:extLst>
            </p:cNvPr>
            <p:cNvSpPr/>
            <p:nvPr/>
          </p:nvSpPr>
          <p:spPr>
            <a:xfrm>
              <a:off x="3071311" y="4146398"/>
              <a:ext cx="54793" cy="54762"/>
            </a:xfrm>
            <a:custGeom>
              <a:avLst/>
              <a:gdLst/>
              <a:ahLst/>
              <a:cxnLst/>
              <a:rect l="l" t="t" r="r" b="b"/>
              <a:pathLst>
                <a:path w="3518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8" y="3515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8627;p52">
              <a:extLst>
                <a:ext uri="{FF2B5EF4-FFF2-40B4-BE49-F238E27FC236}">
                  <a16:creationId xmlns:a16="http://schemas.microsoft.com/office/drawing/2014/main" id="{B0FC9CFD-1E70-7F0E-5F80-14E8E54D9064}"/>
                </a:ext>
              </a:extLst>
            </p:cNvPr>
            <p:cNvSpPr/>
            <p:nvPr/>
          </p:nvSpPr>
          <p:spPr>
            <a:xfrm>
              <a:off x="301756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8628;p52">
              <a:extLst>
                <a:ext uri="{FF2B5EF4-FFF2-40B4-BE49-F238E27FC236}">
                  <a16:creationId xmlns:a16="http://schemas.microsoft.com/office/drawing/2014/main" id="{34892809-6C2D-864A-6F93-BD2BC7906274}"/>
                </a:ext>
              </a:extLst>
            </p:cNvPr>
            <p:cNvSpPr/>
            <p:nvPr/>
          </p:nvSpPr>
          <p:spPr>
            <a:xfrm>
              <a:off x="301812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8629;p52">
              <a:extLst>
                <a:ext uri="{FF2B5EF4-FFF2-40B4-BE49-F238E27FC236}">
                  <a16:creationId xmlns:a16="http://schemas.microsoft.com/office/drawing/2014/main" id="{1836CD32-5D77-069E-E91F-E06E73A3A71F}"/>
                </a:ext>
              </a:extLst>
            </p:cNvPr>
            <p:cNvSpPr/>
            <p:nvPr/>
          </p:nvSpPr>
          <p:spPr>
            <a:xfrm>
              <a:off x="301756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8630;p52">
              <a:extLst>
                <a:ext uri="{FF2B5EF4-FFF2-40B4-BE49-F238E27FC236}">
                  <a16:creationId xmlns:a16="http://schemas.microsoft.com/office/drawing/2014/main" id="{11528BB2-0E95-4360-B958-FC66703FF081}"/>
                </a:ext>
              </a:extLst>
            </p:cNvPr>
            <p:cNvSpPr/>
            <p:nvPr/>
          </p:nvSpPr>
          <p:spPr>
            <a:xfrm>
              <a:off x="301812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8631;p52">
              <a:extLst>
                <a:ext uri="{FF2B5EF4-FFF2-40B4-BE49-F238E27FC236}">
                  <a16:creationId xmlns:a16="http://schemas.microsoft.com/office/drawing/2014/main" id="{A406F072-B5D8-E1A3-A5D8-69A9F0EE9059}"/>
                </a:ext>
              </a:extLst>
            </p:cNvPr>
            <p:cNvSpPr/>
            <p:nvPr/>
          </p:nvSpPr>
          <p:spPr>
            <a:xfrm>
              <a:off x="301756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8632;p52">
              <a:extLst>
                <a:ext uri="{FF2B5EF4-FFF2-40B4-BE49-F238E27FC236}">
                  <a16:creationId xmlns:a16="http://schemas.microsoft.com/office/drawing/2014/main" id="{41DC3ED8-0B38-70FA-6781-237C472A1240}"/>
                </a:ext>
              </a:extLst>
            </p:cNvPr>
            <p:cNvSpPr/>
            <p:nvPr/>
          </p:nvSpPr>
          <p:spPr>
            <a:xfrm>
              <a:off x="301812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8633;p52">
              <a:extLst>
                <a:ext uri="{FF2B5EF4-FFF2-40B4-BE49-F238E27FC236}">
                  <a16:creationId xmlns:a16="http://schemas.microsoft.com/office/drawing/2014/main" id="{DE6524DB-100C-9FF5-3260-09E2448AA9ED}"/>
                </a:ext>
              </a:extLst>
            </p:cNvPr>
            <p:cNvSpPr/>
            <p:nvPr/>
          </p:nvSpPr>
          <p:spPr>
            <a:xfrm>
              <a:off x="301756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8634;p52">
              <a:extLst>
                <a:ext uri="{FF2B5EF4-FFF2-40B4-BE49-F238E27FC236}">
                  <a16:creationId xmlns:a16="http://schemas.microsoft.com/office/drawing/2014/main" id="{4E18C75C-371F-B324-2CD4-320AD8F25703}"/>
                </a:ext>
              </a:extLst>
            </p:cNvPr>
            <p:cNvSpPr/>
            <p:nvPr/>
          </p:nvSpPr>
          <p:spPr>
            <a:xfrm>
              <a:off x="301812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8635;p52">
              <a:extLst>
                <a:ext uri="{FF2B5EF4-FFF2-40B4-BE49-F238E27FC236}">
                  <a16:creationId xmlns:a16="http://schemas.microsoft.com/office/drawing/2014/main" id="{A8A3FBDE-2B80-0DA4-2ED1-63A1F6676EAF}"/>
                </a:ext>
              </a:extLst>
            </p:cNvPr>
            <p:cNvSpPr/>
            <p:nvPr/>
          </p:nvSpPr>
          <p:spPr>
            <a:xfrm>
              <a:off x="2963828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8636;p52">
              <a:extLst>
                <a:ext uri="{FF2B5EF4-FFF2-40B4-BE49-F238E27FC236}">
                  <a16:creationId xmlns:a16="http://schemas.microsoft.com/office/drawing/2014/main" id="{9EECA07A-DB7A-4C85-B1FF-4D007116BECE}"/>
                </a:ext>
              </a:extLst>
            </p:cNvPr>
            <p:cNvSpPr/>
            <p:nvPr/>
          </p:nvSpPr>
          <p:spPr>
            <a:xfrm>
              <a:off x="296437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8637;p52">
              <a:extLst>
                <a:ext uri="{FF2B5EF4-FFF2-40B4-BE49-F238E27FC236}">
                  <a16:creationId xmlns:a16="http://schemas.microsoft.com/office/drawing/2014/main" id="{F0C94606-8A06-C818-D3F5-3D63A0B49D7C}"/>
                </a:ext>
              </a:extLst>
            </p:cNvPr>
            <p:cNvSpPr/>
            <p:nvPr/>
          </p:nvSpPr>
          <p:spPr>
            <a:xfrm>
              <a:off x="2963828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8638;p52">
              <a:extLst>
                <a:ext uri="{FF2B5EF4-FFF2-40B4-BE49-F238E27FC236}">
                  <a16:creationId xmlns:a16="http://schemas.microsoft.com/office/drawing/2014/main" id="{E227B1EA-F49F-E5AB-2E3C-8E1203666073}"/>
                </a:ext>
              </a:extLst>
            </p:cNvPr>
            <p:cNvSpPr/>
            <p:nvPr/>
          </p:nvSpPr>
          <p:spPr>
            <a:xfrm>
              <a:off x="296437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8639;p52">
              <a:extLst>
                <a:ext uri="{FF2B5EF4-FFF2-40B4-BE49-F238E27FC236}">
                  <a16:creationId xmlns:a16="http://schemas.microsoft.com/office/drawing/2014/main" id="{DBE937E1-0AA0-1FB8-1B53-02F7AD6728F6}"/>
                </a:ext>
              </a:extLst>
            </p:cNvPr>
            <p:cNvSpPr/>
            <p:nvPr/>
          </p:nvSpPr>
          <p:spPr>
            <a:xfrm>
              <a:off x="2963828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8640;p52">
              <a:extLst>
                <a:ext uri="{FF2B5EF4-FFF2-40B4-BE49-F238E27FC236}">
                  <a16:creationId xmlns:a16="http://schemas.microsoft.com/office/drawing/2014/main" id="{EDA8B126-78E8-C089-0DB2-DFF22CB3ACBA}"/>
                </a:ext>
              </a:extLst>
            </p:cNvPr>
            <p:cNvSpPr/>
            <p:nvPr/>
          </p:nvSpPr>
          <p:spPr>
            <a:xfrm>
              <a:off x="296437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8641;p52">
              <a:extLst>
                <a:ext uri="{FF2B5EF4-FFF2-40B4-BE49-F238E27FC236}">
                  <a16:creationId xmlns:a16="http://schemas.microsoft.com/office/drawing/2014/main" id="{B49F85FE-68BE-F254-0E81-D9A26EA66274}"/>
                </a:ext>
              </a:extLst>
            </p:cNvPr>
            <p:cNvSpPr/>
            <p:nvPr/>
          </p:nvSpPr>
          <p:spPr>
            <a:xfrm>
              <a:off x="2963828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8642;p52">
              <a:extLst>
                <a:ext uri="{FF2B5EF4-FFF2-40B4-BE49-F238E27FC236}">
                  <a16:creationId xmlns:a16="http://schemas.microsoft.com/office/drawing/2014/main" id="{BBD84DB1-BEF3-FB95-4B62-4D42483C35E8}"/>
                </a:ext>
              </a:extLst>
            </p:cNvPr>
            <p:cNvSpPr/>
            <p:nvPr/>
          </p:nvSpPr>
          <p:spPr>
            <a:xfrm>
              <a:off x="296437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8643;p52">
              <a:extLst>
                <a:ext uri="{FF2B5EF4-FFF2-40B4-BE49-F238E27FC236}">
                  <a16:creationId xmlns:a16="http://schemas.microsoft.com/office/drawing/2014/main" id="{E251EFCB-F48A-C33A-4154-88F028C62F0F}"/>
                </a:ext>
              </a:extLst>
            </p:cNvPr>
            <p:cNvSpPr/>
            <p:nvPr/>
          </p:nvSpPr>
          <p:spPr>
            <a:xfrm>
              <a:off x="291014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8644;p52">
              <a:extLst>
                <a:ext uri="{FF2B5EF4-FFF2-40B4-BE49-F238E27FC236}">
                  <a16:creationId xmlns:a16="http://schemas.microsoft.com/office/drawing/2014/main" id="{25C1FD71-DF1B-3BD3-AA82-FB62BF596A82}"/>
                </a:ext>
              </a:extLst>
            </p:cNvPr>
            <p:cNvSpPr/>
            <p:nvPr/>
          </p:nvSpPr>
          <p:spPr>
            <a:xfrm>
              <a:off x="291014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8645;p52">
              <a:extLst>
                <a:ext uri="{FF2B5EF4-FFF2-40B4-BE49-F238E27FC236}">
                  <a16:creationId xmlns:a16="http://schemas.microsoft.com/office/drawing/2014/main" id="{C29DAAF8-02B9-22E2-CC39-3BE9AFC1AD51}"/>
                </a:ext>
              </a:extLst>
            </p:cNvPr>
            <p:cNvSpPr/>
            <p:nvPr/>
          </p:nvSpPr>
          <p:spPr>
            <a:xfrm>
              <a:off x="2910670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8646;p52">
              <a:extLst>
                <a:ext uri="{FF2B5EF4-FFF2-40B4-BE49-F238E27FC236}">
                  <a16:creationId xmlns:a16="http://schemas.microsoft.com/office/drawing/2014/main" id="{4AD25C3A-75FA-9F07-7752-B288745816AA}"/>
                </a:ext>
              </a:extLst>
            </p:cNvPr>
            <p:cNvSpPr/>
            <p:nvPr/>
          </p:nvSpPr>
          <p:spPr>
            <a:xfrm>
              <a:off x="291014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8647;p52">
              <a:extLst>
                <a:ext uri="{FF2B5EF4-FFF2-40B4-BE49-F238E27FC236}">
                  <a16:creationId xmlns:a16="http://schemas.microsoft.com/office/drawing/2014/main" id="{46062F3E-9B45-C133-9282-BDCF63719842}"/>
                </a:ext>
              </a:extLst>
            </p:cNvPr>
            <p:cNvSpPr/>
            <p:nvPr/>
          </p:nvSpPr>
          <p:spPr>
            <a:xfrm>
              <a:off x="2910670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8648;p52">
              <a:extLst>
                <a:ext uri="{FF2B5EF4-FFF2-40B4-BE49-F238E27FC236}">
                  <a16:creationId xmlns:a16="http://schemas.microsoft.com/office/drawing/2014/main" id="{9D174E73-F384-1ECC-1589-ECF887D4913C}"/>
                </a:ext>
              </a:extLst>
            </p:cNvPr>
            <p:cNvSpPr/>
            <p:nvPr/>
          </p:nvSpPr>
          <p:spPr>
            <a:xfrm>
              <a:off x="291014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8649;p52">
              <a:extLst>
                <a:ext uri="{FF2B5EF4-FFF2-40B4-BE49-F238E27FC236}">
                  <a16:creationId xmlns:a16="http://schemas.microsoft.com/office/drawing/2014/main" id="{5FE19AAC-B4FA-5A55-A727-0DA778009FAE}"/>
                </a:ext>
              </a:extLst>
            </p:cNvPr>
            <p:cNvSpPr/>
            <p:nvPr/>
          </p:nvSpPr>
          <p:spPr>
            <a:xfrm>
              <a:off x="2910670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8650;p52">
              <a:extLst>
                <a:ext uri="{FF2B5EF4-FFF2-40B4-BE49-F238E27FC236}">
                  <a16:creationId xmlns:a16="http://schemas.microsoft.com/office/drawing/2014/main" id="{BCD44C55-5B19-7DDE-C303-CF61EBBAE381}"/>
                </a:ext>
              </a:extLst>
            </p:cNvPr>
            <p:cNvSpPr/>
            <p:nvPr/>
          </p:nvSpPr>
          <p:spPr>
            <a:xfrm>
              <a:off x="2856407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8651;p52">
              <a:extLst>
                <a:ext uri="{FF2B5EF4-FFF2-40B4-BE49-F238E27FC236}">
                  <a16:creationId xmlns:a16="http://schemas.microsoft.com/office/drawing/2014/main" id="{08CD7065-9689-12BD-831A-7702FD1A9536}"/>
                </a:ext>
              </a:extLst>
            </p:cNvPr>
            <p:cNvSpPr/>
            <p:nvPr/>
          </p:nvSpPr>
          <p:spPr>
            <a:xfrm>
              <a:off x="2856407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8652;p52">
              <a:extLst>
                <a:ext uri="{FF2B5EF4-FFF2-40B4-BE49-F238E27FC236}">
                  <a16:creationId xmlns:a16="http://schemas.microsoft.com/office/drawing/2014/main" id="{F93F09B2-0889-A45C-E4D9-EB4A96381A57}"/>
                </a:ext>
              </a:extLst>
            </p:cNvPr>
            <p:cNvSpPr/>
            <p:nvPr/>
          </p:nvSpPr>
          <p:spPr>
            <a:xfrm>
              <a:off x="2856407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6" name="Google Shape;8653;p52">
              <a:extLst>
                <a:ext uri="{FF2B5EF4-FFF2-40B4-BE49-F238E27FC236}">
                  <a16:creationId xmlns:a16="http://schemas.microsoft.com/office/drawing/2014/main" id="{9DF3162F-8CD0-D161-9990-B227B1B5BF2A}"/>
                </a:ext>
              </a:extLst>
            </p:cNvPr>
            <p:cNvGrpSpPr/>
            <p:nvPr/>
          </p:nvGrpSpPr>
          <p:grpSpPr>
            <a:xfrm>
              <a:off x="2856407" y="3717135"/>
              <a:ext cx="699536" cy="860114"/>
              <a:chOff x="2856407" y="3717135"/>
              <a:chExt cx="699536" cy="860114"/>
            </a:xfrm>
          </p:grpSpPr>
          <p:sp>
            <p:nvSpPr>
              <p:cNvPr id="5777" name="Google Shape;8654;p52">
                <a:extLst>
                  <a:ext uri="{FF2B5EF4-FFF2-40B4-BE49-F238E27FC236}">
                    <a16:creationId xmlns:a16="http://schemas.microsoft.com/office/drawing/2014/main" id="{7B76DA3C-9AA3-6174-9D11-894BE32564BF}"/>
                  </a:ext>
                </a:extLst>
              </p:cNvPr>
              <p:cNvSpPr/>
              <p:nvPr/>
            </p:nvSpPr>
            <p:spPr>
              <a:xfrm>
                <a:off x="350108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8655;p52">
                <a:extLst>
                  <a:ext uri="{FF2B5EF4-FFF2-40B4-BE49-F238E27FC236}">
                    <a16:creationId xmlns:a16="http://schemas.microsoft.com/office/drawing/2014/main" id="{C5B1E98C-6662-0000-7904-11B397EA3E3A}"/>
                  </a:ext>
                </a:extLst>
              </p:cNvPr>
              <p:cNvSpPr/>
              <p:nvPr/>
            </p:nvSpPr>
            <p:spPr>
              <a:xfrm>
                <a:off x="350163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8656;p52">
                <a:extLst>
                  <a:ext uri="{FF2B5EF4-FFF2-40B4-BE49-F238E27FC236}">
                    <a16:creationId xmlns:a16="http://schemas.microsoft.com/office/drawing/2014/main" id="{BC9923B9-85D5-5EA7-A1BC-4E7287FF56B8}"/>
                  </a:ext>
                </a:extLst>
              </p:cNvPr>
              <p:cNvSpPr/>
              <p:nvPr/>
            </p:nvSpPr>
            <p:spPr>
              <a:xfrm>
                <a:off x="3501632" y="436176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8657;p52">
                <a:extLst>
                  <a:ext uri="{FF2B5EF4-FFF2-40B4-BE49-F238E27FC236}">
                    <a16:creationId xmlns:a16="http://schemas.microsoft.com/office/drawing/2014/main" id="{79723CB2-584A-4051-D8C3-22650C1FAA2A}"/>
                  </a:ext>
                </a:extLst>
              </p:cNvPr>
              <p:cNvSpPr/>
              <p:nvPr/>
            </p:nvSpPr>
            <p:spPr>
              <a:xfrm>
                <a:off x="3501632" y="4308097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8658;p52">
                <a:extLst>
                  <a:ext uri="{FF2B5EF4-FFF2-40B4-BE49-F238E27FC236}">
                    <a16:creationId xmlns:a16="http://schemas.microsoft.com/office/drawing/2014/main" id="{3BDDDD8E-0E45-6957-BE11-BCE3236072B1}"/>
                  </a:ext>
                </a:extLst>
              </p:cNvPr>
              <p:cNvSpPr/>
              <p:nvPr/>
            </p:nvSpPr>
            <p:spPr>
              <a:xfrm>
                <a:off x="3501632" y="4254332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8659;p52">
                <a:extLst>
                  <a:ext uri="{FF2B5EF4-FFF2-40B4-BE49-F238E27FC236}">
                    <a16:creationId xmlns:a16="http://schemas.microsoft.com/office/drawing/2014/main" id="{0BEB0629-34B7-FE2E-D11B-5D245768A793}"/>
                  </a:ext>
                </a:extLst>
              </p:cNvPr>
              <p:cNvSpPr/>
              <p:nvPr/>
            </p:nvSpPr>
            <p:spPr>
              <a:xfrm>
                <a:off x="3447883" y="446926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8660;p52">
                <a:extLst>
                  <a:ext uri="{FF2B5EF4-FFF2-40B4-BE49-F238E27FC236}">
                    <a16:creationId xmlns:a16="http://schemas.microsoft.com/office/drawing/2014/main" id="{E899EA33-161C-507D-7F18-21FAF9E25394}"/>
                  </a:ext>
                </a:extLst>
              </p:cNvPr>
              <p:cNvSpPr/>
              <p:nvPr/>
            </p:nvSpPr>
            <p:spPr>
              <a:xfrm>
                <a:off x="344733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8661;p52">
                <a:extLst>
                  <a:ext uri="{FF2B5EF4-FFF2-40B4-BE49-F238E27FC236}">
                    <a16:creationId xmlns:a16="http://schemas.microsoft.com/office/drawing/2014/main" id="{63418600-6495-A4AF-1032-60E14B271303}"/>
                  </a:ext>
                </a:extLst>
              </p:cNvPr>
              <p:cNvSpPr/>
              <p:nvPr/>
            </p:nvSpPr>
            <p:spPr>
              <a:xfrm>
                <a:off x="344788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8662;p52">
                <a:extLst>
                  <a:ext uri="{FF2B5EF4-FFF2-40B4-BE49-F238E27FC236}">
                    <a16:creationId xmlns:a16="http://schemas.microsoft.com/office/drawing/2014/main" id="{2F98EFD1-F1D4-C5EA-7713-4A566CD529A1}"/>
                  </a:ext>
                </a:extLst>
              </p:cNvPr>
              <p:cNvSpPr/>
              <p:nvPr/>
            </p:nvSpPr>
            <p:spPr>
              <a:xfrm>
                <a:off x="344733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8663;p52">
                <a:extLst>
                  <a:ext uri="{FF2B5EF4-FFF2-40B4-BE49-F238E27FC236}">
                    <a16:creationId xmlns:a16="http://schemas.microsoft.com/office/drawing/2014/main" id="{260181AF-4D4E-BA3F-B3AF-3C597678B7FF}"/>
                  </a:ext>
                </a:extLst>
              </p:cNvPr>
              <p:cNvSpPr/>
              <p:nvPr/>
            </p:nvSpPr>
            <p:spPr>
              <a:xfrm>
                <a:off x="344788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8664;p52">
                <a:extLst>
                  <a:ext uri="{FF2B5EF4-FFF2-40B4-BE49-F238E27FC236}">
                    <a16:creationId xmlns:a16="http://schemas.microsoft.com/office/drawing/2014/main" id="{60C6050B-2788-7B4D-A072-133F56FF6B8B}"/>
                  </a:ext>
                </a:extLst>
              </p:cNvPr>
              <p:cNvSpPr/>
              <p:nvPr/>
            </p:nvSpPr>
            <p:spPr>
              <a:xfrm>
                <a:off x="339366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6" y="3519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8665;p52">
                <a:extLst>
                  <a:ext uri="{FF2B5EF4-FFF2-40B4-BE49-F238E27FC236}">
                    <a16:creationId xmlns:a16="http://schemas.microsoft.com/office/drawing/2014/main" id="{3612B626-7857-0D5E-8A26-C1843D8EAC0C}"/>
                  </a:ext>
                </a:extLst>
              </p:cNvPr>
              <p:cNvSpPr/>
              <p:nvPr/>
            </p:nvSpPr>
            <p:spPr>
              <a:xfrm>
                <a:off x="3394196" y="4522939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8666;p52">
                <a:extLst>
                  <a:ext uri="{FF2B5EF4-FFF2-40B4-BE49-F238E27FC236}">
                    <a16:creationId xmlns:a16="http://schemas.microsoft.com/office/drawing/2014/main" id="{C84D897E-1BA3-83F1-2632-9F63CE7E24EA}"/>
                  </a:ext>
                </a:extLst>
              </p:cNvPr>
              <p:cNvSpPr/>
              <p:nvPr/>
            </p:nvSpPr>
            <p:spPr>
              <a:xfrm>
                <a:off x="339366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8667;p52">
                <a:extLst>
                  <a:ext uri="{FF2B5EF4-FFF2-40B4-BE49-F238E27FC236}">
                    <a16:creationId xmlns:a16="http://schemas.microsoft.com/office/drawing/2014/main" id="{B930E01A-CCB3-7F05-EE74-7C84DEB0C9AE}"/>
                  </a:ext>
                </a:extLst>
              </p:cNvPr>
              <p:cNvSpPr/>
              <p:nvPr/>
            </p:nvSpPr>
            <p:spPr>
              <a:xfrm>
                <a:off x="3394196" y="4415503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8668;p52">
                <a:extLst>
                  <a:ext uri="{FF2B5EF4-FFF2-40B4-BE49-F238E27FC236}">
                    <a16:creationId xmlns:a16="http://schemas.microsoft.com/office/drawing/2014/main" id="{E4AF724E-006C-3A31-132D-8B6F0456E7F5}"/>
                  </a:ext>
                </a:extLst>
              </p:cNvPr>
              <p:cNvSpPr/>
              <p:nvPr/>
            </p:nvSpPr>
            <p:spPr>
              <a:xfrm>
                <a:off x="339366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8669;p52">
                <a:extLst>
                  <a:ext uri="{FF2B5EF4-FFF2-40B4-BE49-F238E27FC236}">
                    <a16:creationId xmlns:a16="http://schemas.microsoft.com/office/drawing/2014/main" id="{5287ED0F-3FAA-D319-C696-42E451633B1F}"/>
                  </a:ext>
                </a:extLst>
              </p:cNvPr>
              <p:cNvSpPr/>
              <p:nvPr/>
            </p:nvSpPr>
            <p:spPr>
              <a:xfrm>
                <a:off x="3394196" y="420059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8670;p52">
                <a:extLst>
                  <a:ext uri="{FF2B5EF4-FFF2-40B4-BE49-F238E27FC236}">
                    <a16:creationId xmlns:a16="http://schemas.microsoft.com/office/drawing/2014/main" id="{8E83106D-1024-CE03-2620-72D500B92F52}"/>
                  </a:ext>
                </a:extLst>
              </p:cNvPr>
              <p:cNvSpPr/>
              <p:nvPr/>
            </p:nvSpPr>
            <p:spPr>
              <a:xfrm>
                <a:off x="3339917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8671;p52">
                <a:extLst>
                  <a:ext uri="{FF2B5EF4-FFF2-40B4-BE49-F238E27FC236}">
                    <a16:creationId xmlns:a16="http://schemas.microsoft.com/office/drawing/2014/main" id="{46A277E2-3037-4C6F-D610-CD41B44823A1}"/>
                  </a:ext>
                </a:extLst>
              </p:cNvPr>
              <p:cNvSpPr/>
              <p:nvPr/>
            </p:nvSpPr>
            <p:spPr>
              <a:xfrm>
                <a:off x="334046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8672;p52">
                <a:extLst>
                  <a:ext uri="{FF2B5EF4-FFF2-40B4-BE49-F238E27FC236}">
                    <a16:creationId xmlns:a16="http://schemas.microsoft.com/office/drawing/2014/main" id="{5135EE5F-0838-18DD-5D13-5D49C1984881}"/>
                  </a:ext>
                </a:extLst>
              </p:cNvPr>
              <p:cNvSpPr/>
              <p:nvPr/>
            </p:nvSpPr>
            <p:spPr>
              <a:xfrm>
                <a:off x="333991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8673;p52">
                <a:extLst>
                  <a:ext uri="{FF2B5EF4-FFF2-40B4-BE49-F238E27FC236}">
                    <a16:creationId xmlns:a16="http://schemas.microsoft.com/office/drawing/2014/main" id="{85CEF99D-6388-7C13-6F2D-FAE1E38E713B}"/>
                  </a:ext>
                </a:extLst>
              </p:cNvPr>
              <p:cNvSpPr/>
              <p:nvPr/>
            </p:nvSpPr>
            <p:spPr>
              <a:xfrm>
                <a:off x="334046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8674;p52">
                <a:extLst>
                  <a:ext uri="{FF2B5EF4-FFF2-40B4-BE49-F238E27FC236}">
                    <a16:creationId xmlns:a16="http://schemas.microsoft.com/office/drawing/2014/main" id="{3305EE0E-CAA7-03D8-833A-AA57A519021A}"/>
                  </a:ext>
                </a:extLst>
              </p:cNvPr>
              <p:cNvSpPr/>
              <p:nvPr/>
            </p:nvSpPr>
            <p:spPr>
              <a:xfrm>
                <a:off x="3339917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8675;p52">
                <a:extLst>
                  <a:ext uri="{FF2B5EF4-FFF2-40B4-BE49-F238E27FC236}">
                    <a16:creationId xmlns:a16="http://schemas.microsoft.com/office/drawing/2014/main" id="{58B5FDBD-028B-048F-D75E-4A71ED4597C6}"/>
                  </a:ext>
                </a:extLst>
              </p:cNvPr>
              <p:cNvSpPr/>
              <p:nvPr/>
            </p:nvSpPr>
            <p:spPr>
              <a:xfrm>
                <a:off x="334046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8676;p52">
                <a:extLst>
                  <a:ext uri="{FF2B5EF4-FFF2-40B4-BE49-F238E27FC236}">
                    <a16:creationId xmlns:a16="http://schemas.microsoft.com/office/drawing/2014/main" id="{35914875-7814-FA7F-FC17-699138EB6EDF}"/>
                  </a:ext>
                </a:extLst>
              </p:cNvPr>
              <p:cNvSpPr/>
              <p:nvPr/>
            </p:nvSpPr>
            <p:spPr>
              <a:xfrm>
                <a:off x="328616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8677;p52">
                <a:extLst>
                  <a:ext uri="{FF2B5EF4-FFF2-40B4-BE49-F238E27FC236}">
                    <a16:creationId xmlns:a16="http://schemas.microsoft.com/office/drawing/2014/main" id="{CD4BC8C6-271E-7CF6-18D5-BBD4EE55D753}"/>
                  </a:ext>
                </a:extLst>
              </p:cNvPr>
              <p:cNvSpPr/>
              <p:nvPr/>
            </p:nvSpPr>
            <p:spPr>
              <a:xfrm>
                <a:off x="3286697" y="4522939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8678;p52">
                <a:extLst>
                  <a:ext uri="{FF2B5EF4-FFF2-40B4-BE49-F238E27FC236}">
                    <a16:creationId xmlns:a16="http://schemas.microsoft.com/office/drawing/2014/main" id="{D04F4B14-E295-EB95-F72E-9D85CDE84066}"/>
                  </a:ext>
                </a:extLst>
              </p:cNvPr>
              <p:cNvSpPr/>
              <p:nvPr/>
            </p:nvSpPr>
            <p:spPr>
              <a:xfrm>
                <a:off x="328616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8679;p52">
                <a:extLst>
                  <a:ext uri="{FF2B5EF4-FFF2-40B4-BE49-F238E27FC236}">
                    <a16:creationId xmlns:a16="http://schemas.microsoft.com/office/drawing/2014/main" id="{E8EFFA4A-B794-0E63-5731-35E2BCB4CEA9}"/>
                  </a:ext>
                </a:extLst>
              </p:cNvPr>
              <p:cNvSpPr/>
              <p:nvPr/>
            </p:nvSpPr>
            <p:spPr>
              <a:xfrm>
                <a:off x="3286697" y="4415503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8680;p52">
                <a:extLst>
                  <a:ext uri="{FF2B5EF4-FFF2-40B4-BE49-F238E27FC236}">
                    <a16:creationId xmlns:a16="http://schemas.microsoft.com/office/drawing/2014/main" id="{1798A425-CCA1-739E-BE78-5EBD253AB050}"/>
                  </a:ext>
                </a:extLst>
              </p:cNvPr>
              <p:cNvSpPr/>
              <p:nvPr/>
            </p:nvSpPr>
            <p:spPr>
              <a:xfrm>
                <a:off x="328616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8681;p52">
                <a:extLst>
                  <a:ext uri="{FF2B5EF4-FFF2-40B4-BE49-F238E27FC236}">
                    <a16:creationId xmlns:a16="http://schemas.microsoft.com/office/drawing/2014/main" id="{4A557A8F-79A4-B167-B9F8-950EB27C3EA7}"/>
                  </a:ext>
                </a:extLst>
              </p:cNvPr>
              <p:cNvSpPr/>
              <p:nvPr/>
            </p:nvSpPr>
            <p:spPr>
              <a:xfrm>
                <a:off x="3286697" y="4200599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8682;p52">
                <a:extLst>
                  <a:ext uri="{FF2B5EF4-FFF2-40B4-BE49-F238E27FC236}">
                    <a16:creationId xmlns:a16="http://schemas.microsoft.com/office/drawing/2014/main" id="{4CBE4789-6CE6-8B65-1B26-5BAB5DE6649D}"/>
                  </a:ext>
                </a:extLst>
              </p:cNvPr>
              <p:cNvSpPr/>
              <p:nvPr/>
            </p:nvSpPr>
            <p:spPr>
              <a:xfrm>
                <a:off x="3286697" y="4146927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8683;p52">
                <a:extLst>
                  <a:ext uri="{FF2B5EF4-FFF2-40B4-BE49-F238E27FC236}">
                    <a16:creationId xmlns:a16="http://schemas.microsoft.com/office/drawing/2014/main" id="{61ADDEE7-A4F8-C042-188B-D0085BE2C2C3}"/>
                  </a:ext>
                </a:extLst>
              </p:cNvPr>
              <p:cNvSpPr/>
              <p:nvPr/>
            </p:nvSpPr>
            <p:spPr>
              <a:xfrm>
                <a:off x="3286168" y="3824042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8684;p52">
                <a:extLst>
                  <a:ext uri="{FF2B5EF4-FFF2-40B4-BE49-F238E27FC236}">
                    <a16:creationId xmlns:a16="http://schemas.microsoft.com/office/drawing/2014/main" id="{61A0F423-E6F7-6C29-4CDE-983B67A14D72}"/>
                  </a:ext>
                </a:extLst>
              </p:cNvPr>
              <p:cNvSpPr/>
              <p:nvPr/>
            </p:nvSpPr>
            <p:spPr>
              <a:xfrm>
                <a:off x="3286697" y="3824571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8685;p52">
                <a:extLst>
                  <a:ext uri="{FF2B5EF4-FFF2-40B4-BE49-F238E27FC236}">
                    <a16:creationId xmlns:a16="http://schemas.microsoft.com/office/drawing/2014/main" id="{3950D2DC-C4EB-DB48-4F50-EA179FEC4D93}"/>
                  </a:ext>
                </a:extLst>
              </p:cNvPr>
              <p:cNvSpPr/>
              <p:nvPr/>
            </p:nvSpPr>
            <p:spPr>
              <a:xfrm>
                <a:off x="3286168" y="3770277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8686;p52">
                <a:extLst>
                  <a:ext uri="{FF2B5EF4-FFF2-40B4-BE49-F238E27FC236}">
                    <a16:creationId xmlns:a16="http://schemas.microsoft.com/office/drawing/2014/main" id="{A8E1E65A-7719-E17E-B335-895E1DB27C99}"/>
                  </a:ext>
                </a:extLst>
              </p:cNvPr>
              <p:cNvSpPr/>
              <p:nvPr/>
            </p:nvSpPr>
            <p:spPr>
              <a:xfrm>
                <a:off x="3286697" y="3770838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8687;p52">
                <a:extLst>
                  <a:ext uri="{FF2B5EF4-FFF2-40B4-BE49-F238E27FC236}">
                    <a16:creationId xmlns:a16="http://schemas.microsoft.com/office/drawing/2014/main" id="{F1C9E65D-819F-9124-16C0-2240341F8063}"/>
                  </a:ext>
                </a:extLst>
              </p:cNvPr>
              <p:cNvSpPr/>
              <p:nvPr/>
            </p:nvSpPr>
            <p:spPr>
              <a:xfrm>
                <a:off x="323249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8688;p52">
                <a:extLst>
                  <a:ext uri="{FF2B5EF4-FFF2-40B4-BE49-F238E27FC236}">
                    <a16:creationId xmlns:a16="http://schemas.microsoft.com/office/drawing/2014/main" id="{749491E8-977C-3854-5621-7AE18B7FF226}"/>
                  </a:ext>
                </a:extLst>
              </p:cNvPr>
              <p:cNvSpPr/>
              <p:nvPr/>
            </p:nvSpPr>
            <p:spPr>
              <a:xfrm>
                <a:off x="3233026" y="4522939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8689;p52">
                <a:extLst>
                  <a:ext uri="{FF2B5EF4-FFF2-40B4-BE49-F238E27FC236}">
                    <a16:creationId xmlns:a16="http://schemas.microsoft.com/office/drawing/2014/main" id="{EC64090E-8AC7-DDBF-DD17-EBD238A2F2D1}"/>
                  </a:ext>
                </a:extLst>
              </p:cNvPr>
              <p:cNvSpPr/>
              <p:nvPr/>
            </p:nvSpPr>
            <p:spPr>
              <a:xfrm>
                <a:off x="323249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8690;p52">
                <a:extLst>
                  <a:ext uri="{FF2B5EF4-FFF2-40B4-BE49-F238E27FC236}">
                    <a16:creationId xmlns:a16="http://schemas.microsoft.com/office/drawing/2014/main" id="{75B82454-DBEE-4D9E-7523-8398AC9BB339}"/>
                  </a:ext>
                </a:extLst>
              </p:cNvPr>
              <p:cNvSpPr/>
              <p:nvPr/>
            </p:nvSpPr>
            <p:spPr>
              <a:xfrm>
                <a:off x="3233026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8691;p52">
                <a:extLst>
                  <a:ext uri="{FF2B5EF4-FFF2-40B4-BE49-F238E27FC236}">
                    <a16:creationId xmlns:a16="http://schemas.microsoft.com/office/drawing/2014/main" id="{0DABF066-7A4E-3D6B-82D2-829B4E7AB0ED}"/>
                  </a:ext>
                </a:extLst>
              </p:cNvPr>
              <p:cNvSpPr/>
              <p:nvPr/>
            </p:nvSpPr>
            <p:spPr>
              <a:xfrm>
                <a:off x="323249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8692;p52">
                <a:extLst>
                  <a:ext uri="{FF2B5EF4-FFF2-40B4-BE49-F238E27FC236}">
                    <a16:creationId xmlns:a16="http://schemas.microsoft.com/office/drawing/2014/main" id="{324FF171-FA75-4CFD-3A32-B03BF008B625}"/>
                  </a:ext>
                </a:extLst>
              </p:cNvPr>
              <p:cNvSpPr/>
              <p:nvPr/>
            </p:nvSpPr>
            <p:spPr>
              <a:xfrm>
                <a:off x="3233026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8693;p52">
                <a:extLst>
                  <a:ext uri="{FF2B5EF4-FFF2-40B4-BE49-F238E27FC236}">
                    <a16:creationId xmlns:a16="http://schemas.microsoft.com/office/drawing/2014/main" id="{6C3E1A92-427A-B249-A82B-4068F1B295AD}"/>
                  </a:ext>
                </a:extLst>
              </p:cNvPr>
              <p:cNvSpPr/>
              <p:nvPr/>
            </p:nvSpPr>
            <p:spPr>
              <a:xfrm>
                <a:off x="3232496" y="409263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8694;p52">
                <a:extLst>
                  <a:ext uri="{FF2B5EF4-FFF2-40B4-BE49-F238E27FC236}">
                    <a16:creationId xmlns:a16="http://schemas.microsoft.com/office/drawing/2014/main" id="{057FD1F8-09EA-CB3B-151F-379C978C7B27}"/>
                  </a:ext>
                </a:extLst>
              </p:cNvPr>
              <p:cNvSpPr/>
              <p:nvPr/>
            </p:nvSpPr>
            <p:spPr>
              <a:xfrm>
                <a:off x="3233026" y="4093178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8695;p52">
                <a:extLst>
                  <a:ext uri="{FF2B5EF4-FFF2-40B4-BE49-F238E27FC236}">
                    <a16:creationId xmlns:a16="http://schemas.microsoft.com/office/drawing/2014/main" id="{7135C076-B2E8-151D-8612-B0249D4E461E}"/>
                  </a:ext>
                </a:extLst>
              </p:cNvPr>
              <p:cNvSpPr/>
              <p:nvPr/>
            </p:nvSpPr>
            <p:spPr>
              <a:xfrm>
                <a:off x="3233026" y="387830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8696;p52">
                <a:extLst>
                  <a:ext uri="{FF2B5EF4-FFF2-40B4-BE49-F238E27FC236}">
                    <a16:creationId xmlns:a16="http://schemas.microsoft.com/office/drawing/2014/main" id="{BB13EEF5-0311-0CB3-9AE2-31BE26FBC93F}"/>
                  </a:ext>
                </a:extLst>
              </p:cNvPr>
              <p:cNvSpPr/>
              <p:nvPr/>
            </p:nvSpPr>
            <p:spPr>
              <a:xfrm>
                <a:off x="3233026" y="371713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8697;p52">
                <a:extLst>
                  <a:ext uri="{FF2B5EF4-FFF2-40B4-BE49-F238E27FC236}">
                    <a16:creationId xmlns:a16="http://schemas.microsoft.com/office/drawing/2014/main" id="{0CF88835-C8A0-3E7A-535C-35F7DB628B36}"/>
                  </a:ext>
                </a:extLst>
              </p:cNvPr>
              <p:cNvSpPr/>
              <p:nvPr/>
            </p:nvSpPr>
            <p:spPr>
              <a:xfrm>
                <a:off x="317873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8698;p52">
                <a:extLst>
                  <a:ext uri="{FF2B5EF4-FFF2-40B4-BE49-F238E27FC236}">
                    <a16:creationId xmlns:a16="http://schemas.microsoft.com/office/drawing/2014/main" id="{1976D238-1D8B-BE5D-B4EE-2C8C066FBD9E}"/>
                  </a:ext>
                </a:extLst>
              </p:cNvPr>
              <p:cNvSpPr/>
              <p:nvPr/>
            </p:nvSpPr>
            <p:spPr>
              <a:xfrm>
                <a:off x="317929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8699;p52">
                <a:extLst>
                  <a:ext uri="{FF2B5EF4-FFF2-40B4-BE49-F238E27FC236}">
                    <a16:creationId xmlns:a16="http://schemas.microsoft.com/office/drawing/2014/main" id="{75CA6A85-40EB-9873-1F5B-976699B1F91A}"/>
                  </a:ext>
                </a:extLst>
              </p:cNvPr>
              <p:cNvSpPr/>
              <p:nvPr/>
            </p:nvSpPr>
            <p:spPr>
              <a:xfrm>
                <a:off x="317873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8700;p52">
                <a:extLst>
                  <a:ext uri="{FF2B5EF4-FFF2-40B4-BE49-F238E27FC236}">
                    <a16:creationId xmlns:a16="http://schemas.microsoft.com/office/drawing/2014/main" id="{33CBC35F-4325-23EA-B8B5-B71325C25CAB}"/>
                  </a:ext>
                </a:extLst>
              </p:cNvPr>
              <p:cNvSpPr/>
              <p:nvPr/>
            </p:nvSpPr>
            <p:spPr>
              <a:xfrm>
                <a:off x="317929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8701;p52">
                <a:extLst>
                  <a:ext uri="{FF2B5EF4-FFF2-40B4-BE49-F238E27FC236}">
                    <a16:creationId xmlns:a16="http://schemas.microsoft.com/office/drawing/2014/main" id="{4560278D-9D6A-6868-6E02-B09A8D58ED6B}"/>
                  </a:ext>
                </a:extLst>
              </p:cNvPr>
              <p:cNvSpPr/>
              <p:nvPr/>
            </p:nvSpPr>
            <p:spPr>
              <a:xfrm>
                <a:off x="317873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8702;p52">
                <a:extLst>
                  <a:ext uri="{FF2B5EF4-FFF2-40B4-BE49-F238E27FC236}">
                    <a16:creationId xmlns:a16="http://schemas.microsoft.com/office/drawing/2014/main" id="{B75E8C26-5D73-9629-AA8F-9A778EA0BF1E}"/>
                  </a:ext>
                </a:extLst>
              </p:cNvPr>
              <p:cNvSpPr/>
              <p:nvPr/>
            </p:nvSpPr>
            <p:spPr>
              <a:xfrm>
                <a:off x="317929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8703;p52">
                <a:extLst>
                  <a:ext uri="{FF2B5EF4-FFF2-40B4-BE49-F238E27FC236}">
                    <a16:creationId xmlns:a16="http://schemas.microsoft.com/office/drawing/2014/main" id="{CA67C792-5DCC-EB80-10E7-3329C890C8EA}"/>
                  </a:ext>
                </a:extLst>
              </p:cNvPr>
              <p:cNvSpPr/>
              <p:nvPr/>
            </p:nvSpPr>
            <p:spPr>
              <a:xfrm>
                <a:off x="3178731" y="409263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8704;p52">
                <a:extLst>
                  <a:ext uri="{FF2B5EF4-FFF2-40B4-BE49-F238E27FC236}">
                    <a16:creationId xmlns:a16="http://schemas.microsoft.com/office/drawing/2014/main" id="{A59485A5-46D2-09DA-8F84-18A36724BF41}"/>
                  </a:ext>
                </a:extLst>
              </p:cNvPr>
              <p:cNvSpPr/>
              <p:nvPr/>
            </p:nvSpPr>
            <p:spPr>
              <a:xfrm>
                <a:off x="3179292" y="4093178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8705;p52">
                <a:extLst>
                  <a:ext uri="{FF2B5EF4-FFF2-40B4-BE49-F238E27FC236}">
                    <a16:creationId xmlns:a16="http://schemas.microsoft.com/office/drawing/2014/main" id="{CBFC5C24-8D2D-6BA9-7E83-B28A561CED74}"/>
                  </a:ext>
                </a:extLst>
              </p:cNvPr>
              <p:cNvSpPr/>
              <p:nvPr/>
            </p:nvSpPr>
            <p:spPr>
              <a:xfrm>
                <a:off x="3178731" y="4038946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8706;p52">
                <a:extLst>
                  <a:ext uri="{FF2B5EF4-FFF2-40B4-BE49-F238E27FC236}">
                    <a16:creationId xmlns:a16="http://schemas.microsoft.com/office/drawing/2014/main" id="{6A0B0891-61F9-EFEB-05CF-63F6E51E5338}"/>
                  </a:ext>
                </a:extLst>
              </p:cNvPr>
              <p:cNvSpPr/>
              <p:nvPr/>
            </p:nvSpPr>
            <p:spPr>
              <a:xfrm>
                <a:off x="3179292" y="4039491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8707;p52">
                <a:extLst>
                  <a:ext uri="{FF2B5EF4-FFF2-40B4-BE49-F238E27FC236}">
                    <a16:creationId xmlns:a16="http://schemas.microsoft.com/office/drawing/2014/main" id="{E00D9831-0732-410B-27A9-6A803BF16725}"/>
                  </a:ext>
                </a:extLst>
              </p:cNvPr>
              <p:cNvSpPr/>
              <p:nvPr/>
            </p:nvSpPr>
            <p:spPr>
              <a:xfrm>
                <a:off x="3178731" y="3985196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8708;p52">
                <a:extLst>
                  <a:ext uri="{FF2B5EF4-FFF2-40B4-BE49-F238E27FC236}">
                    <a16:creationId xmlns:a16="http://schemas.microsoft.com/office/drawing/2014/main" id="{8ABE784C-FC8F-64F0-191F-10C8788011BA}"/>
                  </a:ext>
                </a:extLst>
              </p:cNvPr>
              <p:cNvSpPr/>
              <p:nvPr/>
            </p:nvSpPr>
            <p:spPr>
              <a:xfrm>
                <a:off x="3179292" y="3985742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8709;p52">
                <a:extLst>
                  <a:ext uri="{FF2B5EF4-FFF2-40B4-BE49-F238E27FC236}">
                    <a16:creationId xmlns:a16="http://schemas.microsoft.com/office/drawing/2014/main" id="{0198A57F-2F62-ABE8-CBF7-E7490A7ADB89}"/>
                  </a:ext>
                </a:extLst>
              </p:cNvPr>
              <p:cNvSpPr/>
              <p:nvPr/>
            </p:nvSpPr>
            <p:spPr>
              <a:xfrm>
                <a:off x="3178731" y="3931463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8710;p52">
                <a:extLst>
                  <a:ext uri="{FF2B5EF4-FFF2-40B4-BE49-F238E27FC236}">
                    <a16:creationId xmlns:a16="http://schemas.microsoft.com/office/drawing/2014/main" id="{4B67755D-CC36-E43E-F64B-99AAE3026FE0}"/>
                  </a:ext>
                </a:extLst>
              </p:cNvPr>
              <p:cNvSpPr/>
              <p:nvPr/>
            </p:nvSpPr>
            <p:spPr>
              <a:xfrm>
                <a:off x="3179292" y="3932008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8711;p52">
                <a:extLst>
                  <a:ext uri="{FF2B5EF4-FFF2-40B4-BE49-F238E27FC236}">
                    <a16:creationId xmlns:a16="http://schemas.microsoft.com/office/drawing/2014/main" id="{54BA0A86-2CB8-DE3E-56F2-F666C8961518}"/>
                  </a:ext>
                </a:extLst>
              </p:cNvPr>
              <p:cNvSpPr/>
              <p:nvPr/>
            </p:nvSpPr>
            <p:spPr>
              <a:xfrm>
                <a:off x="3179292" y="3717135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8712;p52">
                <a:extLst>
                  <a:ext uri="{FF2B5EF4-FFF2-40B4-BE49-F238E27FC236}">
                    <a16:creationId xmlns:a16="http://schemas.microsoft.com/office/drawing/2014/main" id="{1EA00D81-B1D4-B3FF-E1B4-A569666ADFC7}"/>
                  </a:ext>
                </a:extLst>
              </p:cNvPr>
              <p:cNvSpPr/>
              <p:nvPr/>
            </p:nvSpPr>
            <p:spPr>
              <a:xfrm>
                <a:off x="312499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8713;p52">
                <a:extLst>
                  <a:ext uri="{FF2B5EF4-FFF2-40B4-BE49-F238E27FC236}">
                    <a16:creationId xmlns:a16="http://schemas.microsoft.com/office/drawing/2014/main" id="{C5FE6AC0-E9EA-D4DA-A984-661C685BD7D7}"/>
                  </a:ext>
                </a:extLst>
              </p:cNvPr>
              <p:cNvSpPr/>
              <p:nvPr/>
            </p:nvSpPr>
            <p:spPr>
              <a:xfrm>
                <a:off x="312554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8714;p52">
                <a:extLst>
                  <a:ext uri="{FF2B5EF4-FFF2-40B4-BE49-F238E27FC236}">
                    <a16:creationId xmlns:a16="http://schemas.microsoft.com/office/drawing/2014/main" id="{D7B7E605-AF13-3220-E45B-D3466EB111E7}"/>
                  </a:ext>
                </a:extLst>
              </p:cNvPr>
              <p:cNvSpPr/>
              <p:nvPr/>
            </p:nvSpPr>
            <p:spPr>
              <a:xfrm>
                <a:off x="312499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8715;p52">
                <a:extLst>
                  <a:ext uri="{FF2B5EF4-FFF2-40B4-BE49-F238E27FC236}">
                    <a16:creationId xmlns:a16="http://schemas.microsoft.com/office/drawing/2014/main" id="{B3D2F2A5-E13E-E8BA-A7BA-183F7B0C4548}"/>
                  </a:ext>
                </a:extLst>
              </p:cNvPr>
              <p:cNvSpPr/>
              <p:nvPr/>
            </p:nvSpPr>
            <p:spPr>
              <a:xfrm>
                <a:off x="312554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8716;p52">
                <a:extLst>
                  <a:ext uri="{FF2B5EF4-FFF2-40B4-BE49-F238E27FC236}">
                    <a16:creationId xmlns:a16="http://schemas.microsoft.com/office/drawing/2014/main" id="{5FB7A9B9-D581-7285-B00C-8CCD3F82D6B3}"/>
                  </a:ext>
                </a:extLst>
              </p:cNvPr>
              <p:cNvSpPr/>
              <p:nvPr/>
            </p:nvSpPr>
            <p:spPr>
              <a:xfrm>
                <a:off x="312499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8717;p52">
                <a:extLst>
                  <a:ext uri="{FF2B5EF4-FFF2-40B4-BE49-F238E27FC236}">
                    <a16:creationId xmlns:a16="http://schemas.microsoft.com/office/drawing/2014/main" id="{D04D4FC6-F8F3-8670-BDFC-82D0FF6F5B1B}"/>
                  </a:ext>
                </a:extLst>
              </p:cNvPr>
              <p:cNvSpPr/>
              <p:nvPr/>
            </p:nvSpPr>
            <p:spPr>
              <a:xfrm>
                <a:off x="312554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8718;p52">
                <a:extLst>
                  <a:ext uri="{FF2B5EF4-FFF2-40B4-BE49-F238E27FC236}">
                    <a16:creationId xmlns:a16="http://schemas.microsoft.com/office/drawing/2014/main" id="{953F4DE3-997C-750A-571C-5FAE701F0C6D}"/>
                  </a:ext>
                </a:extLst>
              </p:cNvPr>
              <p:cNvSpPr/>
              <p:nvPr/>
            </p:nvSpPr>
            <p:spPr>
              <a:xfrm>
                <a:off x="3124998" y="409263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8719;p52">
                <a:extLst>
                  <a:ext uri="{FF2B5EF4-FFF2-40B4-BE49-F238E27FC236}">
                    <a16:creationId xmlns:a16="http://schemas.microsoft.com/office/drawing/2014/main" id="{65DB47A8-8BCF-B07D-C255-4457B133C0F7}"/>
                  </a:ext>
                </a:extLst>
              </p:cNvPr>
              <p:cNvSpPr/>
              <p:nvPr/>
            </p:nvSpPr>
            <p:spPr>
              <a:xfrm>
                <a:off x="3125543" y="4093178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8720;p52">
                <a:extLst>
                  <a:ext uri="{FF2B5EF4-FFF2-40B4-BE49-F238E27FC236}">
                    <a16:creationId xmlns:a16="http://schemas.microsoft.com/office/drawing/2014/main" id="{05031B55-60DD-9FE7-C008-D825769F234B}"/>
                  </a:ext>
                </a:extLst>
              </p:cNvPr>
              <p:cNvSpPr/>
              <p:nvPr/>
            </p:nvSpPr>
            <p:spPr>
              <a:xfrm>
                <a:off x="3125543" y="387830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8721;p52">
                <a:extLst>
                  <a:ext uri="{FF2B5EF4-FFF2-40B4-BE49-F238E27FC236}">
                    <a16:creationId xmlns:a16="http://schemas.microsoft.com/office/drawing/2014/main" id="{8EDB1B77-AB0A-DA2B-7136-B21F5B2E8C75}"/>
                  </a:ext>
                </a:extLst>
              </p:cNvPr>
              <p:cNvSpPr/>
              <p:nvPr/>
            </p:nvSpPr>
            <p:spPr>
              <a:xfrm>
                <a:off x="3125543" y="371713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8722;p52">
                <a:extLst>
                  <a:ext uri="{FF2B5EF4-FFF2-40B4-BE49-F238E27FC236}">
                    <a16:creationId xmlns:a16="http://schemas.microsoft.com/office/drawing/2014/main" id="{38BED8E8-CE1E-216B-F16D-D96425B00A62}"/>
                  </a:ext>
                </a:extLst>
              </p:cNvPr>
              <p:cNvSpPr/>
              <p:nvPr/>
            </p:nvSpPr>
            <p:spPr>
              <a:xfrm>
                <a:off x="3071311" y="4522425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8" y="3519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8723;p52">
                <a:extLst>
                  <a:ext uri="{FF2B5EF4-FFF2-40B4-BE49-F238E27FC236}">
                    <a16:creationId xmlns:a16="http://schemas.microsoft.com/office/drawing/2014/main" id="{199FD4CE-31F9-A4CE-9ADC-93124D8D3C6D}"/>
                  </a:ext>
                </a:extLst>
              </p:cNvPr>
              <p:cNvSpPr/>
              <p:nvPr/>
            </p:nvSpPr>
            <p:spPr>
              <a:xfrm>
                <a:off x="3071856" y="4522939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8724;p52">
                <a:extLst>
                  <a:ext uri="{FF2B5EF4-FFF2-40B4-BE49-F238E27FC236}">
                    <a16:creationId xmlns:a16="http://schemas.microsoft.com/office/drawing/2014/main" id="{3E5F18CD-5BCC-50D1-D264-201DBC12467B}"/>
                  </a:ext>
                </a:extLst>
              </p:cNvPr>
              <p:cNvSpPr/>
              <p:nvPr/>
            </p:nvSpPr>
            <p:spPr>
              <a:xfrm>
                <a:off x="307131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8725;p52">
                <a:extLst>
                  <a:ext uri="{FF2B5EF4-FFF2-40B4-BE49-F238E27FC236}">
                    <a16:creationId xmlns:a16="http://schemas.microsoft.com/office/drawing/2014/main" id="{18EAD497-0011-D5F3-2FCF-1236E173FE2E}"/>
                  </a:ext>
                </a:extLst>
              </p:cNvPr>
              <p:cNvSpPr/>
              <p:nvPr/>
            </p:nvSpPr>
            <p:spPr>
              <a:xfrm>
                <a:off x="3071856" y="4415503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8726;p52">
                <a:extLst>
                  <a:ext uri="{FF2B5EF4-FFF2-40B4-BE49-F238E27FC236}">
                    <a16:creationId xmlns:a16="http://schemas.microsoft.com/office/drawing/2014/main" id="{DC80D6D0-599D-DDD8-594B-81647EA89011}"/>
                  </a:ext>
                </a:extLst>
              </p:cNvPr>
              <p:cNvSpPr/>
              <p:nvPr/>
            </p:nvSpPr>
            <p:spPr>
              <a:xfrm>
                <a:off x="307131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8727;p52">
                <a:extLst>
                  <a:ext uri="{FF2B5EF4-FFF2-40B4-BE49-F238E27FC236}">
                    <a16:creationId xmlns:a16="http://schemas.microsoft.com/office/drawing/2014/main" id="{FA71FC16-608F-5905-2ABA-31CA75CB68BB}"/>
                  </a:ext>
                </a:extLst>
              </p:cNvPr>
              <p:cNvSpPr/>
              <p:nvPr/>
            </p:nvSpPr>
            <p:spPr>
              <a:xfrm>
                <a:off x="3071856" y="420059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8728;p52">
                <a:extLst>
                  <a:ext uri="{FF2B5EF4-FFF2-40B4-BE49-F238E27FC236}">
                    <a16:creationId xmlns:a16="http://schemas.microsoft.com/office/drawing/2014/main" id="{DBCECDF6-53DE-A2A1-BDBE-E4287A423072}"/>
                  </a:ext>
                </a:extLst>
              </p:cNvPr>
              <p:cNvSpPr/>
              <p:nvPr/>
            </p:nvSpPr>
            <p:spPr>
              <a:xfrm>
                <a:off x="3071856" y="4146927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8729;p52">
                <a:extLst>
                  <a:ext uri="{FF2B5EF4-FFF2-40B4-BE49-F238E27FC236}">
                    <a16:creationId xmlns:a16="http://schemas.microsoft.com/office/drawing/2014/main" id="{23D148AF-C85B-33AC-71C9-73A13260ACE8}"/>
                  </a:ext>
                </a:extLst>
              </p:cNvPr>
              <p:cNvSpPr/>
              <p:nvPr/>
            </p:nvSpPr>
            <p:spPr>
              <a:xfrm>
                <a:off x="3071311" y="3824042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8730;p52">
                <a:extLst>
                  <a:ext uri="{FF2B5EF4-FFF2-40B4-BE49-F238E27FC236}">
                    <a16:creationId xmlns:a16="http://schemas.microsoft.com/office/drawing/2014/main" id="{DBDA56B0-531F-69FC-096E-0F70BB319E86}"/>
                  </a:ext>
                </a:extLst>
              </p:cNvPr>
              <p:cNvSpPr/>
              <p:nvPr/>
            </p:nvSpPr>
            <p:spPr>
              <a:xfrm>
                <a:off x="3071856" y="3824571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8731;p52">
                <a:extLst>
                  <a:ext uri="{FF2B5EF4-FFF2-40B4-BE49-F238E27FC236}">
                    <a16:creationId xmlns:a16="http://schemas.microsoft.com/office/drawing/2014/main" id="{1229B3B3-FCB3-8905-057A-FD39CACB0ABF}"/>
                  </a:ext>
                </a:extLst>
              </p:cNvPr>
              <p:cNvSpPr/>
              <p:nvPr/>
            </p:nvSpPr>
            <p:spPr>
              <a:xfrm>
                <a:off x="3071311" y="3770277"/>
                <a:ext cx="54793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18" y="3522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8732;p52">
                <a:extLst>
                  <a:ext uri="{FF2B5EF4-FFF2-40B4-BE49-F238E27FC236}">
                    <a16:creationId xmlns:a16="http://schemas.microsoft.com/office/drawing/2014/main" id="{2D9A25F1-B40D-EDD6-B793-CB33F665A5C5}"/>
                  </a:ext>
                </a:extLst>
              </p:cNvPr>
              <p:cNvSpPr/>
              <p:nvPr/>
            </p:nvSpPr>
            <p:spPr>
              <a:xfrm>
                <a:off x="3071856" y="3770838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8733;p52">
                <a:extLst>
                  <a:ext uri="{FF2B5EF4-FFF2-40B4-BE49-F238E27FC236}">
                    <a16:creationId xmlns:a16="http://schemas.microsoft.com/office/drawing/2014/main" id="{F95D8A75-B3FF-BC7A-B3DC-FFDFB409B4F1}"/>
                  </a:ext>
                </a:extLst>
              </p:cNvPr>
              <p:cNvSpPr/>
              <p:nvPr/>
            </p:nvSpPr>
            <p:spPr>
              <a:xfrm>
                <a:off x="301756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8734;p52">
                <a:extLst>
                  <a:ext uri="{FF2B5EF4-FFF2-40B4-BE49-F238E27FC236}">
                    <a16:creationId xmlns:a16="http://schemas.microsoft.com/office/drawing/2014/main" id="{1FDDDF45-E95A-86E5-6EC1-E61143F1B8CB}"/>
                  </a:ext>
                </a:extLst>
              </p:cNvPr>
              <p:cNvSpPr/>
              <p:nvPr/>
            </p:nvSpPr>
            <p:spPr>
              <a:xfrm>
                <a:off x="301812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8735;p52">
                <a:extLst>
                  <a:ext uri="{FF2B5EF4-FFF2-40B4-BE49-F238E27FC236}">
                    <a16:creationId xmlns:a16="http://schemas.microsoft.com/office/drawing/2014/main" id="{0225BDD6-32B8-CD79-1A4F-18CBD6223437}"/>
                  </a:ext>
                </a:extLst>
              </p:cNvPr>
              <p:cNvSpPr/>
              <p:nvPr/>
            </p:nvSpPr>
            <p:spPr>
              <a:xfrm>
                <a:off x="301756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8736;p52">
                <a:extLst>
                  <a:ext uri="{FF2B5EF4-FFF2-40B4-BE49-F238E27FC236}">
                    <a16:creationId xmlns:a16="http://schemas.microsoft.com/office/drawing/2014/main" id="{F8EE75E0-5C02-9866-64C6-F3BF401E7F05}"/>
                  </a:ext>
                </a:extLst>
              </p:cNvPr>
              <p:cNvSpPr/>
              <p:nvPr/>
            </p:nvSpPr>
            <p:spPr>
              <a:xfrm>
                <a:off x="301812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8737;p52">
                <a:extLst>
                  <a:ext uri="{FF2B5EF4-FFF2-40B4-BE49-F238E27FC236}">
                    <a16:creationId xmlns:a16="http://schemas.microsoft.com/office/drawing/2014/main" id="{93512CDB-5FDB-BE17-E652-DB3C50434CBB}"/>
                  </a:ext>
                </a:extLst>
              </p:cNvPr>
              <p:cNvSpPr/>
              <p:nvPr/>
            </p:nvSpPr>
            <p:spPr>
              <a:xfrm>
                <a:off x="301756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8738;p52">
                <a:extLst>
                  <a:ext uri="{FF2B5EF4-FFF2-40B4-BE49-F238E27FC236}">
                    <a16:creationId xmlns:a16="http://schemas.microsoft.com/office/drawing/2014/main" id="{2A60A2B1-87BE-F6C6-A347-8E36B6341286}"/>
                  </a:ext>
                </a:extLst>
              </p:cNvPr>
              <p:cNvSpPr/>
              <p:nvPr/>
            </p:nvSpPr>
            <p:spPr>
              <a:xfrm>
                <a:off x="301812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8739;p52">
                <a:extLst>
                  <a:ext uri="{FF2B5EF4-FFF2-40B4-BE49-F238E27FC236}">
                    <a16:creationId xmlns:a16="http://schemas.microsoft.com/office/drawing/2014/main" id="{A8698F7C-CEEE-61A5-DAEF-FA53FBB70E70}"/>
                  </a:ext>
                </a:extLst>
              </p:cNvPr>
              <p:cNvSpPr/>
              <p:nvPr/>
            </p:nvSpPr>
            <p:spPr>
              <a:xfrm>
                <a:off x="2963828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8740;p52">
                <a:extLst>
                  <a:ext uri="{FF2B5EF4-FFF2-40B4-BE49-F238E27FC236}">
                    <a16:creationId xmlns:a16="http://schemas.microsoft.com/office/drawing/2014/main" id="{5EEB0541-85CB-87B3-73ED-6D6E5C07532E}"/>
                  </a:ext>
                </a:extLst>
              </p:cNvPr>
              <p:cNvSpPr/>
              <p:nvPr/>
            </p:nvSpPr>
            <p:spPr>
              <a:xfrm>
                <a:off x="296437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8741;p52">
                <a:extLst>
                  <a:ext uri="{FF2B5EF4-FFF2-40B4-BE49-F238E27FC236}">
                    <a16:creationId xmlns:a16="http://schemas.microsoft.com/office/drawing/2014/main" id="{1076BA9B-DDEB-6A38-6AA1-4191329724F9}"/>
                  </a:ext>
                </a:extLst>
              </p:cNvPr>
              <p:cNvSpPr/>
              <p:nvPr/>
            </p:nvSpPr>
            <p:spPr>
              <a:xfrm>
                <a:off x="2963828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8742;p52">
                <a:extLst>
                  <a:ext uri="{FF2B5EF4-FFF2-40B4-BE49-F238E27FC236}">
                    <a16:creationId xmlns:a16="http://schemas.microsoft.com/office/drawing/2014/main" id="{CBA35968-C6A7-4070-EF13-86DF3C19B74D}"/>
                  </a:ext>
                </a:extLst>
              </p:cNvPr>
              <p:cNvSpPr/>
              <p:nvPr/>
            </p:nvSpPr>
            <p:spPr>
              <a:xfrm>
                <a:off x="296437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8743;p52">
                <a:extLst>
                  <a:ext uri="{FF2B5EF4-FFF2-40B4-BE49-F238E27FC236}">
                    <a16:creationId xmlns:a16="http://schemas.microsoft.com/office/drawing/2014/main" id="{7B62AA51-01C8-03ED-5684-B02BD6521CF8}"/>
                  </a:ext>
                </a:extLst>
              </p:cNvPr>
              <p:cNvSpPr/>
              <p:nvPr/>
            </p:nvSpPr>
            <p:spPr>
              <a:xfrm>
                <a:off x="2963828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8744;p52">
                <a:extLst>
                  <a:ext uri="{FF2B5EF4-FFF2-40B4-BE49-F238E27FC236}">
                    <a16:creationId xmlns:a16="http://schemas.microsoft.com/office/drawing/2014/main" id="{124060CB-F85B-50F8-4EE9-E29194302776}"/>
                  </a:ext>
                </a:extLst>
              </p:cNvPr>
              <p:cNvSpPr/>
              <p:nvPr/>
            </p:nvSpPr>
            <p:spPr>
              <a:xfrm>
                <a:off x="296437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8745;p52">
                <a:extLst>
                  <a:ext uri="{FF2B5EF4-FFF2-40B4-BE49-F238E27FC236}">
                    <a16:creationId xmlns:a16="http://schemas.microsoft.com/office/drawing/2014/main" id="{DB7F6600-5B71-CEBB-ADFB-EB63F72CFDBD}"/>
                  </a:ext>
                </a:extLst>
              </p:cNvPr>
              <p:cNvSpPr/>
              <p:nvPr/>
            </p:nvSpPr>
            <p:spPr>
              <a:xfrm>
                <a:off x="2910670" y="4469267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8746;p52">
                <a:extLst>
                  <a:ext uri="{FF2B5EF4-FFF2-40B4-BE49-F238E27FC236}">
                    <a16:creationId xmlns:a16="http://schemas.microsoft.com/office/drawing/2014/main" id="{6D67E639-63D6-7CC5-333B-6CAF63F2E567}"/>
                  </a:ext>
                </a:extLst>
              </p:cNvPr>
              <p:cNvSpPr/>
              <p:nvPr/>
            </p:nvSpPr>
            <p:spPr>
              <a:xfrm>
                <a:off x="291014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8747;p52">
                <a:extLst>
                  <a:ext uri="{FF2B5EF4-FFF2-40B4-BE49-F238E27FC236}">
                    <a16:creationId xmlns:a16="http://schemas.microsoft.com/office/drawing/2014/main" id="{061EAE41-36CC-464C-4D6F-65C4E7C2D85F}"/>
                  </a:ext>
                </a:extLst>
              </p:cNvPr>
              <p:cNvSpPr/>
              <p:nvPr/>
            </p:nvSpPr>
            <p:spPr>
              <a:xfrm>
                <a:off x="2910670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8748;p52">
                <a:extLst>
                  <a:ext uri="{FF2B5EF4-FFF2-40B4-BE49-F238E27FC236}">
                    <a16:creationId xmlns:a16="http://schemas.microsoft.com/office/drawing/2014/main" id="{E9B19201-B813-A2C8-8C50-5CC1D1CDD2F0}"/>
                  </a:ext>
                </a:extLst>
              </p:cNvPr>
              <p:cNvSpPr/>
              <p:nvPr/>
            </p:nvSpPr>
            <p:spPr>
              <a:xfrm>
                <a:off x="291014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8749;p52">
                <a:extLst>
                  <a:ext uri="{FF2B5EF4-FFF2-40B4-BE49-F238E27FC236}">
                    <a16:creationId xmlns:a16="http://schemas.microsoft.com/office/drawing/2014/main" id="{277192CF-F02D-5E3D-209B-4B70EF6662E5}"/>
                  </a:ext>
                </a:extLst>
              </p:cNvPr>
              <p:cNvSpPr/>
              <p:nvPr/>
            </p:nvSpPr>
            <p:spPr>
              <a:xfrm>
                <a:off x="2910670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8750;p52">
                <a:extLst>
                  <a:ext uri="{FF2B5EF4-FFF2-40B4-BE49-F238E27FC236}">
                    <a16:creationId xmlns:a16="http://schemas.microsoft.com/office/drawing/2014/main" id="{AAA198D3-2C0B-407A-9C9C-CF480B2A47D3}"/>
                  </a:ext>
                </a:extLst>
              </p:cNvPr>
              <p:cNvSpPr/>
              <p:nvPr/>
            </p:nvSpPr>
            <p:spPr>
              <a:xfrm>
                <a:off x="2856407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8751;p52">
                <a:extLst>
                  <a:ext uri="{FF2B5EF4-FFF2-40B4-BE49-F238E27FC236}">
                    <a16:creationId xmlns:a16="http://schemas.microsoft.com/office/drawing/2014/main" id="{D8592E7B-6419-5C17-C8AF-B7D282389127}"/>
                  </a:ext>
                </a:extLst>
              </p:cNvPr>
              <p:cNvSpPr/>
              <p:nvPr/>
            </p:nvSpPr>
            <p:spPr>
              <a:xfrm>
                <a:off x="2856936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8752;p52">
                <a:extLst>
                  <a:ext uri="{FF2B5EF4-FFF2-40B4-BE49-F238E27FC236}">
                    <a16:creationId xmlns:a16="http://schemas.microsoft.com/office/drawing/2014/main" id="{3BE35B73-9296-D5F9-5E6F-F78E4AC038C9}"/>
                  </a:ext>
                </a:extLst>
              </p:cNvPr>
              <p:cNvSpPr/>
              <p:nvPr/>
            </p:nvSpPr>
            <p:spPr>
              <a:xfrm>
                <a:off x="2856936" y="436176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8753;p52">
                <a:extLst>
                  <a:ext uri="{FF2B5EF4-FFF2-40B4-BE49-F238E27FC236}">
                    <a16:creationId xmlns:a16="http://schemas.microsoft.com/office/drawing/2014/main" id="{F1811407-902A-A86D-4EB6-CD81D258A76E}"/>
                  </a:ext>
                </a:extLst>
              </p:cNvPr>
              <p:cNvSpPr/>
              <p:nvPr/>
            </p:nvSpPr>
            <p:spPr>
              <a:xfrm>
                <a:off x="2856936" y="430809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8754;p52">
                <a:extLst>
                  <a:ext uri="{FF2B5EF4-FFF2-40B4-BE49-F238E27FC236}">
                    <a16:creationId xmlns:a16="http://schemas.microsoft.com/office/drawing/2014/main" id="{173EAE00-7B7B-C379-7266-5154C4434B83}"/>
                  </a:ext>
                </a:extLst>
              </p:cNvPr>
              <p:cNvSpPr/>
              <p:nvPr/>
            </p:nvSpPr>
            <p:spPr>
              <a:xfrm>
                <a:off x="2856936" y="4254332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8" name="Google Shape;7075;p50">
            <a:extLst>
              <a:ext uri="{FF2B5EF4-FFF2-40B4-BE49-F238E27FC236}">
                <a16:creationId xmlns:a16="http://schemas.microsoft.com/office/drawing/2014/main" id="{94270FA2-EB11-BCA9-1476-7EAA4079FE77}"/>
              </a:ext>
            </a:extLst>
          </p:cNvPr>
          <p:cNvGrpSpPr/>
          <p:nvPr/>
        </p:nvGrpSpPr>
        <p:grpSpPr>
          <a:xfrm>
            <a:off x="8507524" y="2153425"/>
            <a:ext cx="531850" cy="531850"/>
            <a:chOff x="3338375" y="2615825"/>
            <a:chExt cx="531850" cy="531850"/>
          </a:xfrm>
        </p:grpSpPr>
        <p:sp>
          <p:nvSpPr>
            <p:cNvPr id="5879" name="Google Shape;7076;p50">
              <a:extLst>
                <a:ext uri="{FF2B5EF4-FFF2-40B4-BE49-F238E27FC236}">
                  <a16:creationId xmlns:a16="http://schemas.microsoft.com/office/drawing/2014/main" id="{01C5E40B-A97B-2A9D-2595-DFD7B03AD821}"/>
                </a:ext>
              </a:extLst>
            </p:cNvPr>
            <p:cNvSpPr/>
            <p:nvPr/>
          </p:nvSpPr>
          <p:spPr>
            <a:xfrm>
              <a:off x="3338375" y="2615825"/>
              <a:ext cx="531850" cy="531850"/>
            </a:xfrm>
            <a:custGeom>
              <a:avLst/>
              <a:gdLst/>
              <a:ahLst/>
              <a:cxnLst/>
              <a:rect l="l" t="t" r="r" b="b"/>
              <a:pathLst>
                <a:path w="21274" h="21274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1389" y="11098"/>
                  </a:lnTo>
                  <a:lnTo>
                    <a:pt x="1389" y="12486"/>
                  </a:lnTo>
                  <a:lnTo>
                    <a:pt x="1389" y="21273"/>
                  </a:lnTo>
                  <a:lnTo>
                    <a:pt x="7863" y="21273"/>
                  </a:lnTo>
                  <a:lnTo>
                    <a:pt x="7863" y="12948"/>
                  </a:lnTo>
                  <a:lnTo>
                    <a:pt x="13412" y="12948"/>
                  </a:lnTo>
                  <a:lnTo>
                    <a:pt x="13412" y="21273"/>
                  </a:lnTo>
                  <a:lnTo>
                    <a:pt x="19887" y="21273"/>
                  </a:lnTo>
                  <a:lnTo>
                    <a:pt x="19887" y="12486"/>
                  </a:lnTo>
                  <a:lnTo>
                    <a:pt x="19887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1387"/>
                  </a:lnTo>
                  <a:lnTo>
                    <a:pt x="18499" y="925"/>
                  </a:lnTo>
                  <a:lnTo>
                    <a:pt x="18499" y="1"/>
                  </a:lnTo>
                  <a:lnTo>
                    <a:pt x="14337" y="1"/>
                  </a:lnTo>
                  <a:lnTo>
                    <a:pt x="14337" y="925"/>
                  </a:lnTo>
                  <a:lnTo>
                    <a:pt x="14337" y="1387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077;p50">
              <a:extLst>
                <a:ext uri="{FF2B5EF4-FFF2-40B4-BE49-F238E27FC236}">
                  <a16:creationId xmlns:a16="http://schemas.microsoft.com/office/drawing/2014/main" id="{9F49DF12-5DEF-E116-FEB2-B93E08CD31DC}"/>
                </a:ext>
              </a:extLst>
            </p:cNvPr>
            <p:cNvSpPr/>
            <p:nvPr/>
          </p:nvSpPr>
          <p:spPr>
            <a:xfrm>
              <a:off x="3696775" y="2615825"/>
              <a:ext cx="104075" cy="208100"/>
            </a:xfrm>
            <a:custGeom>
              <a:avLst/>
              <a:gdLst/>
              <a:ahLst/>
              <a:cxnLst/>
              <a:rect l="l" t="t" r="r" b="b"/>
              <a:pathLst>
                <a:path w="4163" h="8324" extrusionOk="0">
                  <a:moveTo>
                    <a:pt x="1" y="1"/>
                  </a:moveTo>
                  <a:lnTo>
                    <a:pt x="1" y="5549"/>
                  </a:lnTo>
                  <a:lnTo>
                    <a:pt x="1389" y="5549"/>
                  </a:lnTo>
                  <a:lnTo>
                    <a:pt x="1389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4163" y="8324"/>
                  </a:lnTo>
                  <a:lnTo>
                    <a:pt x="4163" y="5549"/>
                  </a:lnTo>
                  <a:lnTo>
                    <a:pt x="4163" y="2775"/>
                  </a:lnTo>
                  <a:lnTo>
                    <a:pt x="41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078;p50">
              <a:extLst>
                <a:ext uri="{FF2B5EF4-FFF2-40B4-BE49-F238E27FC236}">
                  <a16:creationId xmlns:a16="http://schemas.microsoft.com/office/drawing/2014/main" id="{13F49B3A-AFDC-6F72-C2DF-D88101240669}"/>
                </a:ext>
              </a:extLst>
            </p:cNvPr>
            <p:cNvSpPr/>
            <p:nvPr/>
          </p:nvSpPr>
          <p:spPr>
            <a:xfrm>
              <a:off x="3338375" y="2615825"/>
              <a:ext cx="531850" cy="277475"/>
            </a:xfrm>
            <a:custGeom>
              <a:avLst/>
              <a:gdLst/>
              <a:ahLst/>
              <a:cxnLst/>
              <a:rect l="l" t="t" r="r" b="b"/>
              <a:pathLst>
                <a:path w="21274" h="11099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4163" y="11098"/>
                  </a:lnTo>
                  <a:lnTo>
                    <a:pt x="4163" y="9712"/>
                  </a:lnTo>
                  <a:lnTo>
                    <a:pt x="5551" y="9712"/>
                  </a:lnTo>
                  <a:lnTo>
                    <a:pt x="5551" y="8324"/>
                  </a:lnTo>
                  <a:lnTo>
                    <a:pt x="6938" y="8324"/>
                  </a:lnTo>
                  <a:lnTo>
                    <a:pt x="6938" y="6937"/>
                  </a:lnTo>
                  <a:lnTo>
                    <a:pt x="8326" y="6937"/>
                  </a:lnTo>
                  <a:lnTo>
                    <a:pt x="8326" y="5549"/>
                  </a:lnTo>
                  <a:lnTo>
                    <a:pt x="9712" y="5549"/>
                  </a:lnTo>
                  <a:lnTo>
                    <a:pt x="9712" y="4161"/>
                  </a:lnTo>
                  <a:lnTo>
                    <a:pt x="11562" y="4161"/>
                  </a:lnTo>
                  <a:lnTo>
                    <a:pt x="11562" y="5549"/>
                  </a:lnTo>
                  <a:lnTo>
                    <a:pt x="12950" y="5549"/>
                  </a:lnTo>
                  <a:lnTo>
                    <a:pt x="12950" y="6937"/>
                  </a:lnTo>
                  <a:lnTo>
                    <a:pt x="14337" y="6937"/>
                  </a:lnTo>
                  <a:lnTo>
                    <a:pt x="14337" y="8324"/>
                  </a:lnTo>
                  <a:lnTo>
                    <a:pt x="15725" y="8324"/>
                  </a:lnTo>
                  <a:lnTo>
                    <a:pt x="15725" y="9712"/>
                  </a:lnTo>
                  <a:lnTo>
                    <a:pt x="17113" y="9712"/>
                  </a:lnTo>
                  <a:lnTo>
                    <a:pt x="17113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6937"/>
                  </a:lnTo>
                  <a:lnTo>
                    <a:pt x="17113" y="6937"/>
                  </a:lnTo>
                  <a:lnTo>
                    <a:pt x="17113" y="5549"/>
                  </a:lnTo>
                  <a:lnTo>
                    <a:pt x="15725" y="5549"/>
                  </a:lnTo>
                  <a:lnTo>
                    <a:pt x="15725" y="4161"/>
                  </a:lnTo>
                  <a:lnTo>
                    <a:pt x="14337" y="4161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079;p50">
              <a:extLst>
                <a:ext uri="{FF2B5EF4-FFF2-40B4-BE49-F238E27FC236}">
                  <a16:creationId xmlns:a16="http://schemas.microsoft.com/office/drawing/2014/main" id="{C3446192-78B9-093B-9B73-1F8ECD17CA7C}"/>
                </a:ext>
              </a:extLst>
            </p:cNvPr>
            <p:cNvSpPr/>
            <p:nvPr/>
          </p:nvSpPr>
          <p:spPr>
            <a:xfrm>
              <a:off x="3581175" y="2615825"/>
              <a:ext cx="46275" cy="34700"/>
            </a:xfrm>
            <a:custGeom>
              <a:avLst/>
              <a:gdLst/>
              <a:ahLst/>
              <a:cxnLst/>
              <a:rect l="l" t="t" r="r" b="b"/>
              <a:pathLst>
                <a:path w="1851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850" y="1387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080;p50">
              <a:extLst>
                <a:ext uri="{FF2B5EF4-FFF2-40B4-BE49-F238E27FC236}">
                  <a16:creationId xmlns:a16="http://schemas.microsoft.com/office/drawing/2014/main" id="{43BE45AD-DF00-0659-9D5D-77A773F41FB7}"/>
                </a:ext>
              </a:extLst>
            </p:cNvPr>
            <p:cNvSpPr/>
            <p:nvPr/>
          </p:nvSpPr>
          <p:spPr>
            <a:xfrm>
              <a:off x="3511800" y="26851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081;p50">
              <a:extLst>
                <a:ext uri="{FF2B5EF4-FFF2-40B4-BE49-F238E27FC236}">
                  <a16:creationId xmlns:a16="http://schemas.microsoft.com/office/drawing/2014/main" id="{921CB087-C281-2079-BBAA-7779A6C0AE6B}"/>
                </a:ext>
              </a:extLst>
            </p:cNvPr>
            <p:cNvSpPr/>
            <p:nvPr/>
          </p:nvSpPr>
          <p:spPr>
            <a:xfrm>
              <a:off x="3477150" y="27198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082;p50">
              <a:extLst>
                <a:ext uri="{FF2B5EF4-FFF2-40B4-BE49-F238E27FC236}">
                  <a16:creationId xmlns:a16="http://schemas.microsoft.com/office/drawing/2014/main" id="{247459AD-0DC0-E4BD-4BC1-0A0237D63EB4}"/>
                </a:ext>
              </a:extLst>
            </p:cNvPr>
            <p:cNvSpPr/>
            <p:nvPr/>
          </p:nvSpPr>
          <p:spPr>
            <a:xfrm>
              <a:off x="3442450" y="275455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083;p50">
              <a:extLst>
                <a:ext uri="{FF2B5EF4-FFF2-40B4-BE49-F238E27FC236}">
                  <a16:creationId xmlns:a16="http://schemas.microsoft.com/office/drawing/2014/main" id="{5554DDD3-EECC-B3E3-64A8-AFC5467804AE}"/>
                </a:ext>
              </a:extLst>
            </p:cNvPr>
            <p:cNvSpPr/>
            <p:nvPr/>
          </p:nvSpPr>
          <p:spPr>
            <a:xfrm>
              <a:off x="3407775" y="27892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084;p50">
              <a:extLst>
                <a:ext uri="{FF2B5EF4-FFF2-40B4-BE49-F238E27FC236}">
                  <a16:creationId xmlns:a16="http://schemas.microsoft.com/office/drawing/2014/main" id="{E0B8E8DA-8CA8-8E13-99F8-F3355A328D54}"/>
                </a:ext>
              </a:extLst>
            </p:cNvPr>
            <p:cNvSpPr/>
            <p:nvPr/>
          </p:nvSpPr>
          <p:spPr>
            <a:xfrm>
              <a:off x="3373075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085;p50">
              <a:extLst>
                <a:ext uri="{FF2B5EF4-FFF2-40B4-BE49-F238E27FC236}">
                  <a16:creationId xmlns:a16="http://schemas.microsoft.com/office/drawing/2014/main" id="{8E3B6CB5-3783-A884-C3CE-D6D775459615}"/>
                </a:ext>
              </a:extLst>
            </p:cNvPr>
            <p:cNvSpPr/>
            <p:nvPr/>
          </p:nvSpPr>
          <p:spPr>
            <a:xfrm>
              <a:off x="3338375" y="28586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086;p50">
              <a:extLst>
                <a:ext uri="{FF2B5EF4-FFF2-40B4-BE49-F238E27FC236}">
                  <a16:creationId xmlns:a16="http://schemas.microsoft.com/office/drawing/2014/main" id="{2F081152-2D80-1500-A520-FE63FC41FDD8}"/>
                </a:ext>
              </a:extLst>
            </p:cNvPr>
            <p:cNvSpPr/>
            <p:nvPr/>
          </p:nvSpPr>
          <p:spPr>
            <a:xfrm>
              <a:off x="3662125" y="2615825"/>
              <a:ext cx="138725" cy="208100"/>
            </a:xfrm>
            <a:custGeom>
              <a:avLst/>
              <a:gdLst/>
              <a:ahLst/>
              <a:cxnLst/>
              <a:rect l="l" t="t" r="r" b="b"/>
              <a:pathLst>
                <a:path w="5549" h="8324" extrusionOk="0">
                  <a:moveTo>
                    <a:pt x="1387" y="1"/>
                  </a:moveTo>
                  <a:lnTo>
                    <a:pt x="1387" y="925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0" y="2775"/>
                  </a:lnTo>
                  <a:lnTo>
                    <a:pt x="0" y="4161"/>
                  </a:lnTo>
                  <a:lnTo>
                    <a:pt x="1387" y="4161"/>
                  </a:lnTo>
                  <a:lnTo>
                    <a:pt x="1387" y="5549"/>
                  </a:lnTo>
                  <a:lnTo>
                    <a:pt x="2775" y="5549"/>
                  </a:lnTo>
                  <a:lnTo>
                    <a:pt x="2775" y="1387"/>
                  </a:lnTo>
                  <a:lnTo>
                    <a:pt x="4163" y="1387"/>
                  </a:lnTo>
                  <a:lnTo>
                    <a:pt x="4163" y="8324"/>
                  </a:lnTo>
                  <a:lnTo>
                    <a:pt x="5549" y="8324"/>
                  </a:lnTo>
                  <a:lnTo>
                    <a:pt x="5549" y="1387"/>
                  </a:lnTo>
                  <a:lnTo>
                    <a:pt x="5549" y="925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087;p50">
              <a:extLst>
                <a:ext uri="{FF2B5EF4-FFF2-40B4-BE49-F238E27FC236}">
                  <a16:creationId xmlns:a16="http://schemas.microsoft.com/office/drawing/2014/main" id="{12B8E301-D32C-7871-81AF-7DFAE30E08F2}"/>
                </a:ext>
              </a:extLst>
            </p:cNvPr>
            <p:cNvSpPr/>
            <p:nvPr/>
          </p:nvSpPr>
          <p:spPr>
            <a:xfrm>
              <a:off x="3627425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088;p50">
              <a:extLst>
                <a:ext uri="{FF2B5EF4-FFF2-40B4-BE49-F238E27FC236}">
                  <a16:creationId xmlns:a16="http://schemas.microsoft.com/office/drawing/2014/main" id="{6A09CEF1-9754-50C8-25F8-5DEB6A4408F0}"/>
                </a:ext>
              </a:extLst>
            </p:cNvPr>
            <p:cNvSpPr/>
            <p:nvPr/>
          </p:nvSpPr>
          <p:spPr>
            <a:xfrm>
              <a:off x="3546500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089;p50">
              <a:extLst>
                <a:ext uri="{FF2B5EF4-FFF2-40B4-BE49-F238E27FC236}">
                  <a16:creationId xmlns:a16="http://schemas.microsoft.com/office/drawing/2014/main" id="{70D1FB3C-7128-CE49-828B-49FFADEDC094}"/>
                </a:ext>
              </a:extLst>
            </p:cNvPr>
            <p:cNvSpPr/>
            <p:nvPr/>
          </p:nvSpPr>
          <p:spPr>
            <a:xfrm>
              <a:off x="3373075" y="2893275"/>
              <a:ext cx="462475" cy="254400"/>
            </a:xfrm>
            <a:custGeom>
              <a:avLst/>
              <a:gdLst/>
              <a:ahLst/>
              <a:cxnLst/>
              <a:rect l="l" t="t" r="r" b="b"/>
              <a:pathLst>
                <a:path w="18499" h="10176" extrusionOk="0">
                  <a:moveTo>
                    <a:pt x="1" y="0"/>
                  </a:moveTo>
                  <a:lnTo>
                    <a:pt x="1" y="10175"/>
                  </a:lnTo>
                  <a:lnTo>
                    <a:pt x="6475" y="10175"/>
                  </a:lnTo>
                  <a:lnTo>
                    <a:pt x="6475" y="1850"/>
                  </a:lnTo>
                  <a:lnTo>
                    <a:pt x="12024" y="1850"/>
                  </a:lnTo>
                  <a:lnTo>
                    <a:pt x="12024" y="10175"/>
                  </a:lnTo>
                  <a:lnTo>
                    <a:pt x="18499" y="10175"/>
                  </a:lnTo>
                  <a:lnTo>
                    <a:pt x="18499" y="0"/>
                  </a:lnTo>
                  <a:lnTo>
                    <a:pt x="17111" y="0"/>
                  </a:lnTo>
                  <a:lnTo>
                    <a:pt x="17111" y="8787"/>
                  </a:lnTo>
                  <a:lnTo>
                    <a:pt x="13412" y="8787"/>
                  </a:lnTo>
                  <a:lnTo>
                    <a:pt x="13412" y="462"/>
                  </a:lnTo>
                  <a:lnTo>
                    <a:pt x="5088" y="462"/>
                  </a:lnTo>
                  <a:lnTo>
                    <a:pt x="5088" y="8787"/>
                  </a:lnTo>
                  <a:lnTo>
                    <a:pt x="1389" y="87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090;p50">
              <a:extLst>
                <a:ext uri="{FF2B5EF4-FFF2-40B4-BE49-F238E27FC236}">
                  <a16:creationId xmlns:a16="http://schemas.microsoft.com/office/drawing/2014/main" id="{669C953C-999D-785B-D58F-4DDF129477D5}"/>
                </a:ext>
              </a:extLst>
            </p:cNvPr>
            <p:cNvSpPr/>
            <p:nvPr/>
          </p:nvSpPr>
          <p:spPr>
            <a:xfrm>
              <a:off x="3800850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8" y="1389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091;p50">
              <a:extLst>
                <a:ext uri="{FF2B5EF4-FFF2-40B4-BE49-F238E27FC236}">
                  <a16:creationId xmlns:a16="http://schemas.microsoft.com/office/drawing/2014/main" id="{40C76BC9-DDCB-8872-46B5-9FCB5E157C9E}"/>
                </a:ext>
              </a:extLst>
            </p:cNvPr>
            <p:cNvSpPr/>
            <p:nvPr/>
          </p:nvSpPr>
          <p:spPr>
            <a:xfrm>
              <a:off x="3835525" y="2858600"/>
              <a:ext cx="34700" cy="34700"/>
            </a:xfrm>
            <a:custGeom>
              <a:avLst/>
              <a:gdLst/>
              <a:ahLst/>
              <a:cxnLst/>
              <a:rect l="l" t="t" r="r" b="b"/>
              <a:pathLst>
                <a:path w="1388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E83F9703-A986-1449-D793-E6BBC4166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0" y="210123"/>
            <a:ext cx="4124340" cy="47232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205958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7D440DB0-00C3-F66C-F2E7-84085784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A4A735B0-DC8A-61BC-50D9-0EE0FFAEE45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CC76DEC9-08A9-DA0E-940D-D8E65D63C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 End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C9501C56-F5FF-D83B-CDAD-E9CB61EF7F57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18EC215D-A177-9748-D3E9-8FA560FF062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3D58C864-85E8-E941-EE4E-FDAB63278FA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D182EC40-9251-BB57-21E4-32FC492FC3CE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B55EE6CC-0030-8E81-917E-7984DF940F3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518BC86C-B5D6-D419-C96C-F31C8668E42B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82D7B09A-8C0D-CFE9-E70A-20820DF83A79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3B7AB2B2-4921-6178-BC3B-CD0E03BAC175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31DEDFB4-407E-6C04-3D63-D2B00FBADAE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DF7257DF-4F33-4569-6EE4-49BA5F11E1D8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E865328F-4AA3-8F6E-1F94-9192A6D23E1F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7125C546-4F6A-F6CC-6C96-EB7939FB8202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36CB1EB1-C749-C4DA-EC8C-1DBCEC6F6A68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0A2758D5-5F4E-3C14-78BD-64859BFD5C16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221BAD71-D333-449A-FFAD-7610A36BF21D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E3524831-87F3-892A-472F-4762FA7A65EA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B131EAAA-8516-9075-AB61-A73B368899E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28E0E869-21DB-8767-7E4A-E7AA2ABD6A36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7115A762-B95D-1BFB-4F2F-DBE81E3AD39C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627FC197-8905-1E91-4E80-CA577118AEC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DE4376C7-EF17-E276-AD9E-B1D045A17DCD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3D9453B0-2E36-FC5C-D6AE-3BC1DA9330E9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11CCDD9C-89C6-183B-D5DC-86E6211EC5F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E87EFE1B-39EC-17AD-DB06-782BE07F9114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7D392E3A-0F85-76C2-F8CA-1DC1CEDA32AA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8CED2ED5-6340-A59A-951D-2EAD7B838153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D338F628-321E-7ED8-BEE9-A70553B91DA3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6707B4A3-0EDF-C8E9-C9A5-73A6CB9E3D94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9311CB6D-6544-4896-5012-73BFF0A72174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5C76FCD7-DA2A-D397-9396-BC1D7C70504D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C2DCC459-0C38-CB5D-BFAD-EA4D19084CB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CAD7DB11-3398-3573-7FB7-125AA77336DB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68407767-EE39-927B-4179-785EBB76B8A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B889AB27-987D-A833-EF58-0BD5C5C94AAB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EF64044E-ECA6-7C4A-B433-BFB951A68264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26FDA0CA-D037-99FC-0063-1479C55497BB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5FC79B97-24F4-CE66-C543-6149CB36018D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7407D970-D53B-CBD9-896A-85B247D6941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195E2A6C-735D-1693-96C6-F24028D80BBB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F209B83B-ED7F-4EF1-E1D7-09164DDE011E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9FCEEA44-DB76-8411-1D11-18E8251CC78E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BD1232B6-8568-BE21-0350-A7E99373555E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63CEECB6-EB92-BD29-8E39-9C7BE35C9A8B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2CE923C2-2CB0-0098-54A9-61368BCDAC0D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0C885B36-4101-D761-9989-AD204747CBE6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8E8B7097-FCC4-AED6-4CE4-FD5F3CECFC0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12D94854-DFB6-30BC-78D5-A5A28EA44ED4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EBF4C25A-39F2-7C4D-423C-76C350D81138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18C1D256-40FE-008D-D4B9-2249E1D5EDD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29780C93-C04C-5E3B-6668-659477AFC571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CCC0F868-82D0-0785-F0D7-A168D797CF3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DF24A547-D8A6-3A0C-5D3F-9EC9CB035585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513B3258-48E9-F91B-AA84-33FCCCCE582C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7571FA54-DC72-91DB-B4E6-53F9E109EA33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BA373BC9-BE46-3088-7763-1D64230EBAC6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93980E44-9972-9ED5-922E-2A85077198B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87D7A0CB-D4BA-E76B-B339-424C7E585E3A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2363BE0E-2B98-97C3-E282-F21E3FA7C10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E484C34B-B272-8607-0784-6021FA6678B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8538B8FE-DC40-B81F-8D12-5D052C916037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8D09A93B-C467-FE1C-6AA5-4B9108AFC7B6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778300F4-8B0C-18E0-1E6F-B8A9417D969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1AA97BA9-D3B7-5B5C-E2DD-1A593C8B399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B9CDF42F-9E4E-B58C-EEBC-DBE988EBF32C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E869AF41-0C8D-0ED3-C233-54BD3191E539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B4EC10F8-7D66-3809-98B4-3D4AF0F2B564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1316FD16-5125-4704-089C-47585E972109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12B0D0AB-8C05-15A9-5FDD-E473BD214AEB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4A6015CD-E944-A7E4-9F37-F0F06BB85C1A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A4C0D12F-6ED1-63A1-E516-0B02C46B5C39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D9E4A9AA-30AF-2E6A-31EA-595275459A35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81374383-6D42-EC2F-BD2C-A21B9F046392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2BC0D941-5337-CA59-4584-AB8D8BD1192F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BC346853-361F-B6D7-1C5D-8ACA46EB535A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81A03B6F-0E27-695F-85FD-C899A832E32F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97E74F7F-32F9-9606-9AD6-E9656F2F3A48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6618ED76-5530-B44E-6E75-A6D8E9308F9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5E437CB6-5003-9F37-691B-3C497D1D6EF4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340A4112-707D-5CB8-0F24-80D7387F57F7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E3F1C384-77F1-52F8-C485-074C28724495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2AB91502-DB97-513F-93E3-A8432B78D7B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5897DE12-44B3-EB8E-4FCA-87E7C4F31D57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A5E7BF38-53A2-F906-2143-A91A27CA123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800EDD6F-3124-4433-FFD8-4E754A3B08D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BFC36E91-CAFD-2C5A-97C3-9297CE9AB1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42C5AC7E-0AAF-FC56-4DFA-8C4D345EF77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3" action="ppaction://hlinksldjump"/>
            <a:extLst>
              <a:ext uri="{FF2B5EF4-FFF2-40B4-BE49-F238E27FC236}">
                <a16:creationId xmlns:a16="http://schemas.microsoft.com/office/drawing/2014/main" id="{9EF9FDA7-D433-EBB0-782B-DC539DB004A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324017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572CB485-0893-619E-85A6-53031E71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5AEE42BC-9161-2072-7B74-4BE4BC5B6E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DE1E7D72-D9B8-28B2-E474-754AFE360BA3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3200CD43-F1A9-C8F6-6F02-429A9CD48FD7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974FA4FC-AA5E-4C64-0664-DB804F5AE726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DBC5148B-93A8-B559-FCFD-FE4A43F10A93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67D796F4-9025-318D-644F-F152E9C04FD8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CE7036ED-F75A-0F0F-19B6-E547BBCF764F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B810E1FF-FF79-DB6C-AD1A-CB7350CA3271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ABAC01CB-2AF6-DD67-1C29-C6BC65D115A6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8B8C7BFC-FB41-BB88-EC0C-D2DBF0EC30EA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580DD773-5403-C954-1EE1-FD7EEF414CA6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CC7BB863-54B0-1CFB-977B-03EDC9735731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A4278162-B670-E6CF-1FBD-2DD6F686B64F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74D39BCE-C618-95C0-38ED-CB5884CB58D7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2692998B-98B4-DDE1-BED3-659236BE9861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E927029C-5CF7-1FF7-8A5B-7E7367AF21B7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605ECDCE-FE5A-BBF8-F517-50EF71ABB3C1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11C5FE6D-11BA-0E61-F937-CED5E8EE7C93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8B239715-4051-C6E6-CAA5-EB5E57BAA5A1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04BE23FC-3C2D-2750-C811-59EB993C6227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C667A53C-F51E-4888-73A2-BCC301A84B9E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1A3C8163-4C46-F22C-6C09-76DB83A786A0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A7B97BB0-4AAD-181C-4CEE-AB2A516EE482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E3485003-5A3C-CAD1-2001-BD6DB4E8E68F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8A82401F-547C-F533-36C8-6F45A8C5E311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5F22A841-B362-F591-AD28-70A7B9A422AC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9419913D-0CA4-B474-8D18-627BC6888725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BBB7FF60-2463-CDEF-EB7F-7A83EBC32F88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3846C8B8-780A-0755-A49B-675802815FA3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E0C0A11B-3960-E891-A85F-07F9FC55CF91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3BF8FCCC-DDD9-EE04-0CB0-9D42B579E9F3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3D875AA5-845E-6320-EC08-498DE3BA267D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D1AA1105-6740-2834-93E1-F9FBC8DCC3CC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2B7F73A7-C896-77AB-1441-6E70BDA3F656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4B96E3A8-F58C-6B6E-05FA-CE8A90A4AAA6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5BFB44BC-4339-1132-DC03-91DF3BC5EA87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0E1A56FF-D899-EAA8-034B-C9BE1B1DEA28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3F8E8CA8-4D4C-E115-C056-3BE233B816FF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B86C3ED3-B184-7C10-825D-8E068E483B33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CECA49A7-93CC-09F6-926F-E358D3A1B55E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02518306-838D-FFE7-DD99-A1036B042214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2937A189-BA85-1C23-9DDA-1A08466FD82B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03EA183D-0C78-49F7-9805-59E37F1BD069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034DCFEF-D360-61C2-FDC6-E3641481E34F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8BD7447E-A133-5C38-6FEE-54773220DE79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BFD412C2-C73E-6CC9-956E-AA39A2E167B6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0F9D77BB-B6DA-86B6-3701-A0A460C7BD5C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D6E18564-E944-9EFD-ADEC-DDB618147F8A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D0F61490-4BBC-D559-0CD0-704CEB45D17E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84676A4E-31CE-8D74-E387-BBF04B4FFC3A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25BE676D-337E-F713-3143-578DA16F0068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A98AB54C-796C-DA6D-7267-22359846E9F5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F782FAA8-132C-AE47-B06C-B331FBC39A97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36096074-3B47-055E-F5C2-033BB28190F3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E5484CF8-F557-DFC3-481A-E091570DF0E8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EE26C433-904C-E6EE-0CD6-EC44CEDF074D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E9EC061D-B898-155B-03A0-BBE439E36D13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E45F4C66-9EA6-7822-AA1B-64990DE73699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C6CC0D77-7CCC-2EF0-E57F-61CA3EA52509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3FE4B788-99FC-B674-6BE9-BAAD1D06CB15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1C31880A-60A9-00BE-203B-6A7171B9C088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487CB471-DEB3-ACC5-B5C0-D47BA0183995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462D79CC-0483-4038-CA76-2C559DCA71FF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384E2F23-4374-3645-537C-1D0BAED00E11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33FD1AFF-9535-FDB6-4042-9BF69AEE6D0B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4ED3CD93-5B10-589A-6C00-5F7F672E475D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E730444D-8B64-B7F1-C417-C49644506335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DE528CB9-51E0-C7C2-39BA-B84C0AD2D363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B717DEAD-3BA5-CD88-9B77-CF88C90A186B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F569A218-6FC5-E5EC-6415-FBC9627CB91E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B22BD4E6-E6B5-0359-EA0C-0CBA12332EB7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F1017A33-45B6-8C78-48C3-35271FF33509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94E164B1-BD5D-140D-2511-0A4DF215AFE8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E811DD3A-F51F-DA0E-0BD5-AC7C6106F772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827A300D-D8D1-14DA-8257-6869E588AFFC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F1B59A77-6E9F-1052-EEA1-3120A845E55D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56488132-6C3F-2242-5960-7DF5532236DB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B81EB6C9-D371-5CC3-A7AE-26EFF45B88C3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EB7B27C7-820B-18A2-2DB9-CAC47FEFCCB1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452EFD93-12CC-BC0B-7F0C-8854527A2229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985B05DA-75EF-8D6B-EA99-E9EBAF6F916E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0AA58C47-BAF7-823B-1BDC-E4239E1C9E6B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8378B9A0-459D-AFD7-F83C-2A56DE523930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9CC1D36A-1C6B-1C4E-A248-993C0A26A055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9D3F6B7F-2714-7C36-4C50-2E516636681B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39FA61CB-106F-9BFF-634E-414B43B54AB6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0A238ED8-A648-8615-4E1D-7DFD575406A7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1047A078-3F8B-14B6-78E2-D8127AFCBE30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A8B12271-3531-1DA1-F2D2-3FEC3CD68DA5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60AC1B6A-5754-6FE1-CD24-58D216F07776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C0AFBB10-A34C-5786-A5CB-BF2E40962BD1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BA14377F-18C3-7653-0D12-BDCE0F4724D5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6EE3B148-2F89-8902-0E6B-4C4F93ED34FF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2270FFD0-26AB-F976-AB05-BB7690BF7AB3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BC04D650-17CD-1F62-1802-E86DB688D02B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243F9E63-FA2E-3084-43C3-6F4A483B8E5D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05FADA54-466E-F1C6-B823-F54B3C069C63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1585D19E-C39E-EF58-2B89-DC45A4C95282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CB6F01D7-BCC0-21A4-EEBB-A15984C50785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F8581186-B7DB-A2C2-2EEA-C142AA7C4EFF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282BDBF8-EAAF-AC2B-BBB6-A6E09FDABC45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DA6364EB-23FF-46C8-C2B4-F1DC24645B60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7C447096-B08D-50EA-4105-1FCC5CB639F8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DAE54676-82D5-3742-84CD-FBFBEF750D42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1DF85E82-4BEF-5D55-B1B7-AFDDC0D7DBE8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B0605D43-CE3F-9061-08DC-C217502E5359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E8598D9D-B7DE-A871-1F4A-A4D8A4B72288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B0A19AF2-20D3-9051-9138-3F693B1A5D47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44B4ACD8-4C92-A155-7748-81BF13A0579A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500F5BBB-2B6B-17A2-6754-3F9400F0D35B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596A1921-7E90-156E-12CD-7459E95E4980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E527B976-DBE1-AA83-FBE8-D256D91419F8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99C51295-754D-7C24-7BCE-F5AC5EC044B8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FF6B2888-A47D-9EAC-ED44-35D6304ED909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7D19AA3A-2074-3F76-1512-99234DFF88A0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213495DC-E59A-E3E9-5602-B328ECDC9354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BD2ABF47-EF83-1121-5C87-41C7F9128F7A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22ECE82A-A7B3-F77B-FC8F-5B6C4E31859F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F38CA647-7940-DE39-C0BA-126978FEE7D1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80D0CD18-F622-62B3-B88F-A38992C786C5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84275FFF-B382-4979-1469-8C21B403BB61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89B9AAB1-8E23-FF52-1B1C-F46F493E8B97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AA28B27E-3132-940D-FCF6-9A30209CEEFA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ADAFB24E-1F67-818E-23FF-FE0917303497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467E5A17-A739-2731-5AF5-1440AAAB4C99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3CD32AFA-02C9-BE09-3E1E-B45A5A166727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C4C052EB-5154-D2BF-9C29-3EC8059870C3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DF5184B4-94FD-209E-EC38-75A03E2E39E0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368D5D81-55B8-DEB9-6F44-B96DC8DE7B10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F8032620-B145-D4A6-214D-7C0F503F7F94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7B79B97F-6CB4-3B21-1F50-75A9228098FC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54D40AD5-8864-AB22-AC08-B6DDB5A05919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F02A32E5-FE89-1B87-AF33-9C7FA8FCAE8E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4A371715-1497-6914-6800-517C50143BDE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4C105ECC-8407-074F-1B8F-24EDE9E829C0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2E573A6B-1E80-1DE4-5121-FCF1E4092EE4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09EADEBB-F579-11A6-79B5-2B8487FABDF8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01E1D112-8EB1-5205-DD24-7F2FA2F18086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549C4721-0258-FC5E-5085-067148AAAB1D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E4987934-DCD9-EAE8-1F80-3D23F7129245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10C1CC50-CDF6-2FFC-5884-7A518A8F46E7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2F296412-4C43-C321-62AB-A4C7C9FE5A2C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B865D942-E8FA-C3B9-C2D2-97F8FA63F5CA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0D16107B-AC9D-CC1D-9007-6032E0E02182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F81B8463-E349-497B-9D2E-26B79670A5DE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082C52EE-0090-49CE-00B1-C4BCD2B46AB3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A3E9F813-1F98-D0AC-F566-2C3E8DD4364B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8344DD32-2AF2-0B73-A80C-1B91DA6ED07D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E9210391-6455-3AE6-0A6C-584C92FCC465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52B7E9A7-5AA6-1C93-9060-1A8BC490EE98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A2777024-EAA6-8029-D966-1A24C62649B2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6691870E-5A29-E165-ABB9-646EA3192623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B71A3995-8FF0-8573-99D3-9A4B7DCDA46B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9BB9A3F3-44A2-A255-B20F-CC15DAC1C346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CC7EC78C-DC08-ECB5-4218-C7D95D8A7897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A5C4B997-A14F-AEA2-E884-9946479402D0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CDA355B6-D955-E671-88E3-34CA37C8F629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27C6045D-246E-BA55-ADA5-C9DE07819F1E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073B3EDE-7BE0-E735-E1A2-DE85802DA7C9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5D79A0B9-3CA7-3EA1-E8B5-5E5B80C81A4A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E04F1EBC-2E96-C084-5B0E-D860F7991136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E9FF45E3-F44E-A902-E9DF-50F0EA62CCD3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37E3464B-3111-F578-926A-ABB25565BAA3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F434D267-88AD-5F1D-2519-2134C2575594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BA6EF97C-B3AD-EE90-6961-1A822FD7EDE6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C3C527E6-9A34-A87D-2E64-2F8FAE22ECA6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35C44CEA-A06B-5F90-B7CD-B0A25744B821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EF7DFEF3-BB86-0202-1989-ECBB090F77B8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B25CDFC4-5791-D925-B87D-01CDBB220318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5A819FC8-A8E7-251D-B1D1-6F7A9E6477F5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14A2D778-9DDD-D12F-3E88-3BECFA587CAC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0F115ED4-D3B4-F61D-999F-B0591556D730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95A55815-983A-6ADF-1145-0161491B8293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97501A16-A8F7-0317-F490-3682C1C58438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AF6D0BF6-772D-2586-69F4-6DE40678AED4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65F846F6-63A3-A94A-015C-03440C1AB23F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D04D081E-36F1-261E-AB5D-C8A62766B7BC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F014B1EE-5C96-0066-9967-38DF25B56EB8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FDF3B018-41AD-CA6F-F5E2-7AE7E39B873C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5E57D0A7-1E32-CA8A-AEF7-9528F2EB1DF6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D25D75A4-DDD6-0E75-B025-B16D9426B966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79850F71-7A3A-D983-66FE-773A27A6C08F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AC4A1C9A-745A-54C1-6446-1A0C8492A83B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6B8356AA-D910-E3E5-5953-AC43FE0E14DB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3089C921-91E0-4BA8-407C-A12CA043E2D0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432A8818-285E-4824-CBE6-230CC775B63A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4E99836D-6BC4-8B6B-893B-0BDF1BC4DA48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7D597EEF-01B5-CF5D-6CD9-7D4202452D6F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14594DAD-4F83-698A-1317-BD238D82B3EC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A65590CE-D859-6B73-487A-2416C9779D8C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9D237156-8C2E-42FB-D1B8-5F70A40C81B2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C1E1195F-82C7-A122-4AC5-56A03D7B1AC6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3B5EAE7F-4044-EABC-C884-9ED4EB8FA50E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48F7EB24-BBF7-A69D-FCA5-B84FF0E6FD50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77B50B26-9820-E977-1227-E1A977BD474D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AB624F15-273D-C299-A6EE-A4FEEA9A82FC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02AB73A5-A594-6FBB-C0F0-6541DBC0F80D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60C7494D-6246-8347-602B-B9D51EE03374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60928CFE-2948-7DEC-FA23-68954D06B2E1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BB13AE31-1068-5588-79C2-422645D1967F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72B87771-A335-D470-5377-EA64D5B3A608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E7D59D7B-8163-336D-051D-6E31843E2DA4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454EE2D0-8DA9-E6B9-7CE5-A0027F871431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42FF09ED-77F4-7595-361A-FA42AD2B6531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9B95754A-B880-31CA-C052-E3090B228F5A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824FAD8D-148F-D64B-76B8-30EC4215DE4D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1C86DC88-4486-A899-3D46-33624C990AC7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288CA6E5-578A-4886-EE26-87D7701F0071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C48861BF-B7F7-B260-1B32-CA26FCD5B771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DA2925D1-3C28-8373-81FE-FA67F7CFF561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7F4FD0A1-8009-C4ED-3B5C-7FBACE0908D8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A9696075-676B-CD2C-9613-00B690DFFD2D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D7C3E1F1-0EB3-80C4-EE5D-92319FF93546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F7180D83-98F7-9079-9412-FD3DC6032F0F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98C72C27-1BDC-DBF7-F8E3-02F3E10236EA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F3D3A6AD-E6DD-0B83-D739-E5C55E358CFC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46289D0C-F3B5-ADAC-152B-090A44152C1E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1388433E-4839-EE91-7D7F-6679C78D44B4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EBFD6C87-3498-3927-D2AC-578A46A7C8AC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C513DA76-35D9-2528-AB9D-8B7EB5F96446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0B8EF22B-0374-7765-E491-DA7A4966E811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21E4F680-E353-9B28-190C-4E7D4BF28B1D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1C996EE4-1841-6813-473C-9CF2D0763DCD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FCF24155-5E29-26FA-7C52-86214AEE1C2B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91F7D3AE-F249-1EE9-1C96-AF4002CB7739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6AEAC419-8685-339C-E4CB-9AAAF938A307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BBBD43CD-8CE2-D7BE-679E-A4EF86798BC0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AB4B9069-EFC9-97E4-A67D-6EDE8DACA022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7C95FF11-2BB1-5A61-10AF-5E72A9A8E541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873E387C-3F05-7467-EC5B-5E8002E820CA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7393D074-CF06-95E7-DBB7-DD357001C948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E295DB0A-C7BB-25DC-02E4-41F4B4E48DE5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3E0CEB97-D5BF-25B1-439B-E0F797C92170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A62A0B6C-E63D-E96F-F57E-89A27E835E02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07FA9902-873C-A402-327C-C229277516F1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9A75151D-5FAB-439F-96B8-CF750FC242EC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CEB089E0-91BA-D575-EE2E-8CFF75017AD6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9F638E14-1232-6041-1589-CFAB766CF77F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B0732F49-852F-321E-7B8D-00490C80DB01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A4F0B545-292A-F68B-0F3D-63A6C300D61C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0B2A151F-895E-8B97-0E77-CBBAB1567C8C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39D10A18-59A5-FD2B-6244-60449C83FED6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B02C44E8-A033-8371-A2A1-C365FBD6C873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13D1A553-6BDE-D438-7B1B-013D5F00D57D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C5B6F57D-10F4-CB3E-E791-8595C20B7177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BA599A01-B1F5-0703-2C8B-B0E4E4DFBB8E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A2FD9A66-8DF4-3DDC-4F3D-938378ED5868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820AFDE8-68CA-FAFE-D325-9D51CFF2BD88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0DC55817-7B89-FCC4-707D-D5A45D3FAEDA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17402DD8-BD37-C39F-7B8C-5C8DE8C98FAE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9180A51D-AD85-9E02-EAFB-22679D992E6C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45B67913-87CB-CE97-72EF-2A22B66F737B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9EB8CAFD-1E36-ADAA-F94E-83E66A6E032C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50116CDF-43D7-490F-3518-6C98646E2DD0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B1C246F8-F7EA-C9A3-E27A-D6C201A0997E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CFCD3E41-E5B3-63AA-EDF9-6A820256BAEB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A608079F-E741-1AD3-13CD-EAEA8681BA1B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4330065A-CAE1-4322-56AC-2977226BF9F3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642876BF-6455-76E0-99BE-621D79C2705B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1D97512B-F6CC-A662-007A-3D6E677FF701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4DCC782B-646B-B354-75F9-42153CB4F565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9990A9E6-0C85-8F28-7E0D-7FE6475108C8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0DDAD912-EBF7-3460-A31C-9850EE45B57B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FCD2217D-2796-6DBD-76C5-0C26242551E6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5264363F-D813-FF3F-14CB-544FB3956226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50B560DC-83AD-9C99-CDA8-5FF6B692761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6ADF9B28-478F-416B-8C1E-9249AF240F15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5D98AF8B-D660-FD11-A99D-BE52D03AA067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686B297C-558F-4B9C-D15C-630D46FA2DD4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1A01CA3C-7D65-0C18-F414-5062D091601A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A0D18A15-8C6C-4DD9-991D-AD42C7C649AA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E41A003D-87AC-FA5E-3516-4BA91BFB676D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399BEACF-CACB-A4D3-D462-122A9C9DD82F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CFCD302A-19DE-4A36-58D9-0FD9E7B01CFA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8BB95C2A-BFCA-10E6-C4A1-BBA97D1CC7FD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EE46A91F-6803-917C-6844-36A2C0362724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DB74BFDC-D31D-2C6D-89B1-737CBF685035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FA49FDB2-F716-9678-190B-8556974EDACA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30EFC354-6F89-8737-DEB6-8B5D3FEF61C8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EE392B01-6E2C-6BC6-AEE3-FA88353C062A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68483080-4F0A-4723-26C1-21498245C29F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88040848-E644-9FB6-08D0-7EEC66D2F98D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72CCD256-F912-75FC-B6E1-0BF9A7D16662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D022A7EE-8690-2CFC-B014-688F499BF793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83E3F875-9398-6B5B-AC34-1FC3FB22E4BA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F6710D0D-3233-9A92-48F0-56CE52DD637D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A9B9CBB7-850F-F11B-9088-6442AEC8DC3D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DB81B38D-5B7E-976B-E1CE-855163B234DE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625E08A7-2B8D-76BC-F921-24F11AFB7040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B727C16C-4603-70E8-95EC-146DF43457EC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8414B7C4-29FA-38CB-5E21-9D4078324D1A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9237D64F-C94D-9D6A-4887-ECF9BC8C9814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401CB7CF-8A16-0EC7-1E47-5A16AE2FAC48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DF018FC6-7F6E-4C1C-5DB4-49F9A424678E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4DA740C7-6307-0ACA-E7CA-DD78418154B0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2516A1FC-CAD0-711C-2BF4-43C07B0F5805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29B0A0AF-4DE1-353B-7DFA-ECCDCE13A8FC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3A479307-506E-8E9D-0D21-12D137185A4F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F3CE4BAC-6DC2-65F5-EC78-5125854D90BC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E72EBF70-5F3A-CAFC-FECD-358A242EAC9A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3A833AB8-24D6-A895-C36F-7564EA658729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99F6012A-6AA0-96BD-60C4-A5A9183C60D1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1A84373B-CD42-4F8F-6719-E55EF21237F0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7AC5B7E6-57B2-1380-B4D9-396BB968E186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F9A5AD67-DD98-10E3-D233-F382FC1C05FE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42F48695-82CA-335A-FE2D-3A9C1996C89A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7B777E44-508E-DA1E-150E-A061C28E8E83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9D69DC69-3F85-996F-791F-2500A264E8E9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DFC2FD75-881A-B439-B080-467F59D960A6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03FF2C89-08F9-BA0F-FD00-3D3EAB7B39AA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FA047121-2EBA-CDD2-B73D-2354C1844B32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7F3B3C52-EBA0-A08C-23D2-7D7E7974336E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715F32BD-F210-47DE-5539-522B1E79CF06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651F351C-AA49-B0FE-F04A-C5643D88DAD4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5FE794FA-C1E5-F16E-2333-DD825E162504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123AE7D3-11AE-B0F7-E220-FD918712989D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02FEC4C9-E603-4E53-C32C-5F7ABC947D97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216004AC-C83B-F85F-4BC8-F45C5409B4A0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96716EF6-8223-57E9-DCEB-18ACBF371486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8A79BF8F-CB3C-C293-434C-08308EFECEA1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4B865BE8-629B-AFC5-7815-C247E525B88E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23E1407D-64A9-591A-CE2C-68854BB61FCF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CE9327C2-F11B-3F50-A02F-DF8DBBC52BAB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F12F14B7-F73D-AC9D-5B23-BF9764101A4C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3510C1CB-59D3-33D3-E904-B14359CC3E73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5FEB2F6A-F55F-324C-E838-B17684936C6D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C06F0DC7-8573-3389-BF9B-C1587E97B7E5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E5AD0C22-D603-E000-C73B-D48FB0BDE1EB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9D1A90D3-D707-924E-D008-630170D5380D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63479650-AB39-D97E-A5A7-3B4FA518436E}"/>
              </a:ext>
            </a:extLst>
          </p:cNvPr>
          <p:cNvGrpSpPr/>
          <p:nvPr/>
        </p:nvGrpSpPr>
        <p:grpSpPr>
          <a:xfrm>
            <a:off x="510775" y="4411416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C3B1C149-BC79-1914-8145-D564A1DFD94F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74FF494F-D6CF-F2A0-B74E-4B369AC91CC9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CF4D274F-B7D5-375A-06DF-E20238F49851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E49DC6A1-9BA9-CDB1-43BD-5DEAD5C5337C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56D0D0DF-1916-3EEB-7584-C0BB27ED0CD2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6FC0480F-6500-9356-31CA-EB3B6DE0D707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E8D35D95-BCBE-BC4F-40CD-2E7ED1F64586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40CF55B0-9999-2F5B-F509-D6B0009BA63E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98560779-6321-089D-8D02-A96B30AB575B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AD5099E8-C364-F5F8-A946-557621B6B298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D5C3DF63-56FD-D224-7C82-653C7A40001A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B761AC33-70FA-0ACA-689B-F8CDEDB0346F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D1ABB4D0-6268-8691-1551-C8445485F094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F4EC04E9-2353-EC91-411A-BB7A2994A668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C0F24EF3-87F3-7DBF-A48A-19AD4802AA09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41F269CF-5EBB-AFC7-8DB5-DBC8B4D9A384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80909302-10FD-459D-E78C-E1C6C026B063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FB6889A9-3835-EE65-1F03-5B535BE71982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657E19AD-0818-1A17-4430-93D325B62D6E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F93F0655-3EE4-EB01-5C08-F980E2894D0F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8A41CFA0-59E3-8F11-7B44-455ECF974252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C0017BE2-32E9-17C5-1B7A-2C4C7AD5D699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9F2EE2A9-CEA9-7217-8355-CDEC844716C3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0" name="Imagem 359">
            <a:extLst>
              <a:ext uri="{FF2B5EF4-FFF2-40B4-BE49-F238E27FC236}">
                <a16:creationId xmlns:a16="http://schemas.microsoft.com/office/drawing/2014/main" id="{12E0F203-841C-A10F-2891-6C84A53E5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027" y="213983"/>
            <a:ext cx="5696745" cy="47155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304855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1" name="Google Shape;7141;p51"/>
          <p:cNvSpPr txBox="1">
            <a:spLocks noGrp="1"/>
          </p:cNvSpPr>
          <p:nvPr>
            <p:ph type="title"/>
          </p:nvPr>
        </p:nvSpPr>
        <p:spPr>
          <a:xfrm>
            <a:off x="1334700" y="1486772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7143" name="Google Shape;7143;p51"/>
          <p:cNvSpPr txBox="1"/>
          <p:nvPr/>
        </p:nvSpPr>
        <p:spPr>
          <a:xfrm>
            <a:off x="2848350" y="4209525"/>
            <a:ext cx="3447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Please keep this slide for attribution.</a:t>
            </a:r>
            <a:endParaRPr b="1" dirty="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19CD9F-24AD-8653-1314-F8A9B64F3ED6}"/>
              </a:ext>
            </a:extLst>
          </p:cNvPr>
          <p:cNvSpPr/>
          <p:nvPr/>
        </p:nvSpPr>
        <p:spPr>
          <a:xfrm>
            <a:off x="2675467" y="3752427"/>
            <a:ext cx="3772746" cy="9008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42" name="Google Shape;7142;p51"/>
          <p:cNvSpPr txBox="1">
            <a:spLocks noGrp="1"/>
          </p:cNvSpPr>
          <p:nvPr>
            <p:ph type="subTitle" idx="1"/>
          </p:nvPr>
        </p:nvSpPr>
        <p:spPr>
          <a:xfrm>
            <a:off x="2456590" y="2415327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Bruno Quirino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Felipe Ribeiro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Gabriel </a:t>
            </a:r>
            <a:r>
              <a:rPr lang="pt-BR" dirty="0" err="1"/>
              <a:t>Gazotti</a:t>
            </a:r>
            <a:endParaRPr lang="pt-B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Juliano Aleixo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Maria Vitória Costa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Tobias Pereira</a:t>
            </a:r>
            <a:endParaRPr dirty="0"/>
          </a:p>
        </p:txBody>
      </p:sp>
      <p:grpSp>
        <p:nvGrpSpPr>
          <p:cNvPr id="3" name="Google Shape;10641;p52">
            <a:extLst>
              <a:ext uri="{FF2B5EF4-FFF2-40B4-BE49-F238E27FC236}">
                <a16:creationId xmlns:a16="http://schemas.microsoft.com/office/drawing/2014/main" id="{4CD07012-BF6C-DB25-4927-464C0B2EA722}"/>
              </a:ext>
            </a:extLst>
          </p:cNvPr>
          <p:cNvGrpSpPr/>
          <p:nvPr/>
        </p:nvGrpSpPr>
        <p:grpSpPr>
          <a:xfrm>
            <a:off x="7981185" y="729038"/>
            <a:ext cx="428390" cy="367189"/>
            <a:chOff x="753950" y="238125"/>
            <a:chExt cx="6111125" cy="5238075"/>
          </a:xfrm>
        </p:grpSpPr>
        <p:sp>
          <p:nvSpPr>
            <p:cNvPr id="4" name="Google Shape;10642;p52">
              <a:extLst>
                <a:ext uri="{FF2B5EF4-FFF2-40B4-BE49-F238E27FC236}">
                  <a16:creationId xmlns:a16="http://schemas.microsoft.com/office/drawing/2014/main" id="{83107B68-74DD-6896-BBAE-3B94DC2FA4F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43;p52">
              <a:extLst>
                <a:ext uri="{FF2B5EF4-FFF2-40B4-BE49-F238E27FC236}">
                  <a16:creationId xmlns:a16="http://schemas.microsoft.com/office/drawing/2014/main" id="{EDB0F376-F85A-36C5-0042-52088FFB002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44;p52">
              <a:extLst>
                <a:ext uri="{FF2B5EF4-FFF2-40B4-BE49-F238E27FC236}">
                  <a16:creationId xmlns:a16="http://schemas.microsoft.com/office/drawing/2014/main" id="{46C95530-7ACC-AB85-EB31-6B8C848B0111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45;p52">
              <a:extLst>
                <a:ext uri="{FF2B5EF4-FFF2-40B4-BE49-F238E27FC236}">
                  <a16:creationId xmlns:a16="http://schemas.microsoft.com/office/drawing/2014/main" id="{888CF757-FAA8-6F37-98E6-F831BE444B4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646;p52">
              <a:extLst>
                <a:ext uri="{FF2B5EF4-FFF2-40B4-BE49-F238E27FC236}">
                  <a16:creationId xmlns:a16="http://schemas.microsoft.com/office/drawing/2014/main" id="{2FE6FA4C-A230-4B99-F264-12ED0276669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647;p52">
              <a:extLst>
                <a:ext uri="{FF2B5EF4-FFF2-40B4-BE49-F238E27FC236}">
                  <a16:creationId xmlns:a16="http://schemas.microsoft.com/office/drawing/2014/main" id="{FC8FC78C-05E6-2BAE-D7C1-0BA2FD767B76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648;p52">
              <a:extLst>
                <a:ext uri="{FF2B5EF4-FFF2-40B4-BE49-F238E27FC236}">
                  <a16:creationId xmlns:a16="http://schemas.microsoft.com/office/drawing/2014/main" id="{55532762-E19F-604C-A86F-A7DB82C3D5A9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649;p52">
              <a:extLst>
                <a:ext uri="{FF2B5EF4-FFF2-40B4-BE49-F238E27FC236}">
                  <a16:creationId xmlns:a16="http://schemas.microsoft.com/office/drawing/2014/main" id="{DD9004B0-92C7-05AC-26B1-3ADBF80DCD02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650;p52">
              <a:extLst>
                <a:ext uri="{FF2B5EF4-FFF2-40B4-BE49-F238E27FC236}">
                  <a16:creationId xmlns:a16="http://schemas.microsoft.com/office/drawing/2014/main" id="{DFD67E6F-76AD-F3C1-E719-C815B3ADC103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651;p52">
              <a:extLst>
                <a:ext uri="{FF2B5EF4-FFF2-40B4-BE49-F238E27FC236}">
                  <a16:creationId xmlns:a16="http://schemas.microsoft.com/office/drawing/2014/main" id="{876FD877-3AF8-7642-2251-39C9F6BBF99F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652;p52">
              <a:extLst>
                <a:ext uri="{FF2B5EF4-FFF2-40B4-BE49-F238E27FC236}">
                  <a16:creationId xmlns:a16="http://schemas.microsoft.com/office/drawing/2014/main" id="{BE2CCDE2-6B2E-C0EA-9BBF-D6291F7EEE8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653;p52">
              <a:extLst>
                <a:ext uri="{FF2B5EF4-FFF2-40B4-BE49-F238E27FC236}">
                  <a16:creationId xmlns:a16="http://schemas.microsoft.com/office/drawing/2014/main" id="{3030FBA6-E04B-6DB3-D722-B6A62A686D66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654;p52">
              <a:extLst>
                <a:ext uri="{FF2B5EF4-FFF2-40B4-BE49-F238E27FC236}">
                  <a16:creationId xmlns:a16="http://schemas.microsoft.com/office/drawing/2014/main" id="{FDBBE95C-4381-3E42-CFDB-D9F38935F973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655;p52">
              <a:extLst>
                <a:ext uri="{FF2B5EF4-FFF2-40B4-BE49-F238E27FC236}">
                  <a16:creationId xmlns:a16="http://schemas.microsoft.com/office/drawing/2014/main" id="{22D47BC4-1175-B4CA-8179-FD53E44C9E9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656;p52">
              <a:extLst>
                <a:ext uri="{FF2B5EF4-FFF2-40B4-BE49-F238E27FC236}">
                  <a16:creationId xmlns:a16="http://schemas.microsoft.com/office/drawing/2014/main" id="{01ECC647-FEA8-50D0-5D42-E28402FA662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657;p52">
              <a:extLst>
                <a:ext uri="{FF2B5EF4-FFF2-40B4-BE49-F238E27FC236}">
                  <a16:creationId xmlns:a16="http://schemas.microsoft.com/office/drawing/2014/main" id="{BED49F40-B949-6938-9071-0B275C5AFB9B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658;p52">
              <a:extLst>
                <a:ext uri="{FF2B5EF4-FFF2-40B4-BE49-F238E27FC236}">
                  <a16:creationId xmlns:a16="http://schemas.microsoft.com/office/drawing/2014/main" id="{27901628-E0B9-463A-3B66-3999530732D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659;p52">
              <a:extLst>
                <a:ext uri="{FF2B5EF4-FFF2-40B4-BE49-F238E27FC236}">
                  <a16:creationId xmlns:a16="http://schemas.microsoft.com/office/drawing/2014/main" id="{A21D22CC-000B-260C-785A-A82A1747657E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660;p52">
              <a:extLst>
                <a:ext uri="{FF2B5EF4-FFF2-40B4-BE49-F238E27FC236}">
                  <a16:creationId xmlns:a16="http://schemas.microsoft.com/office/drawing/2014/main" id="{90EC37EC-D9E3-DB16-E733-34025A127B3D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661;p52">
              <a:extLst>
                <a:ext uri="{FF2B5EF4-FFF2-40B4-BE49-F238E27FC236}">
                  <a16:creationId xmlns:a16="http://schemas.microsoft.com/office/drawing/2014/main" id="{D15FA1DF-5363-C57C-EAFF-C28DB3EC3D7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62;p52">
              <a:extLst>
                <a:ext uri="{FF2B5EF4-FFF2-40B4-BE49-F238E27FC236}">
                  <a16:creationId xmlns:a16="http://schemas.microsoft.com/office/drawing/2014/main" id="{8FD5C4AC-23CF-19D3-4B5E-159B7D9F0553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63;p52">
              <a:extLst>
                <a:ext uri="{FF2B5EF4-FFF2-40B4-BE49-F238E27FC236}">
                  <a16:creationId xmlns:a16="http://schemas.microsoft.com/office/drawing/2014/main" id="{BFFAC00A-A0F4-5A30-CD05-48D4CDE4D7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64;p52">
              <a:extLst>
                <a:ext uri="{FF2B5EF4-FFF2-40B4-BE49-F238E27FC236}">
                  <a16:creationId xmlns:a16="http://schemas.microsoft.com/office/drawing/2014/main" id="{507E0C2A-B488-98DC-0630-6264226CDBE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665;p52">
              <a:extLst>
                <a:ext uri="{FF2B5EF4-FFF2-40B4-BE49-F238E27FC236}">
                  <a16:creationId xmlns:a16="http://schemas.microsoft.com/office/drawing/2014/main" id="{0229E212-21A5-45DB-8D7B-8737148B710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666;p52">
              <a:extLst>
                <a:ext uri="{FF2B5EF4-FFF2-40B4-BE49-F238E27FC236}">
                  <a16:creationId xmlns:a16="http://schemas.microsoft.com/office/drawing/2014/main" id="{FC812AC9-0F8E-71FC-2458-0BB47F72FB86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667;p52">
              <a:extLst>
                <a:ext uri="{FF2B5EF4-FFF2-40B4-BE49-F238E27FC236}">
                  <a16:creationId xmlns:a16="http://schemas.microsoft.com/office/drawing/2014/main" id="{5D43C0F5-660F-D4FB-DDE5-232F879BC72E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668;p52">
              <a:extLst>
                <a:ext uri="{FF2B5EF4-FFF2-40B4-BE49-F238E27FC236}">
                  <a16:creationId xmlns:a16="http://schemas.microsoft.com/office/drawing/2014/main" id="{A27C58E9-A5D3-DFD5-ADD0-684B3B366C7D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10641;p52">
            <a:extLst>
              <a:ext uri="{FF2B5EF4-FFF2-40B4-BE49-F238E27FC236}">
                <a16:creationId xmlns:a16="http://schemas.microsoft.com/office/drawing/2014/main" id="{D9436970-17B0-F723-653A-ED01646C81F7}"/>
              </a:ext>
            </a:extLst>
          </p:cNvPr>
          <p:cNvGrpSpPr/>
          <p:nvPr/>
        </p:nvGrpSpPr>
        <p:grpSpPr>
          <a:xfrm>
            <a:off x="7430402" y="453646"/>
            <a:ext cx="428390" cy="367189"/>
            <a:chOff x="753950" y="238125"/>
            <a:chExt cx="6111125" cy="5238075"/>
          </a:xfrm>
        </p:grpSpPr>
        <p:sp>
          <p:nvSpPr>
            <p:cNvPr id="32" name="Google Shape;10642;p52">
              <a:extLst>
                <a:ext uri="{FF2B5EF4-FFF2-40B4-BE49-F238E27FC236}">
                  <a16:creationId xmlns:a16="http://schemas.microsoft.com/office/drawing/2014/main" id="{FF673AB4-C7B8-B196-4CC2-EE01147D8B41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643;p52">
              <a:extLst>
                <a:ext uri="{FF2B5EF4-FFF2-40B4-BE49-F238E27FC236}">
                  <a16:creationId xmlns:a16="http://schemas.microsoft.com/office/drawing/2014/main" id="{9AB57F7F-A83B-55D1-91FB-B7D8D56B33A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644;p52">
              <a:extLst>
                <a:ext uri="{FF2B5EF4-FFF2-40B4-BE49-F238E27FC236}">
                  <a16:creationId xmlns:a16="http://schemas.microsoft.com/office/drawing/2014/main" id="{B87534E0-C39B-450D-3B1C-615DF623B3AD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645;p52">
              <a:extLst>
                <a:ext uri="{FF2B5EF4-FFF2-40B4-BE49-F238E27FC236}">
                  <a16:creationId xmlns:a16="http://schemas.microsoft.com/office/drawing/2014/main" id="{F6BB0F09-EB60-CA59-E1B3-ED25B0AC4DC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646;p52">
              <a:extLst>
                <a:ext uri="{FF2B5EF4-FFF2-40B4-BE49-F238E27FC236}">
                  <a16:creationId xmlns:a16="http://schemas.microsoft.com/office/drawing/2014/main" id="{418F6C61-E642-9386-34DF-6C3B5D48F34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647;p52">
              <a:extLst>
                <a:ext uri="{FF2B5EF4-FFF2-40B4-BE49-F238E27FC236}">
                  <a16:creationId xmlns:a16="http://schemas.microsoft.com/office/drawing/2014/main" id="{478923A8-BA33-60EF-D626-67ADBB2486F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648;p52">
              <a:extLst>
                <a:ext uri="{FF2B5EF4-FFF2-40B4-BE49-F238E27FC236}">
                  <a16:creationId xmlns:a16="http://schemas.microsoft.com/office/drawing/2014/main" id="{4B952DA5-58B0-E351-567B-619A4AFCFA6D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649;p52">
              <a:extLst>
                <a:ext uri="{FF2B5EF4-FFF2-40B4-BE49-F238E27FC236}">
                  <a16:creationId xmlns:a16="http://schemas.microsoft.com/office/drawing/2014/main" id="{90942C70-CB7C-8597-9470-A4BE6C95C5CB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650;p52">
              <a:extLst>
                <a:ext uri="{FF2B5EF4-FFF2-40B4-BE49-F238E27FC236}">
                  <a16:creationId xmlns:a16="http://schemas.microsoft.com/office/drawing/2014/main" id="{36F6F029-7DB4-4BF6-4930-3B9F11ECE459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651;p52">
              <a:extLst>
                <a:ext uri="{FF2B5EF4-FFF2-40B4-BE49-F238E27FC236}">
                  <a16:creationId xmlns:a16="http://schemas.microsoft.com/office/drawing/2014/main" id="{7601D356-73E3-7034-F58B-8C23A93A5C54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652;p52">
              <a:extLst>
                <a:ext uri="{FF2B5EF4-FFF2-40B4-BE49-F238E27FC236}">
                  <a16:creationId xmlns:a16="http://schemas.microsoft.com/office/drawing/2014/main" id="{D2A37613-C438-0B48-0445-BD00E2D6193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653;p52">
              <a:extLst>
                <a:ext uri="{FF2B5EF4-FFF2-40B4-BE49-F238E27FC236}">
                  <a16:creationId xmlns:a16="http://schemas.microsoft.com/office/drawing/2014/main" id="{BB5C7F3B-4FA2-0620-627D-6AADE8D2DED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654;p52">
              <a:extLst>
                <a:ext uri="{FF2B5EF4-FFF2-40B4-BE49-F238E27FC236}">
                  <a16:creationId xmlns:a16="http://schemas.microsoft.com/office/drawing/2014/main" id="{C573F9C3-F18F-463A-1BEB-F824F25789C6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655;p52">
              <a:extLst>
                <a:ext uri="{FF2B5EF4-FFF2-40B4-BE49-F238E27FC236}">
                  <a16:creationId xmlns:a16="http://schemas.microsoft.com/office/drawing/2014/main" id="{9EAD826C-7E98-D790-3EA9-8490F158FBF6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656;p52">
              <a:extLst>
                <a:ext uri="{FF2B5EF4-FFF2-40B4-BE49-F238E27FC236}">
                  <a16:creationId xmlns:a16="http://schemas.microsoft.com/office/drawing/2014/main" id="{571190FE-DDCD-9F9A-1232-A5C749586CD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657;p52">
              <a:extLst>
                <a:ext uri="{FF2B5EF4-FFF2-40B4-BE49-F238E27FC236}">
                  <a16:creationId xmlns:a16="http://schemas.microsoft.com/office/drawing/2014/main" id="{FA169FA0-75C5-3BC6-843E-8E7F078CC98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658;p52">
              <a:extLst>
                <a:ext uri="{FF2B5EF4-FFF2-40B4-BE49-F238E27FC236}">
                  <a16:creationId xmlns:a16="http://schemas.microsoft.com/office/drawing/2014/main" id="{7BA0D161-BC08-8CCA-E8EC-093B32A160EF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659;p52">
              <a:extLst>
                <a:ext uri="{FF2B5EF4-FFF2-40B4-BE49-F238E27FC236}">
                  <a16:creationId xmlns:a16="http://schemas.microsoft.com/office/drawing/2014/main" id="{66A778AD-26E8-A84E-ADA4-77475616134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660;p52">
              <a:extLst>
                <a:ext uri="{FF2B5EF4-FFF2-40B4-BE49-F238E27FC236}">
                  <a16:creationId xmlns:a16="http://schemas.microsoft.com/office/drawing/2014/main" id="{1B28C38E-6DDA-D7CC-B7E5-519C8C89BAFE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661;p52">
              <a:extLst>
                <a:ext uri="{FF2B5EF4-FFF2-40B4-BE49-F238E27FC236}">
                  <a16:creationId xmlns:a16="http://schemas.microsoft.com/office/drawing/2014/main" id="{A50F7F2A-7851-D7D6-A1A8-5272A1E69880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662;p52">
              <a:extLst>
                <a:ext uri="{FF2B5EF4-FFF2-40B4-BE49-F238E27FC236}">
                  <a16:creationId xmlns:a16="http://schemas.microsoft.com/office/drawing/2014/main" id="{8349EA79-C86F-162C-E4DB-3C7FF546BBCD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663;p52">
              <a:extLst>
                <a:ext uri="{FF2B5EF4-FFF2-40B4-BE49-F238E27FC236}">
                  <a16:creationId xmlns:a16="http://schemas.microsoft.com/office/drawing/2014/main" id="{C22CB5C2-4316-3B73-39ED-8E0C02F092CD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664;p52">
              <a:extLst>
                <a:ext uri="{FF2B5EF4-FFF2-40B4-BE49-F238E27FC236}">
                  <a16:creationId xmlns:a16="http://schemas.microsoft.com/office/drawing/2014/main" id="{1CBBFE2F-22D0-AA1B-5BC0-C445CE8AD9D3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665;p52">
              <a:extLst>
                <a:ext uri="{FF2B5EF4-FFF2-40B4-BE49-F238E27FC236}">
                  <a16:creationId xmlns:a16="http://schemas.microsoft.com/office/drawing/2014/main" id="{5128FAC3-3EB4-825E-FB53-39766C6A715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666;p52">
              <a:extLst>
                <a:ext uri="{FF2B5EF4-FFF2-40B4-BE49-F238E27FC236}">
                  <a16:creationId xmlns:a16="http://schemas.microsoft.com/office/drawing/2014/main" id="{F1AEB42B-9F49-58A9-C139-CB9C323BC92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667;p52">
              <a:extLst>
                <a:ext uri="{FF2B5EF4-FFF2-40B4-BE49-F238E27FC236}">
                  <a16:creationId xmlns:a16="http://schemas.microsoft.com/office/drawing/2014/main" id="{A3175CE3-5DF8-E802-2D6A-C741D7D9B0F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668;p52">
              <a:extLst>
                <a:ext uri="{FF2B5EF4-FFF2-40B4-BE49-F238E27FC236}">
                  <a16:creationId xmlns:a16="http://schemas.microsoft.com/office/drawing/2014/main" id="{2F306155-14DA-F67D-C868-FD08BADC322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10641;p52">
            <a:extLst>
              <a:ext uri="{FF2B5EF4-FFF2-40B4-BE49-F238E27FC236}">
                <a16:creationId xmlns:a16="http://schemas.microsoft.com/office/drawing/2014/main" id="{93B82B7E-F24B-019F-2EF9-DC68516B5E4A}"/>
              </a:ext>
            </a:extLst>
          </p:cNvPr>
          <p:cNvGrpSpPr/>
          <p:nvPr/>
        </p:nvGrpSpPr>
        <p:grpSpPr>
          <a:xfrm>
            <a:off x="7491597" y="1032828"/>
            <a:ext cx="428390" cy="367189"/>
            <a:chOff x="753950" y="238125"/>
            <a:chExt cx="6111125" cy="5238075"/>
          </a:xfrm>
        </p:grpSpPr>
        <p:sp>
          <p:nvSpPr>
            <p:cNvPr id="60" name="Google Shape;10642;p52">
              <a:extLst>
                <a:ext uri="{FF2B5EF4-FFF2-40B4-BE49-F238E27FC236}">
                  <a16:creationId xmlns:a16="http://schemas.microsoft.com/office/drawing/2014/main" id="{243C8AE7-4BCF-6AEB-B2F1-B59DE73B72D3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643;p52">
              <a:extLst>
                <a:ext uri="{FF2B5EF4-FFF2-40B4-BE49-F238E27FC236}">
                  <a16:creationId xmlns:a16="http://schemas.microsoft.com/office/drawing/2014/main" id="{537ED7D0-FED3-4E7D-1A31-2B8A30835B13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644;p52">
              <a:extLst>
                <a:ext uri="{FF2B5EF4-FFF2-40B4-BE49-F238E27FC236}">
                  <a16:creationId xmlns:a16="http://schemas.microsoft.com/office/drawing/2014/main" id="{E7FF0D61-28C5-E02C-74C4-44348BC38259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645;p52">
              <a:extLst>
                <a:ext uri="{FF2B5EF4-FFF2-40B4-BE49-F238E27FC236}">
                  <a16:creationId xmlns:a16="http://schemas.microsoft.com/office/drawing/2014/main" id="{5B020910-00B4-2E82-382B-299EB2C3E93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9" name="Google Shape;10646;p52">
              <a:extLst>
                <a:ext uri="{FF2B5EF4-FFF2-40B4-BE49-F238E27FC236}">
                  <a16:creationId xmlns:a16="http://schemas.microsoft.com/office/drawing/2014/main" id="{F19B5838-4A67-4C94-D62B-47A60192242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10647;p52">
              <a:extLst>
                <a:ext uri="{FF2B5EF4-FFF2-40B4-BE49-F238E27FC236}">
                  <a16:creationId xmlns:a16="http://schemas.microsoft.com/office/drawing/2014/main" id="{D2E066E1-DB04-BB72-A1F9-06FA925886A0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10648;p52">
              <a:extLst>
                <a:ext uri="{FF2B5EF4-FFF2-40B4-BE49-F238E27FC236}">
                  <a16:creationId xmlns:a16="http://schemas.microsoft.com/office/drawing/2014/main" id="{A0BEBCE8-7711-8A1B-9B8F-42B5FDA57A7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2" name="Google Shape;10649;p52">
              <a:extLst>
                <a:ext uri="{FF2B5EF4-FFF2-40B4-BE49-F238E27FC236}">
                  <a16:creationId xmlns:a16="http://schemas.microsoft.com/office/drawing/2014/main" id="{DB0B5665-31F1-D6E7-0016-85CD4491E41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3" name="Google Shape;10650;p52">
              <a:extLst>
                <a:ext uri="{FF2B5EF4-FFF2-40B4-BE49-F238E27FC236}">
                  <a16:creationId xmlns:a16="http://schemas.microsoft.com/office/drawing/2014/main" id="{05BC5E22-448D-AB23-8E07-4907AA3E20BB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4" name="Google Shape;10651;p52">
              <a:extLst>
                <a:ext uri="{FF2B5EF4-FFF2-40B4-BE49-F238E27FC236}">
                  <a16:creationId xmlns:a16="http://schemas.microsoft.com/office/drawing/2014/main" id="{48FE23CF-08D9-0021-07D6-EF2EDDFB2C43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5" name="Google Shape;10652;p52">
              <a:extLst>
                <a:ext uri="{FF2B5EF4-FFF2-40B4-BE49-F238E27FC236}">
                  <a16:creationId xmlns:a16="http://schemas.microsoft.com/office/drawing/2014/main" id="{EC776DC0-589B-63CF-C090-E054C03082C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6" name="Google Shape;10653;p52">
              <a:extLst>
                <a:ext uri="{FF2B5EF4-FFF2-40B4-BE49-F238E27FC236}">
                  <a16:creationId xmlns:a16="http://schemas.microsoft.com/office/drawing/2014/main" id="{4B8BA4DA-B74C-A42C-C86E-155FD8EE3D3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7" name="Google Shape;10654;p52">
              <a:extLst>
                <a:ext uri="{FF2B5EF4-FFF2-40B4-BE49-F238E27FC236}">
                  <a16:creationId xmlns:a16="http://schemas.microsoft.com/office/drawing/2014/main" id="{A9AF036D-0309-B45F-6270-06A602306C04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8" name="Google Shape;10655;p52">
              <a:extLst>
                <a:ext uri="{FF2B5EF4-FFF2-40B4-BE49-F238E27FC236}">
                  <a16:creationId xmlns:a16="http://schemas.microsoft.com/office/drawing/2014/main" id="{69C88300-7AD9-083C-E2FE-3CF690961FA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9" name="Google Shape;10656;p52">
              <a:extLst>
                <a:ext uri="{FF2B5EF4-FFF2-40B4-BE49-F238E27FC236}">
                  <a16:creationId xmlns:a16="http://schemas.microsoft.com/office/drawing/2014/main" id="{757FB262-52C5-3F2B-4DEC-B4A621658AD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0" name="Google Shape;10657;p52">
              <a:extLst>
                <a:ext uri="{FF2B5EF4-FFF2-40B4-BE49-F238E27FC236}">
                  <a16:creationId xmlns:a16="http://schemas.microsoft.com/office/drawing/2014/main" id="{306528A8-12C7-7BDF-2102-4A8EF53ED19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1" name="Google Shape;10658;p52">
              <a:extLst>
                <a:ext uri="{FF2B5EF4-FFF2-40B4-BE49-F238E27FC236}">
                  <a16:creationId xmlns:a16="http://schemas.microsoft.com/office/drawing/2014/main" id="{351E8810-8D1F-77EF-8F87-9904DA69D1E4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2" name="Google Shape;10659;p52">
              <a:extLst>
                <a:ext uri="{FF2B5EF4-FFF2-40B4-BE49-F238E27FC236}">
                  <a16:creationId xmlns:a16="http://schemas.microsoft.com/office/drawing/2014/main" id="{D3D25FEE-62E8-B41C-D4E2-508C403F41A2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3" name="Google Shape;10660;p52">
              <a:extLst>
                <a:ext uri="{FF2B5EF4-FFF2-40B4-BE49-F238E27FC236}">
                  <a16:creationId xmlns:a16="http://schemas.microsoft.com/office/drawing/2014/main" id="{FB019948-37F6-625B-7A44-770492FFA763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4" name="Google Shape;10661;p52">
              <a:extLst>
                <a:ext uri="{FF2B5EF4-FFF2-40B4-BE49-F238E27FC236}">
                  <a16:creationId xmlns:a16="http://schemas.microsoft.com/office/drawing/2014/main" id="{49B26A24-0F96-6E1F-929D-1DEA511AC2EC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5" name="Google Shape;10662;p52">
              <a:extLst>
                <a:ext uri="{FF2B5EF4-FFF2-40B4-BE49-F238E27FC236}">
                  <a16:creationId xmlns:a16="http://schemas.microsoft.com/office/drawing/2014/main" id="{2EAB3CDB-BDB6-4DAA-919A-E71C1544CE2F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6" name="Google Shape;10663;p52">
              <a:extLst>
                <a:ext uri="{FF2B5EF4-FFF2-40B4-BE49-F238E27FC236}">
                  <a16:creationId xmlns:a16="http://schemas.microsoft.com/office/drawing/2014/main" id="{1E0DA13B-3C16-610A-22CC-0669480EE1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7" name="Google Shape;10664;p52">
              <a:extLst>
                <a:ext uri="{FF2B5EF4-FFF2-40B4-BE49-F238E27FC236}">
                  <a16:creationId xmlns:a16="http://schemas.microsoft.com/office/drawing/2014/main" id="{C9A4E3F9-91B1-1498-B05F-4D6C4080BBE0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8" name="Google Shape;10665;p52">
              <a:extLst>
                <a:ext uri="{FF2B5EF4-FFF2-40B4-BE49-F238E27FC236}">
                  <a16:creationId xmlns:a16="http://schemas.microsoft.com/office/drawing/2014/main" id="{25B90355-BA92-EAC8-D72B-24C607D41821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9" name="Google Shape;10666;p52">
              <a:extLst>
                <a:ext uri="{FF2B5EF4-FFF2-40B4-BE49-F238E27FC236}">
                  <a16:creationId xmlns:a16="http://schemas.microsoft.com/office/drawing/2014/main" id="{344A6F53-453C-4F40-796C-5DEB5CF21D45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0" name="Google Shape;10667;p52">
              <a:extLst>
                <a:ext uri="{FF2B5EF4-FFF2-40B4-BE49-F238E27FC236}">
                  <a16:creationId xmlns:a16="http://schemas.microsoft.com/office/drawing/2014/main" id="{34EB9204-9E66-D6CD-20F3-680FDD2FA987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1" name="Google Shape;10668;p52">
              <a:extLst>
                <a:ext uri="{FF2B5EF4-FFF2-40B4-BE49-F238E27FC236}">
                  <a16:creationId xmlns:a16="http://schemas.microsoft.com/office/drawing/2014/main" id="{DEA20D71-DAAA-63B9-E7CB-256D3BD2CF4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2" name="Google Shape;9331;p52">
            <a:extLst>
              <a:ext uri="{FF2B5EF4-FFF2-40B4-BE49-F238E27FC236}">
                <a16:creationId xmlns:a16="http://schemas.microsoft.com/office/drawing/2014/main" id="{574557A3-993B-F9C5-A907-CA487E195C0F}"/>
              </a:ext>
            </a:extLst>
          </p:cNvPr>
          <p:cNvGrpSpPr/>
          <p:nvPr/>
        </p:nvGrpSpPr>
        <p:grpSpPr>
          <a:xfrm>
            <a:off x="814527" y="3849986"/>
            <a:ext cx="1182999" cy="699504"/>
            <a:chOff x="1833987" y="2604860"/>
            <a:chExt cx="1182999" cy="699504"/>
          </a:xfrm>
        </p:grpSpPr>
        <p:sp>
          <p:nvSpPr>
            <p:cNvPr id="7213" name="Google Shape;9332;p52">
              <a:extLst>
                <a:ext uri="{FF2B5EF4-FFF2-40B4-BE49-F238E27FC236}">
                  <a16:creationId xmlns:a16="http://schemas.microsoft.com/office/drawing/2014/main" id="{2D3F94F4-B7EF-3957-7D7D-9A2D7225814D}"/>
                </a:ext>
              </a:extLst>
            </p:cNvPr>
            <p:cNvSpPr/>
            <p:nvPr/>
          </p:nvSpPr>
          <p:spPr>
            <a:xfrm>
              <a:off x="290844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4" name="Google Shape;9333;p52">
              <a:extLst>
                <a:ext uri="{FF2B5EF4-FFF2-40B4-BE49-F238E27FC236}">
                  <a16:creationId xmlns:a16="http://schemas.microsoft.com/office/drawing/2014/main" id="{64D9EACB-842A-8736-BABF-4B5430991B43}"/>
                </a:ext>
              </a:extLst>
            </p:cNvPr>
            <p:cNvSpPr/>
            <p:nvPr/>
          </p:nvSpPr>
          <p:spPr>
            <a:xfrm>
              <a:off x="290844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5" name="Google Shape;9334;p52">
              <a:extLst>
                <a:ext uri="{FF2B5EF4-FFF2-40B4-BE49-F238E27FC236}">
                  <a16:creationId xmlns:a16="http://schemas.microsoft.com/office/drawing/2014/main" id="{2BCB6464-B9C2-516C-BAB9-8AE5376BA3C9}"/>
                </a:ext>
              </a:extLst>
            </p:cNvPr>
            <p:cNvSpPr/>
            <p:nvPr/>
          </p:nvSpPr>
          <p:spPr>
            <a:xfrm>
              <a:off x="290897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6" name="Google Shape;9335;p52">
              <a:extLst>
                <a:ext uri="{FF2B5EF4-FFF2-40B4-BE49-F238E27FC236}">
                  <a16:creationId xmlns:a16="http://schemas.microsoft.com/office/drawing/2014/main" id="{01E440A9-A701-6C61-7876-7C6F0F3B1CF4}"/>
                </a:ext>
              </a:extLst>
            </p:cNvPr>
            <p:cNvSpPr/>
            <p:nvPr/>
          </p:nvSpPr>
          <p:spPr>
            <a:xfrm>
              <a:off x="290844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7" name="Google Shape;9336;p52">
              <a:extLst>
                <a:ext uri="{FF2B5EF4-FFF2-40B4-BE49-F238E27FC236}">
                  <a16:creationId xmlns:a16="http://schemas.microsoft.com/office/drawing/2014/main" id="{73D321E8-F61B-FECD-3616-430F13FCF9ED}"/>
                </a:ext>
              </a:extLst>
            </p:cNvPr>
            <p:cNvSpPr/>
            <p:nvPr/>
          </p:nvSpPr>
          <p:spPr>
            <a:xfrm>
              <a:off x="290897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8" name="Google Shape;9337;p52">
              <a:extLst>
                <a:ext uri="{FF2B5EF4-FFF2-40B4-BE49-F238E27FC236}">
                  <a16:creationId xmlns:a16="http://schemas.microsoft.com/office/drawing/2014/main" id="{21559FD0-D751-519C-EDB0-119958109811}"/>
                </a:ext>
              </a:extLst>
            </p:cNvPr>
            <p:cNvSpPr/>
            <p:nvPr/>
          </p:nvSpPr>
          <p:spPr>
            <a:xfrm>
              <a:off x="290844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9" name="Google Shape;9338;p52">
              <a:extLst>
                <a:ext uri="{FF2B5EF4-FFF2-40B4-BE49-F238E27FC236}">
                  <a16:creationId xmlns:a16="http://schemas.microsoft.com/office/drawing/2014/main" id="{68202809-9538-B446-60BE-976CC8C7FF1A}"/>
                </a:ext>
              </a:extLst>
            </p:cNvPr>
            <p:cNvSpPr/>
            <p:nvPr/>
          </p:nvSpPr>
          <p:spPr>
            <a:xfrm>
              <a:off x="2908973" y="2927730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0" name="Google Shape;9339;p52">
              <a:extLst>
                <a:ext uri="{FF2B5EF4-FFF2-40B4-BE49-F238E27FC236}">
                  <a16:creationId xmlns:a16="http://schemas.microsoft.com/office/drawing/2014/main" id="{A78140B6-3CE3-4461-C020-7D655A1BFAA3}"/>
                </a:ext>
              </a:extLst>
            </p:cNvPr>
            <p:cNvSpPr/>
            <p:nvPr/>
          </p:nvSpPr>
          <p:spPr>
            <a:xfrm>
              <a:off x="290844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1" name="Google Shape;9340;p52">
              <a:extLst>
                <a:ext uri="{FF2B5EF4-FFF2-40B4-BE49-F238E27FC236}">
                  <a16:creationId xmlns:a16="http://schemas.microsoft.com/office/drawing/2014/main" id="{0210DC0D-6EDB-5164-718F-083F49B618B6}"/>
                </a:ext>
              </a:extLst>
            </p:cNvPr>
            <p:cNvSpPr/>
            <p:nvPr/>
          </p:nvSpPr>
          <p:spPr>
            <a:xfrm>
              <a:off x="290897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2" name="Google Shape;9341;p52">
              <a:extLst>
                <a:ext uri="{FF2B5EF4-FFF2-40B4-BE49-F238E27FC236}">
                  <a16:creationId xmlns:a16="http://schemas.microsoft.com/office/drawing/2014/main" id="{D2463022-428A-3BA1-7D9D-B38279C02C5F}"/>
                </a:ext>
              </a:extLst>
            </p:cNvPr>
            <p:cNvSpPr/>
            <p:nvPr/>
          </p:nvSpPr>
          <p:spPr>
            <a:xfrm>
              <a:off x="290844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3" name="Google Shape;9342;p52">
              <a:extLst>
                <a:ext uri="{FF2B5EF4-FFF2-40B4-BE49-F238E27FC236}">
                  <a16:creationId xmlns:a16="http://schemas.microsoft.com/office/drawing/2014/main" id="{A95D2D67-3AC6-249F-D233-1660781814A6}"/>
                </a:ext>
              </a:extLst>
            </p:cNvPr>
            <p:cNvSpPr/>
            <p:nvPr/>
          </p:nvSpPr>
          <p:spPr>
            <a:xfrm>
              <a:off x="290897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4" name="Google Shape;9343;p52">
              <a:extLst>
                <a:ext uri="{FF2B5EF4-FFF2-40B4-BE49-F238E27FC236}">
                  <a16:creationId xmlns:a16="http://schemas.microsoft.com/office/drawing/2014/main" id="{2CB23472-D557-23AF-1EAC-82C3246B1A18}"/>
                </a:ext>
              </a:extLst>
            </p:cNvPr>
            <p:cNvSpPr/>
            <p:nvPr/>
          </p:nvSpPr>
          <p:spPr>
            <a:xfrm>
              <a:off x="285471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5" name="Google Shape;9344;p52">
              <a:extLst>
                <a:ext uri="{FF2B5EF4-FFF2-40B4-BE49-F238E27FC236}">
                  <a16:creationId xmlns:a16="http://schemas.microsoft.com/office/drawing/2014/main" id="{5B66A44A-C95D-4E9D-9008-80329874D4DE}"/>
                </a:ext>
              </a:extLst>
            </p:cNvPr>
            <p:cNvSpPr/>
            <p:nvPr/>
          </p:nvSpPr>
          <p:spPr>
            <a:xfrm>
              <a:off x="2855240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6" name="Google Shape;9345;p52">
              <a:extLst>
                <a:ext uri="{FF2B5EF4-FFF2-40B4-BE49-F238E27FC236}">
                  <a16:creationId xmlns:a16="http://schemas.microsoft.com/office/drawing/2014/main" id="{35D785D7-ED03-5596-7676-DED057500B16}"/>
                </a:ext>
              </a:extLst>
            </p:cNvPr>
            <p:cNvSpPr/>
            <p:nvPr/>
          </p:nvSpPr>
          <p:spPr>
            <a:xfrm>
              <a:off x="285471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7" name="Google Shape;9346;p52">
              <a:extLst>
                <a:ext uri="{FF2B5EF4-FFF2-40B4-BE49-F238E27FC236}">
                  <a16:creationId xmlns:a16="http://schemas.microsoft.com/office/drawing/2014/main" id="{60231798-07CC-5615-B9B6-0B422C3E4573}"/>
                </a:ext>
              </a:extLst>
            </p:cNvPr>
            <p:cNvSpPr/>
            <p:nvPr/>
          </p:nvSpPr>
          <p:spPr>
            <a:xfrm>
              <a:off x="285471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8" name="Google Shape;9347;p52">
              <a:extLst>
                <a:ext uri="{FF2B5EF4-FFF2-40B4-BE49-F238E27FC236}">
                  <a16:creationId xmlns:a16="http://schemas.microsoft.com/office/drawing/2014/main" id="{3570B164-F34E-086E-FEFE-87BFE4DD7DE2}"/>
                </a:ext>
              </a:extLst>
            </p:cNvPr>
            <p:cNvSpPr/>
            <p:nvPr/>
          </p:nvSpPr>
          <p:spPr>
            <a:xfrm>
              <a:off x="2855240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9" name="Google Shape;9348;p52">
              <a:extLst>
                <a:ext uri="{FF2B5EF4-FFF2-40B4-BE49-F238E27FC236}">
                  <a16:creationId xmlns:a16="http://schemas.microsoft.com/office/drawing/2014/main" id="{B25D04FD-C8E0-D700-6D74-9AD464A5A109}"/>
                </a:ext>
              </a:extLst>
            </p:cNvPr>
            <p:cNvSpPr/>
            <p:nvPr/>
          </p:nvSpPr>
          <p:spPr>
            <a:xfrm>
              <a:off x="285471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0" name="Google Shape;9349;p52">
              <a:extLst>
                <a:ext uri="{FF2B5EF4-FFF2-40B4-BE49-F238E27FC236}">
                  <a16:creationId xmlns:a16="http://schemas.microsoft.com/office/drawing/2014/main" id="{9D858837-B398-C852-B991-60E724901287}"/>
                </a:ext>
              </a:extLst>
            </p:cNvPr>
            <p:cNvSpPr/>
            <p:nvPr/>
          </p:nvSpPr>
          <p:spPr>
            <a:xfrm>
              <a:off x="2855240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1" name="Google Shape;9350;p52">
              <a:extLst>
                <a:ext uri="{FF2B5EF4-FFF2-40B4-BE49-F238E27FC236}">
                  <a16:creationId xmlns:a16="http://schemas.microsoft.com/office/drawing/2014/main" id="{807C8AD8-C40D-4B06-1292-7A53A0D5E40C}"/>
                </a:ext>
              </a:extLst>
            </p:cNvPr>
            <p:cNvSpPr/>
            <p:nvPr/>
          </p:nvSpPr>
          <p:spPr>
            <a:xfrm>
              <a:off x="285471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9351;p52">
              <a:extLst>
                <a:ext uri="{FF2B5EF4-FFF2-40B4-BE49-F238E27FC236}">
                  <a16:creationId xmlns:a16="http://schemas.microsoft.com/office/drawing/2014/main" id="{575FC8D8-04C2-2EE2-0EC3-B7AE39545C69}"/>
                </a:ext>
              </a:extLst>
            </p:cNvPr>
            <p:cNvSpPr/>
            <p:nvPr/>
          </p:nvSpPr>
          <p:spPr>
            <a:xfrm>
              <a:off x="285471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9352;p52">
              <a:extLst>
                <a:ext uri="{FF2B5EF4-FFF2-40B4-BE49-F238E27FC236}">
                  <a16:creationId xmlns:a16="http://schemas.microsoft.com/office/drawing/2014/main" id="{29B81CF6-B891-4244-E053-431553F57584}"/>
                </a:ext>
              </a:extLst>
            </p:cNvPr>
            <p:cNvSpPr/>
            <p:nvPr/>
          </p:nvSpPr>
          <p:spPr>
            <a:xfrm>
              <a:off x="2855240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6" name="Google Shape;9353;p52">
              <a:extLst>
                <a:ext uri="{FF2B5EF4-FFF2-40B4-BE49-F238E27FC236}">
                  <a16:creationId xmlns:a16="http://schemas.microsoft.com/office/drawing/2014/main" id="{10CCE0EE-A287-21CC-A829-DC211255DA8A}"/>
                </a:ext>
              </a:extLst>
            </p:cNvPr>
            <p:cNvSpPr/>
            <p:nvPr/>
          </p:nvSpPr>
          <p:spPr>
            <a:xfrm>
              <a:off x="285471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7" name="Google Shape;9354;p52">
              <a:extLst>
                <a:ext uri="{FF2B5EF4-FFF2-40B4-BE49-F238E27FC236}">
                  <a16:creationId xmlns:a16="http://schemas.microsoft.com/office/drawing/2014/main" id="{3CB5AFB7-4A81-B410-763E-10A5276EC791}"/>
                </a:ext>
              </a:extLst>
            </p:cNvPr>
            <p:cNvSpPr/>
            <p:nvPr/>
          </p:nvSpPr>
          <p:spPr>
            <a:xfrm>
              <a:off x="2855240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9355;p52">
              <a:extLst>
                <a:ext uri="{FF2B5EF4-FFF2-40B4-BE49-F238E27FC236}">
                  <a16:creationId xmlns:a16="http://schemas.microsoft.com/office/drawing/2014/main" id="{85991DC6-3B79-329D-912B-27089BE0D9C2}"/>
                </a:ext>
              </a:extLst>
            </p:cNvPr>
            <p:cNvSpPr/>
            <p:nvPr/>
          </p:nvSpPr>
          <p:spPr>
            <a:xfrm>
              <a:off x="285471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9356;p52">
              <a:extLst>
                <a:ext uri="{FF2B5EF4-FFF2-40B4-BE49-F238E27FC236}">
                  <a16:creationId xmlns:a16="http://schemas.microsoft.com/office/drawing/2014/main" id="{A394A110-05D0-4ADB-D34F-2528DAE16FB9}"/>
                </a:ext>
              </a:extLst>
            </p:cNvPr>
            <p:cNvSpPr/>
            <p:nvPr/>
          </p:nvSpPr>
          <p:spPr>
            <a:xfrm>
              <a:off x="285471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9357;p52">
              <a:extLst>
                <a:ext uri="{FF2B5EF4-FFF2-40B4-BE49-F238E27FC236}">
                  <a16:creationId xmlns:a16="http://schemas.microsoft.com/office/drawing/2014/main" id="{1885245D-50DA-D3AC-D7A1-DC17E4EB4350}"/>
                </a:ext>
              </a:extLst>
            </p:cNvPr>
            <p:cNvSpPr/>
            <p:nvPr/>
          </p:nvSpPr>
          <p:spPr>
            <a:xfrm>
              <a:off x="2855240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9358;p52">
              <a:extLst>
                <a:ext uri="{FF2B5EF4-FFF2-40B4-BE49-F238E27FC236}">
                  <a16:creationId xmlns:a16="http://schemas.microsoft.com/office/drawing/2014/main" id="{C7901209-249A-5A57-9FDF-79070C6C4182}"/>
                </a:ext>
              </a:extLst>
            </p:cNvPr>
            <p:cNvSpPr/>
            <p:nvPr/>
          </p:nvSpPr>
          <p:spPr>
            <a:xfrm>
              <a:off x="2801007" y="3142120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9359;p52">
              <a:extLst>
                <a:ext uri="{FF2B5EF4-FFF2-40B4-BE49-F238E27FC236}">
                  <a16:creationId xmlns:a16="http://schemas.microsoft.com/office/drawing/2014/main" id="{ACD30A6F-60A6-926A-E2DE-0492A92E7359}"/>
                </a:ext>
              </a:extLst>
            </p:cNvPr>
            <p:cNvSpPr/>
            <p:nvPr/>
          </p:nvSpPr>
          <p:spPr>
            <a:xfrm>
              <a:off x="2801568" y="314264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9360;p52">
              <a:extLst>
                <a:ext uri="{FF2B5EF4-FFF2-40B4-BE49-F238E27FC236}">
                  <a16:creationId xmlns:a16="http://schemas.microsoft.com/office/drawing/2014/main" id="{5F8AE250-6B76-C5D2-02F1-9DF1E52F2432}"/>
                </a:ext>
              </a:extLst>
            </p:cNvPr>
            <p:cNvSpPr/>
            <p:nvPr/>
          </p:nvSpPr>
          <p:spPr>
            <a:xfrm>
              <a:off x="2801007" y="3088355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9361;p52">
              <a:extLst>
                <a:ext uri="{FF2B5EF4-FFF2-40B4-BE49-F238E27FC236}">
                  <a16:creationId xmlns:a16="http://schemas.microsoft.com/office/drawing/2014/main" id="{9C7A13AB-3D8D-233C-1432-A12CF182B7C0}"/>
                </a:ext>
              </a:extLst>
            </p:cNvPr>
            <p:cNvSpPr/>
            <p:nvPr/>
          </p:nvSpPr>
          <p:spPr>
            <a:xfrm>
              <a:off x="2801007" y="3034684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9362;p52">
              <a:extLst>
                <a:ext uri="{FF2B5EF4-FFF2-40B4-BE49-F238E27FC236}">
                  <a16:creationId xmlns:a16="http://schemas.microsoft.com/office/drawing/2014/main" id="{6B08D52B-51C3-7DA5-1229-7184CAA40299}"/>
                </a:ext>
              </a:extLst>
            </p:cNvPr>
            <p:cNvSpPr/>
            <p:nvPr/>
          </p:nvSpPr>
          <p:spPr>
            <a:xfrm>
              <a:off x="2801568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9363;p52">
              <a:extLst>
                <a:ext uri="{FF2B5EF4-FFF2-40B4-BE49-F238E27FC236}">
                  <a16:creationId xmlns:a16="http://schemas.microsoft.com/office/drawing/2014/main" id="{5F26EED5-3939-E869-2A00-1EA08D0F54A1}"/>
                </a:ext>
              </a:extLst>
            </p:cNvPr>
            <p:cNvSpPr/>
            <p:nvPr/>
          </p:nvSpPr>
          <p:spPr>
            <a:xfrm>
              <a:off x="2801007" y="2980919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9364;p52">
              <a:extLst>
                <a:ext uri="{FF2B5EF4-FFF2-40B4-BE49-F238E27FC236}">
                  <a16:creationId xmlns:a16="http://schemas.microsoft.com/office/drawing/2014/main" id="{FB3DEAC5-C1B8-A8EB-DFF7-E02CFAE9A00C}"/>
                </a:ext>
              </a:extLst>
            </p:cNvPr>
            <p:cNvSpPr/>
            <p:nvPr/>
          </p:nvSpPr>
          <p:spPr>
            <a:xfrm>
              <a:off x="2801007" y="292718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9365;p52">
              <a:extLst>
                <a:ext uri="{FF2B5EF4-FFF2-40B4-BE49-F238E27FC236}">
                  <a16:creationId xmlns:a16="http://schemas.microsoft.com/office/drawing/2014/main" id="{AB8F0C26-C825-1FF7-7610-056010A9E2C7}"/>
                </a:ext>
              </a:extLst>
            </p:cNvPr>
            <p:cNvSpPr/>
            <p:nvPr/>
          </p:nvSpPr>
          <p:spPr>
            <a:xfrm>
              <a:off x="2801568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9366;p52">
              <a:extLst>
                <a:ext uri="{FF2B5EF4-FFF2-40B4-BE49-F238E27FC236}">
                  <a16:creationId xmlns:a16="http://schemas.microsoft.com/office/drawing/2014/main" id="{4ADE4734-D5EE-ED64-D586-15DE426A5764}"/>
                </a:ext>
              </a:extLst>
            </p:cNvPr>
            <p:cNvSpPr/>
            <p:nvPr/>
          </p:nvSpPr>
          <p:spPr>
            <a:xfrm>
              <a:off x="2801007" y="2873498"/>
              <a:ext cx="54808" cy="54793"/>
            </a:xfrm>
            <a:custGeom>
              <a:avLst/>
              <a:gdLst/>
              <a:ahLst/>
              <a:cxnLst/>
              <a:rect l="l" t="t" r="r" b="b"/>
              <a:pathLst>
                <a:path w="3519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9367;p52">
              <a:extLst>
                <a:ext uri="{FF2B5EF4-FFF2-40B4-BE49-F238E27FC236}">
                  <a16:creationId xmlns:a16="http://schemas.microsoft.com/office/drawing/2014/main" id="{39BD0382-7B36-1DD0-2F42-E1A05AA36EBE}"/>
                </a:ext>
              </a:extLst>
            </p:cNvPr>
            <p:cNvSpPr/>
            <p:nvPr/>
          </p:nvSpPr>
          <p:spPr>
            <a:xfrm>
              <a:off x="2801007" y="2819764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9" y="3520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1" name="Google Shape;9368;p52">
              <a:extLst>
                <a:ext uri="{FF2B5EF4-FFF2-40B4-BE49-F238E27FC236}">
                  <a16:creationId xmlns:a16="http://schemas.microsoft.com/office/drawing/2014/main" id="{A57BB7BE-FC7B-4E1B-28CB-A3BEB69BA25F}"/>
                </a:ext>
              </a:extLst>
            </p:cNvPr>
            <p:cNvSpPr/>
            <p:nvPr/>
          </p:nvSpPr>
          <p:spPr>
            <a:xfrm>
              <a:off x="2801568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2" name="Google Shape;9369;p52">
              <a:extLst>
                <a:ext uri="{FF2B5EF4-FFF2-40B4-BE49-F238E27FC236}">
                  <a16:creationId xmlns:a16="http://schemas.microsoft.com/office/drawing/2014/main" id="{469405DB-27BD-6757-D25E-0F43E7AB13EF}"/>
                </a:ext>
              </a:extLst>
            </p:cNvPr>
            <p:cNvSpPr/>
            <p:nvPr/>
          </p:nvSpPr>
          <p:spPr>
            <a:xfrm>
              <a:off x="2801007" y="276601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3" name="Google Shape;9370;p52">
              <a:extLst>
                <a:ext uri="{FF2B5EF4-FFF2-40B4-BE49-F238E27FC236}">
                  <a16:creationId xmlns:a16="http://schemas.microsoft.com/office/drawing/2014/main" id="{67835F5F-AF08-4D7E-EABA-057B7B9F432C}"/>
                </a:ext>
              </a:extLst>
            </p:cNvPr>
            <p:cNvSpPr/>
            <p:nvPr/>
          </p:nvSpPr>
          <p:spPr>
            <a:xfrm>
              <a:off x="2801007" y="2712328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4" name="Google Shape;9371;p52">
              <a:extLst>
                <a:ext uri="{FF2B5EF4-FFF2-40B4-BE49-F238E27FC236}">
                  <a16:creationId xmlns:a16="http://schemas.microsoft.com/office/drawing/2014/main" id="{917B1D13-1603-C065-9A43-FC5F74A8C66D}"/>
                </a:ext>
              </a:extLst>
            </p:cNvPr>
            <p:cNvSpPr/>
            <p:nvPr/>
          </p:nvSpPr>
          <p:spPr>
            <a:xfrm>
              <a:off x="2801568" y="2712857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5" name="Google Shape;9372;p52">
              <a:extLst>
                <a:ext uri="{FF2B5EF4-FFF2-40B4-BE49-F238E27FC236}">
                  <a16:creationId xmlns:a16="http://schemas.microsoft.com/office/drawing/2014/main" id="{99EE46A3-1FBB-F6EA-9029-4BD7BC8F915A}"/>
                </a:ext>
              </a:extLst>
            </p:cNvPr>
            <p:cNvSpPr/>
            <p:nvPr/>
          </p:nvSpPr>
          <p:spPr>
            <a:xfrm>
              <a:off x="274727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6" name="Google Shape;9373;p52">
              <a:extLst>
                <a:ext uri="{FF2B5EF4-FFF2-40B4-BE49-F238E27FC236}">
                  <a16:creationId xmlns:a16="http://schemas.microsoft.com/office/drawing/2014/main" id="{C8515D8A-CCFB-3D0D-1C85-75B24ED5A593}"/>
                </a:ext>
              </a:extLst>
            </p:cNvPr>
            <p:cNvSpPr/>
            <p:nvPr/>
          </p:nvSpPr>
          <p:spPr>
            <a:xfrm>
              <a:off x="2747819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7" name="Google Shape;9374;p52">
              <a:extLst>
                <a:ext uri="{FF2B5EF4-FFF2-40B4-BE49-F238E27FC236}">
                  <a16:creationId xmlns:a16="http://schemas.microsoft.com/office/drawing/2014/main" id="{EDAF5C9C-9E90-C51F-93C8-BDFEFBF7EA88}"/>
                </a:ext>
              </a:extLst>
            </p:cNvPr>
            <p:cNvSpPr/>
            <p:nvPr/>
          </p:nvSpPr>
          <p:spPr>
            <a:xfrm>
              <a:off x="274727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8" name="Google Shape;9375;p52">
              <a:extLst>
                <a:ext uri="{FF2B5EF4-FFF2-40B4-BE49-F238E27FC236}">
                  <a16:creationId xmlns:a16="http://schemas.microsoft.com/office/drawing/2014/main" id="{D5C5866C-15D7-FD41-FE63-1158ED4A2D42}"/>
                </a:ext>
              </a:extLst>
            </p:cNvPr>
            <p:cNvSpPr/>
            <p:nvPr/>
          </p:nvSpPr>
          <p:spPr>
            <a:xfrm>
              <a:off x="274727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9" name="Google Shape;9376;p52">
              <a:extLst>
                <a:ext uri="{FF2B5EF4-FFF2-40B4-BE49-F238E27FC236}">
                  <a16:creationId xmlns:a16="http://schemas.microsoft.com/office/drawing/2014/main" id="{84B23924-F49A-BF36-EC06-7A7BEF1D969B}"/>
                </a:ext>
              </a:extLst>
            </p:cNvPr>
            <p:cNvSpPr/>
            <p:nvPr/>
          </p:nvSpPr>
          <p:spPr>
            <a:xfrm>
              <a:off x="274781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0" name="Google Shape;9377;p52">
              <a:extLst>
                <a:ext uri="{FF2B5EF4-FFF2-40B4-BE49-F238E27FC236}">
                  <a16:creationId xmlns:a16="http://schemas.microsoft.com/office/drawing/2014/main" id="{3066D42C-9604-0D80-3147-D19C5CE28B24}"/>
                </a:ext>
              </a:extLst>
            </p:cNvPr>
            <p:cNvSpPr/>
            <p:nvPr/>
          </p:nvSpPr>
          <p:spPr>
            <a:xfrm>
              <a:off x="274727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1" name="Google Shape;9378;p52">
              <a:extLst>
                <a:ext uri="{FF2B5EF4-FFF2-40B4-BE49-F238E27FC236}">
                  <a16:creationId xmlns:a16="http://schemas.microsoft.com/office/drawing/2014/main" id="{4B1972AB-B2D8-4733-9F1F-F454BB9341E0}"/>
                </a:ext>
              </a:extLst>
            </p:cNvPr>
            <p:cNvSpPr/>
            <p:nvPr/>
          </p:nvSpPr>
          <p:spPr>
            <a:xfrm>
              <a:off x="274781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9379;p52">
              <a:extLst>
                <a:ext uri="{FF2B5EF4-FFF2-40B4-BE49-F238E27FC236}">
                  <a16:creationId xmlns:a16="http://schemas.microsoft.com/office/drawing/2014/main" id="{38C84C08-EECD-44FA-61DC-18846CCE91AE}"/>
                </a:ext>
              </a:extLst>
            </p:cNvPr>
            <p:cNvSpPr/>
            <p:nvPr/>
          </p:nvSpPr>
          <p:spPr>
            <a:xfrm>
              <a:off x="274727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9380;p52">
              <a:extLst>
                <a:ext uri="{FF2B5EF4-FFF2-40B4-BE49-F238E27FC236}">
                  <a16:creationId xmlns:a16="http://schemas.microsoft.com/office/drawing/2014/main" id="{501D8349-B19A-F46B-4F3B-F19FCA6C3034}"/>
                </a:ext>
              </a:extLst>
            </p:cNvPr>
            <p:cNvSpPr/>
            <p:nvPr/>
          </p:nvSpPr>
          <p:spPr>
            <a:xfrm>
              <a:off x="274781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9381;p52">
              <a:extLst>
                <a:ext uri="{FF2B5EF4-FFF2-40B4-BE49-F238E27FC236}">
                  <a16:creationId xmlns:a16="http://schemas.microsoft.com/office/drawing/2014/main" id="{2403E825-737F-4F13-2FF9-AA516ABDC700}"/>
                </a:ext>
              </a:extLst>
            </p:cNvPr>
            <p:cNvSpPr/>
            <p:nvPr/>
          </p:nvSpPr>
          <p:spPr>
            <a:xfrm>
              <a:off x="274727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9382;p52">
              <a:extLst>
                <a:ext uri="{FF2B5EF4-FFF2-40B4-BE49-F238E27FC236}">
                  <a16:creationId xmlns:a16="http://schemas.microsoft.com/office/drawing/2014/main" id="{5A7C5D07-C683-D9A3-FF3D-D0402F0457A5}"/>
                </a:ext>
              </a:extLst>
            </p:cNvPr>
            <p:cNvSpPr/>
            <p:nvPr/>
          </p:nvSpPr>
          <p:spPr>
            <a:xfrm>
              <a:off x="274727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6" name="Google Shape;9383;p52">
              <a:extLst>
                <a:ext uri="{FF2B5EF4-FFF2-40B4-BE49-F238E27FC236}">
                  <a16:creationId xmlns:a16="http://schemas.microsoft.com/office/drawing/2014/main" id="{70697E6B-FC30-E9D9-595F-B40997EBD5E7}"/>
                </a:ext>
              </a:extLst>
            </p:cNvPr>
            <p:cNvSpPr/>
            <p:nvPr/>
          </p:nvSpPr>
          <p:spPr>
            <a:xfrm>
              <a:off x="274781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7" name="Google Shape;9384;p52">
              <a:extLst>
                <a:ext uri="{FF2B5EF4-FFF2-40B4-BE49-F238E27FC236}">
                  <a16:creationId xmlns:a16="http://schemas.microsoft.com/office/drawing/2014/main" id="{627F10E6-C1E3-98BE-885C-389232683691}"/>
                </a:ext>
              </a:extLst>
            </p:cNvPr>
            <p:cNvSpPr/>
            <p:nvPr/>
          </p:nvSpPr>
          <p:spPr>
            <a:xfrm>
              <a:off x="274727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9385;p52">
              <a:extLst>
                <a:ext uri="{FF2B5EF4-FFF2-40B4-BE49-F238E27FC236}">
                  <a16:creationId xmlns:a16="http://schemas.microsoft.com/office/drawing/2014/main" id="{5FD46F13-373D-B2CD-BC4C-AEC37315DB12}"/>
                </a:ext>
              </a:extLst>
            </p:cNvPr>
            <p:cNvSpPr/>
            <p:nvPr/>
          </p:nvSpPr>
          <p:spPr>
            <a:xfrm>
              <a:off x="274781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9386;p52">
              <a:extLst>
                <a:ext uri="{FF2B5EF4-FFF2-40B4-BE49-F238E27FC236}">
                  <a16:creationId xmlns:a16="http://schemas.microsoft.com/office/drawing/2014/main" id="{2B2A7EEA-6F94-E004-C991-33E0B96C92CB}"/>
                </a:ext>
              </a:extLst>
            </p:cNvPr>
            <p:cNvSpPr/>
            <p:nvPr/>
          </p:nvSpPr>
          <p:spPr>
            <a:xfrm>
              <a:off x="274727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9387;p52">
              <a:extLst>
                <a:ext uri="{FF2B5EF4-FFF2-40B4-BE49-F238E27FC236}">
                  <a16:creationId xmlns:a16="http://schemas.microsoft.com/office/drawing/2014/main" id="{7FEA0B2E-2AF0-E906-331A-338073DD5EF2}"/>
                </a:ext>
              </a:extLst>
            </p:cNvPr>
            <p:cNvSpPr/>
            <p:nvPr/>
          </p:nvSpPr>
          <p:spPr>
            <a:xfrm>
              <a:off x="274781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2" name="Google Shape;9388;p52">
              <a:extLst>
                <a:ext uri="{FF2B5EF4-FFF2-40B4-BE49-F238E27FC236}">
                  <a16:creationId xmlns:a16="http://schemas.microsoft.com/office/drawing/2014/main" id="{BC0487C0-2ACF-1F04-9DA4-80DDD024DB33}"/>
                </a:ext>
              </a:extLst>
            </p:cNvPr>
            <p:cNvSpPr/>
            <p:nvPr/>
          </p:nvSpPr>
          <p:spPr>
            <a:xfrm>
              <a:off x="274727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3" name="Google Shape;9389;p52">
              <a:extLst>
                <a:ext uri="{FF2B5EF4-FFF2-40B4-BE49-F238E27FC236}">
                  <a16:creationId xmlns:a16="http://schemas.microsoft.com/office/drawing/2014/main" id="{9B6E577B-0BBE-DDB7-8036-CE30E744D520}"/>
                </a:ext>
              </a:extLst>
            </p:cNvPr>
            <p:cNvSpPr/>
            <p:nvPr/>
          </p:nvSpPr>
          <p:spPr>
            <a:xfrm>
              <a:off x="274727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4" name="Google Shape;9390;p52">
              <a:extLst>
                <a:ext uri="{FF2B5EF4-FFF2-40B4-BE49-F238E27FC236}">
                  <a16:creationId xmlns:a16="http://schemas.microsoft.com/office/drawing/2014/main" id="{69BACC2E-B4A1-6586-D636-8A873F950169}"/>
                </a:ext>
              </a:extLst>
            </p:cNvPr>
            <p:cNvSpPr/>
            <p:nvPr/>
          </p:nvSpPr>
          <p:spPr>
            <a:xfrm>
              <a:off x="2747819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5" name="Google Shape;9391;p52">
              <a:extLst>
                <a:ext uri="{FF2B5EF4-FFF2-40B4-BE49-F238E27FC236}">
                  <a16:creationId xmlns:a16="http://schemas.microsoft.com/office/drawing/2014/main" id="{5A01D1AE-06E8-E38B-92CD-814830BFCD31}"/>
                </a:ext>
              </a:extLst>
            </p:cNvPr>
            <p:cNvSpPr/>
            <p:nvPr/>
          </p:nvSpPr>
          <p:spPr>
            <a:xfrm>
              <a:off x="2693540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6" name="Google Shape;9392;p52">
              <a:extLst>
                <a:ext uri="{FF2B5EF4-FFF2-40B4-BE49-F238E27FC236}">
                  <a16:creationId xmlns:a16="http://schemas.microsoft.com/office/drawing/2014/main" id="{EFB85D09-D144-E6A9-29B4-06A87072A5BA}"/>
                </a:ext>
              </a:extLst>
            </p:cNvPr>
            <p:cNvSpPr/>
            <p:nvPr/>
          </p:nvSpPr>
          <p:spPr>
            <a:xfrm>
              <a:off x="269354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7" name="Google Shape;9393;p52">
              <a:extLst>
                <a:ext uri="{FF2B5EF4-FFF2-40B4-BE49-F238E27FC236}">
                  <a16:creationId xmlns:a16="http://schemas.microsoft.com/office/drawing/2014/main" id="{B581E3CB-3C93-7398-0F3A-497631000B71}"/>
                </a:ext>
              </a:extLst>
            </p:cNvPr>
            <p:cNvSpPr/>
            <p:nvPr/>
          </p:nvSpPr>
          <p:spPr>
            <a:xfrm>
              <a:off x="2694069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8" name="Google Shape;9394;p52">
              <a:extLst>
                <a:ext uri="{FF2B5EF4-FFF2-40B4-BE49-F238E27FC236}">
                  <a16:creationId xmlns:a16="http://schemas.microsoft.com/office/drawing/2014/main" id="{7E5B0AC6-36FF-58F9-48F1-455C0A39D08B}"/>
                </a:ext>
              </a:extLst>
            </p:cNvPr>
            <p:cNvSpPr/>
            <p:nvPr/>
          </p:nvSpPr>
          <p:spPr>
            <a:xfrm>
              <a:off x="269354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9" name="Google Shape;9395;p52">
              <a:extLst>
                <a:ext uri="{FF2B5EF4-FFF2-40B4-BE49-F238E27FC236}">
                  <a16:creationId xmlns:a16="http://schemas.microsoft.com/office/drawing/2014/main" id="{CE6AAAF6-EB71-6DC5-420C-CC041433D7E3}"/>
                </a:ext>
              </a:extLst>
            </p:cNvPr>
            <p:cNvSpPr/>
            <p:nvPr/>
          </p:nvSpPr>
          <p:spPr>
            <a:xfrm>
              <a:off x="269406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0" name="Google Shape;9396;p52">
              <a:extLst>
                <a:ext uri="{FF2B5EF4-FFF2-40B4-BE49-F238E27FC236}">
                  <a16:creationId xmlns:a16="http://schemas.microsoft.com/office/drawing/2014/main" id="{5BF64AB0-0263-62C6-3D2D-35602690FBC3}"/>
                </a:ext>
              </a:extLst>
            </p:cNvPr>
            <p:cNvSpPr/>
            <p:nvPr/>
          </p:nvSpPr>
          <p:spPr>
            <a:xfrm>
              <a:off x="269354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1" name="Google Shape;9397;p52">
              <a:extLst>
                <a:ext uri="{FF2B5EF4-FFF2-40B4-BE49-F238E27FC236}">
                  <a16:creationId xmlns:a16="http://schemas.microsoft.com/office/drawing/2014/main" id="{1BC5996F-7E8F-C421-0354-B25EF4BC6B7B}"/>
                </a:ext>
              </a:extLst>
            </p:cNvPr>
            <p:cNvSpPr/>
            <p:nvPr/>
          </p:nvSpPr>
          <p:spPr>
            <a:xfrm>
              <a:off x="269406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2" name="Google Shape;9398;p52">
              <a:extLst>
                <a:ext uri="{FF2B5EF4-FFF2-40B4-BE49-F238E27FC236}">
                  <a16:creationId xmlns:a16="http://schemas.microsoft.com/office/drawing/2014/main" id="{7D69EB3E-7DD2-D142-9B28-2A6BEEE67EB0}"/>
                </a:ext>
              </a:extLst>
            </p:cNvPr>
            <p:cNvSpPr/>
            <p:nvPr/>
          </p:nvSpPr>
          <p:spPr>
            <a:xfrm>
              <a:off x="269354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3" name="Google Shape;9399;p52">
              <a:extLst>
                <a:ext uri="{FF2B5EF4-FFF2-40B4-BE49-F238E27FC236}">
                  <a16:creationId xmlns:a16="http://schemas.microsoft.com/office/drawing/2014/main" id="{30A5444B-D8BA-1354-FD55-9E1CC9272F4D}"/>
                </a:ext>
              </a:extLst>
            </p:cNvPr>
            <p:cNvSpPr/>
            <p:nvPr/>
          </p:nvSpPr>
          <p:spPr>
            <a:xfrm>
              <a:off x="269406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4" name="Google Shape;9400;p52">
              <a:extLst>
                <a:ext uri="{FF2B5EF4-FFF2-40B4-BE49-F238E27FC236}">
                  <a16:creationId xmlns:a16="http://schemas.microsoft.com/office/drawing/2014/main" id="{625E5B98-8ED0-CE5E-6D5C-BA4D9B9B04AD}"/>
                </a:ext>
              </a:extLst>
            </p:cNvPr>
            <p:cNvSpPr/>
            <p:nvPr/>
          </p:nvSpPr>
          <p:spPr>
            <a:xfrm>
              <a:off x="269354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5" name="Google Shape;9401;p52">
              <a:extLst>
                <a:ext uri="{FF2B5EF4-FFF2-40B4-BE49-F238E27FC236}">
                  <a16:creationId xmlns:a16="http://schemas.microsoft.com/office/drawing/2014/main" id="{03622208-FFCF-D01F-E43A-707F1A568D99}"/>
                </a:ext>
              </a:extLst>
            </p:cNvPr>
            <p:cNvSpPr/>
            <p:nvPr/>
          </p:nvSpPr>
          <p:spPr>
            <a:xfrm>
              <a:off x="2694069" y="292773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6" name="Google Shape;9402;p52">
              <a:extLst>
                <a:ext uri="{FF2B5EF4-FFF2-40B4-BE49-F238E27FC236}">
                  <a16:creationId xmlns:a16="http://schemas.microsoft.com/office/drawing/2014/main" id="{656B76ED-B170-3D90-0F73-D6C6AAC1803B}"/>
                </a:ext>
              </a:extLst>
            </p:cNvPr>
            <p:cNvSpPr/>
            <p:nvPr/>
          </p:nvSpPr>
          <p:spPr>
            <a:xfrm>
              <a:off x="269354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7" name="Google Shape;9403;p52">
              <a:extLst>
                <a:ext uri="{FF2B5EF4-FFF2-40B4-BE49-F238E27FC236}">
                  <a16:creationId xmlns:a16="http://schemas.microsoft.com/office/drawing/2014/main" id="{DD2096EC-01BE-E2C9-B37F-1FC475A33164}"/>
                </a:ext>
              </a:extLst>
            </p:cNvPr>
            <p:cNvSpPr/>
            <p:nvPr/>
          </p:nvSpPr>
          <p:spPr>
            <a:xfrm>
              <a:off x="269406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8" name="Google Shape;9404;p52">
              <a:extLst>
                <a:ext uri="{FF2B5EF4-FFF2-40B4-BE49-F238E27FC236}">
                  <a16:creationId xmlns:a16="http://schemas.microsoft.com/office/drawing/2014/main" id="{2B231D77-52AE-15AF-0C65-64830E697407}"/>
                </a:ext>
              </a:extLst>
            </p:cNvPr>
            <p:cNvSpPr/>
            <p:nvPr/>
          </p:nvSpPr>
          <p:spPr>
            <a:xfrm>
              <a:off x="269354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9" name="Google Shape;9405;p52">
              <a:extLst>
                <a:ext uri="{FF2B5EF4-FFF2-40B4-BE49-F238E27FC236}">
                  <a16:creationId xmlns:a16="http://schemas.microsoft.com/office/drawing/2014/main" id="{9A54BF37-EE4F-4A0B-8461-BB97D9636B67}"/>
                </a:ext>
              </a:extLst>
            </p:cNvPr>
            <p:cNvSpPr/>
            <p:nvPr/>
          </p:nvSpPr>
          <p:spPr>
            <a:xfrm>
              <a:off x="269406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0" name="Google Shape;9406;p52">
              <a:extLst>
                <a:ext uri="{FF2B5EF4-FFF2-40B4-BE49-F238E27FC236}">
                  <a16:creationId xmlns:a16="http://schemas.microsoft.com/office/drawing/2014/main" id="{4BF929D2-AB97-474C-BE74-582B1AE4B842}"/>
                </a:ext>
              </a:extLst>
            </p:cNvPr>
            <p:cNvSpPr/>
            <p:nvPr/>
          </p:nvSpPr>
          <p:spPr>
            <a:xfrm>
              <a:off x="269354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1" name="Google Shape;9407;p52">
              <a:extLst>
                <a:ext uri="{FF2B5EF4-FFF2-40B4-BE49-F238E27FC236}">
                  <a16:creationId xmlns:a16="http://schemas.microsoft.com/office/drawing/2014/main" id="{4247B5FC-BF51-4513-74D1-B19A5C829916}"/>
                </a:ext>
              </a:extLst>
            </p:cNvPr>
            <p:cNvSpPr/>
            <p:nvPr/>
          </p:nvSpPr>
          <p:spPr>
            <a:xfrm>
              <a:off x="269406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2" name="Google Shape;9408;p52">
              <a:extLst>
                <a:ext uri="{FF2B5EF4-FFF2-40B4-BE49-F238E27FC236}">
                  <a16:creationId xmlns:a16="http://schemas.microsoft.com/office/drawing/2014/main" id="{29F8B9F1-3B56-7399-907C-313FB1508FA4}"/>
                </a:ext>
              </a:extLst>
            </p:cNvPr>
            <p:cNvSpPr/>
            <p:nvPr/>
          </p:nvSpPr>
          <p:spPr>
            <a:xfrm>
              <a:off x="269354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3" name="Google Shape;9409;p52">
              <a:extLst>
                <a:ext uri="{FF2B5EF4-FFF2-40B4-BE49-F238E27FC236}">
                  <a16:creationId xmlns:a16="http://schemas.microsoft.com/office/drawing/2014/main" id="{0FC25F40-645F-593E-546C-56D7A2764A5B}"/>
                </a:ext>
              </a:extLst>
            </p:cNvPr>
            <p:cNvSpPr/>
            <p:nvPr/>
          </p:nvSpPr>
          <p:spPr>
            <a:xfrm>
              <a:off x="2694069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4" name="Google Shape;9410;p52">
              <a:extLst>
                <a:ext uri="{FF2B5EF4-FFF2-40B4-BE49-F238E27FC236}">
                  <a16:creationId xmlns:a16="http://schemas.microsoft.com/office/drawing/2014/main" id="{56A3FD95-9C2F-A4B1-AEE3-4C189265CCC8}"/>
                </a:ext>
              </a:extLst>
            </p:cNvPr>
            <p:cNvSpPr/>
            <p:nvPr/>
          </p:nvSpPr>
          <p:spPr>
            <a:xfrm>
              <a:off x="2693540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5" name="Google Shape;9411;p52">
              <a:extLst>
                <a:ext uri="{FF2B5EF4-FFF2-40B4-BE49-F238E27FC236}">
                  <a16:creationId xmlns:a16="http://schemas.microsoft.com/office/drawing/2014/main" id="{2171541D-9E6B-007C-3481-2B2D0C561526}"/>
                </a:ext>
              </a:extLst>
            </p:cNvPr>
            <p:cNvSpPr/>
            <p:nvPr/>
          </p:nvSpPr>
          <p:spPr>
            <a:xfrm>
              <a:off x="263985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6" name="Google Shape;9412;p52">
              <a:extLst>
                <a:ext uri="{FF2B5EF4-FFF2-40B4-BE49-F238E27FC236}">
                  <a16:creationId xmlns:a16="http://schemas.microsoft.com/office/drawing/2014/main" id="{38BEF989-9784-7028-3546-D471317AD50A}"/>
                </a:ext>
              </a:extLst>
            </p:cNvPr>
            <p:cNvSpPr/>
            <p:nvPr/>
          </p:nvSpPr>
          <p:spPr>
            <a:xfrm>
              <a:off x="2640382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7" name="Google Shape;9413;p52">
              <a:extLst>
                <a:ext uri="{FF2B5EF4-FFF2-40B4-BE49-F238E27FC236}">
                  <a16:creationId xmlns:a16="http://schemas.microsoft.com/office/drawing/2014/main" id="{7965AD6B-6292-A632-2BE6-2EDE32DEF8E7}"/>
                </a:ext>
              </a:extLst>
            </p:cNvPr>
            <p:cNvSpPr/>
            <p:nvPr/>
          </p:nvSpPr>
          <p:spPr>
            <a:xfrm>
              <a:off x="263985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8" name="Google Shape;9414;p52">
              <a:extLst>
                <a:ext uri="{FF2B5EF4-FFF2-40B4-BE49-F238E27FC236}">
                  <a16:creationId xmlns:a16="http://schemas.microsoft.com/office/drawing/2014/main" id="{BB90A665-0CC4-2661-C6FF-E39363AA035B}"/>
                </a:ext>
              </a:extLst>
            </p:cNvPr>
            <p:cNvSpPr/>
            <p:nvPr/>
          </p:nvSpPr>
          <p:spPr>
            <a:xfrm>
              <a:off x="2640382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9" name="Google Shape;9415;p52">
              <a:extLst>
                <a:ext uri="{FF2B5EF4-FFF2-40B4-BE49-F238E27FC236}">
                  <a16:creationId xmlns:a16="http://schemas.microsoft.com/office/drawing/2014/main" id="{916EB0B0-5B5A-5025-F626-1C3AF7B33C9D}"/>
                </a:ext>
              </a:extLst>
            </p:cNvPr>
            <p:cNvSpPr/>
            <p:nvPr/>
          </p:nvSpPr>
          <p:spPr>
            <a:xfrm>
              <a:off x="263985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0" name="Google Shape;9416;p52">
              <a:extLst>
                <a:ext uri="{FF2B5EF4-FFF2-40B4-BE49-F238E27FC236}">
                  <a16:creationId xmlns:a16="http://schemas.microsoft.com/office/drawing/2014/main" id="{4780D5E4-B364-799A-F28A-81A0DB52224B}"/>
                </a:ext>
              </a:extLst>
            </p:cNvPr>
            <p:cNvSpPr/>
            <p:nvPr/>
          </p:nvSpPr>
          <p:spPr>
            <a:xfrm>
              <a:off x="2640382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1" name="Google Shape;9417;p52">
              <a:extLst>
                <a:ext uri="{FF2B5EF4-FFF2-40B4-BE49-F238E27FC236}">
                  <a16:creationId xmlns:a16="http://schemas.microsoft.com/office/drawing/2014/main" id="{7A428A2B-22B8-3500-65D4-DB93447732D6}"/>
                </a:ext>
              </a:extLst>
            </p:cNvPr>
            <p:cNvSpPr/>
            <p:nvPr/>
          </p:nvSpPr>
          <p:spPr>
            <a:xfrm>
              <a:off x="263985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2" name="Google Shape;9418;p52">
              <a:extLst>
                <a:ext uri="{FF2B5EF4-FFF2-40B4-BE49-F238E27FC236}">
                  <a16:creationId xmlns:a16="http://schemas.microsoft.com/office/drawing/2014/main" id="{10846D8F-B809-B72F-F36D-22743A9FE63C}"/>
                </a:ext>
              </a:extLst>
            </p:cNvPr>
            <p:cNvSpPr/>
            <p:nvPr/>
          </p:nvSpPr>
          <p:spPr>
            <a:xfrm>
              <a:off x="263985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3" name="Google Shape;9419;p52">
              <a:extLst>
                <a:ext uri="{FF2B5EF4-FFF2-40B4-BE49-F238E27FC236}">
                  <a16:creationId xmlns:a16="http://schemas.microsoft.com/office/drawing/2014/main" id="{0A3E10AB-DE78-1656-3034-999C71AECEF0}"/>
                </a:ext>
              </a:extLst>
            </p:cNvPr>
            <p:cNvSpPr/>
            <p:nvPr/>
          </p:nvSpPr>
          <p:spPr>
            <a:xfrm>
              <a:off x="263985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4" name="Google Shape;9420;p52">
              <a:extLst>
                <a:ext uri="{FF2B5EF4-FFF2-40B4-BE49-F238E27FC236}">
                  <a16:creationId xmlns:a16="http://schemas.microsoft.com/office/drawing/2014/main" id="{E59AFE76-97ED-80BB-2ADE-510AD9567452}"/>
                </a:ext>
              </a:extLst>
            </p:cNvPr>
            <p:cNvSpPr/>
            <p:nvPr/>
          </p:nvSpPr>
          <p:spPr>
            <a:xfrm>
              <a:off x="263985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9421;p52">
              <a:extLst>
                <a:ext uri="{FF2B5EF4-FFF2-40B4-BE49-F238E27FC236}">
                  <a16:creationId xmlns:a16="http://schemas.microsoft.com/office/drawing/2014/main" id="{98792B1F-439D-1902-5774-A2AC9A435815}"/>
                </a:ext>
              </a:extLst>
            </p:cNvPr>
            <p:cNvSpPr/>
            <p:nvPr/>
          </p:nvSpPr>
          <p:spPr>
            <a:xfrm>
              <a:off x="263985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6" name="Google Shape;9422;p52">
              <a:extLst>
                <a:ext uri="{FF2B5EF4-FFF2-40B4-BE49-F238E27FC236}">
                  <a16:creationId xmlns:a16="http://schemas.microsoft.com/office/drawing/2014/main" id="{D085ECB3-3D04-E2C9-49A7-13AFC53524E0}"/>
                </a:ext>
              </a:extLst>
            </p:cNvPr>
            <p:cNvSpPr/>
            <p:nvPr/>
          </p:nvSpPr>
          <p:spPr>
            <a:xfrm>
              <a:off x="263985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7" name="Google Shape;9423;p52">
              <a:extLst>
                <a:ext uri="{FF2B5EF4-FFF2-40B4-BE49-F238E27FC236}">
                  <a16:creationId xmlns:a16="http://schemas.microsoft.com/office/drawing/2014/main" id="{469717B3-8A2E-4D26-3DA5-26445319F941}"/>
                </a:ext>
              </a:extLst>
            </p:cNvPr>
            <p:cNvSpPr/>
            <p:nvPr/>
          </p:nvSpPr>
          <p:spPr>
            <a:xfrm>
              <a:off x="263985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8" name="Google Shape;9424;p52">
              <a:extLst>
                <a:ext uri="{FF2B5EF4-FFF2-40B4-BE49-F238E27FC236}">
                  <a16:creationId xmlns:a16="http://schemas.microsoft.com/office/drawing/2014/main" id="{1D549989-84F5-F0FD-F40B-DADF43905E75}"/>
                </a:ext>
              </a:extLst>
            </p:cNvPr>
            <p:cNvSpPr/>
            <p:nvPr/>
          </p:nvSpPr>
          <p:spPr>
            <a:xfrm>
              <a:off x="2640382" y="2712857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9" name="Google Shape;9425;p52">
              <a:extLst>
                <a:ext uri="{FF2B5EF4-FFF2-40B4-BE49-F238E27FC236}">
                  <a16:creationId xmlns:a16="http://schemas.microsoft.com/office/drawing/2014/main" id="{63DEC92B-C885-C2DD-6AFA-57D6CB811130}"/>
                </a:ext>
              </a:extLst>
            </p:cNvPr>
            <p:cNvSpPr/>
            <p:nvPr/>
          </p:nvSpPr>
          <p:spPr>
            <a:xfrm>
              <a:off x="263985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0" name="Google Shape;9426;p52">
              <a:extLst>
                <a:ext uri="{FF2B5EF4-FFF2-40B4-BE49-F238E27FC236}">
                  <a16:creationId xmlns:a16="http://schemas.microsoft.com/office/drawing/2014/main" id="{8ACB429B-3FA2-0C37-2907-75F29C055166}"/>
                </a:ext>
              </a:extLst>
            </p:cNvPr>
            <p:cNvSpPr/>
            <p:nvPr/>
          </p:nvSpPr>
          <p:spPr>
            <a:xfrm>
              <a:off x="2640382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1" name="Google Shape;9427;p52">
              <a:extLst>
                <a:ext uri="{FF2B5EF4-FFF2-40B4-BE49-F238E27FC236}">
                  <a16:creationId xmlns:a16="http://schemas.microsoft.com/office/drawing/2014/main" id="{A3EF4276-00F6-DFB4-9453-69A74455C356}"/>
                </a:ext>
              </a:extLst>
            </p:cNvPr>
            <p:cNvSpPr/>
            <p:nvPr/>
          </p:nvSpPr>
          <p:spPr>
            <a:xfrm>
              <a:off x="258610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2" name="Google Shape;9428;p52">
              <a:extLst>
                <a:ext uri="{FF2B5EF4-FFF2-40B4-BE49-F238E27FC236}">
                  <a16:creationId xmlns:a16="http://schemas.microsoft.com/office/drawing/2014/main" id="{D918D43E-96AC-A26F-7EE1-3E5D735C7A52}"/>
                </a:ext>
              </a:extLst>
            </p:cNvPr>
            <p:cNvSpPr/>
            <p:nvPr/>
          </p:nvSpPr>
          <p:spPr>
            <a:xfrm>
              <a:off x="258664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3" name="Google Shape;9429;p52">
              <a:extLst>
                <a:ext uri="{FF2B5EF4-FFF2-40B4-BE49-F238E27FC236}">
                  <a16:creationId xmlns:a16="http://schemas.microsoft.com/office/drawing/2014/main" id="{0E565D86-4055-1B9C-4565-35D3B6454C69}"/>
                </a:ext>
              </a:extLst>
            </p:cNvPr>
            <p:cNvSpPr/>
            <p:nvPr/>
          </p:nvSpPr>
          <p:spPr>
            <a:xfrm>
              <a:off x="258610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4" name="Google Shape;9430;p52">
              <a:extLst>
                <a:ext uri="{FF2B5EF4-FFF2-40B4-BE49-F238E27FC236}">
                  <a16:creationId xmlns:a16="http://schemas.microsoft.com/office/drawing/2014/main" id="{A0E09050-BF8E-32E6-8EE2-3C0F1B170B5B}"/>
                </a:ext>
              </a:extLst>
            </p:cNvPr>
            <p:cNvSpPr/>
            <p:nvPr/>
          </p:nvSpPr>
          <p:spPr>
            <a:xfrm>
              <a:off x="258664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5" name="Google Shape;9431;p52">
              <a:extLst>
                <a:ext uri="{FF2B5EF4-FFF2-40B4-BE49-F238E27FC236}">
                  <a16:creationId xmlns:a16="http://schemas.microsoft.com/office/drawing/2014/main" id="{43F10CE8-94D1-337C-7987-6727BC3A9BD6}"/>
                </a:ext>
              </a:extLst>
            </p:cNvPr>
            <p:cNvSpPr/>
            <p:nvPr/>
          </p:nvSpPr>
          <p:spPr>
            <a:xfrm>
              <a:off x="258610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6" name="Google Shape;9432;p52">
              <a:extLst>
                <a:ext uri="{FF2B5EF4-FFF2-40B4-BE49-F238E27FC236}">
                  <a16:creationId xmlns:a16="http://schemas.microsoft.com/office/drawing/2014/main" id="{7E019327-59ED-00B4-1EDC-F1584B0ED532}"/>
                </a:ext>
              </a:extLst>
            </p:cNvPr>
            <p:cNvSpPr/>
            <p:nvPr/>
          </p:nvSpPr>
          <p:spPr>
            <a:xfrm>
              <a:off x="258610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7" name="Google Shape;9433;p52">
              <a:extLst>
                <a:ext uri="{FF2B5EF4-FFF2-40B4-BE49-F238E27FC236}">
                  <a16:creationId xmlns:a16="http://schemas.microsoft.com/office/drawing/2014/main" id="{4D4CCC08-8CDC-588D-8C27-70ACE6413891}"/>
                </a:ext>
              </a:extLst>
            </p:cNvPr>
            <p:cNvSpPr/>
            <p:nvPr/>
          </p:nvSpPr>
          <p:spPr>
            <a:xfrm>
              <a:off x="258664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8" name="Google Shape;9434;p52">
              <a:extLst>
                <a:ext uri="{FF2B5EF4-FFF2-40B4-BE49-F238E27FC236}">
                  <a16:creationId xmlns:a16="http://schemas.microsoft.com/office/drawing/2014/main" id="{3FC128E8-4A65-DC4F-ACE6-A2F3795DD39A}"/>
                </a:ext>
              </a:extLst>
            </p:cNvPr>
            <p:cNvSpPr/>
            <p:nvPr/>
          </p:nvSpPr>
          <p:spPr>
            <a:xfrm>
              <a:off x="258610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9" name="Google Shape;9435;p52">
              <a:extLst>
                <a:ext uri="{FF2B5EF4-FFF2-40B4-BE49-F238E27FC236}">
                  <a16:creationId xmlns:a16="http://schemas.microsoft.com/office/drawing/2014/main" id="{D86C814F-13A1-403C-C0A1-A42865110692}"/>
                </a:ext>
              </a:extLst>
            </p:cNvPr>
            <p:cNvSpPr/>
            <p:nvPr/>
          </p:nvSpPr>
          <p:spPr>
            <a:xfrm>
              <a:off x="258664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0" name="Google Shape;9436;p52">
              <a:extLst>
                <a:ext uri="{FF2B5EF4-FFF2-40B4-BE49-F238E27FC236}">
                  <a16:creationId xmlns:a16="http://schemas.microsoft.com/office/drawing/2014/main" id="{B58BED59-C717-1250-7200-F868F25B3C2A}"/>
                </a:ext>
              </a:extLst>
            </p:cNvPr>
            <p:cNvSpPr/>
            <p:nvPr/>
          </p:nvSpPr>
          <p:spPr>
            <a:xfrm>
              <a:off x="258610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1" name="Google Shape;9437;p52">
              <a:extLst>
                <a:ext uri="{FF2B5EF4-FFF2-40B4-BE49-F238E27FC236}">
                  <a16:creationId xmlns:a16="http://schemas.microsoft.com/office/drawing/2014/main" id="{3A43F48C-5790-1406-931E-8B977264985F}"/>
                </a:ext>
              </a:extLst>
            </p:cNvPr>
            <p:cNvSpPr/>
            <p:nvPr/>
          </p:nvSpPr>
          <p:spPr>
            <a:xfrm>
              <a:off x="258664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2" name="Google Shape;9438;p52">
              <a:extLst>
                <a:ext uri="{FF2B5EF4-FFF2-40B4-BE49-F238E27FC236}">
                  <a16:creationId xmlns:a16="http://schemas.microsoft.com/office/drawing/2014/main" id="{9036D17C-14BD-0270-6A89-46F09AFB13FC}"/>
                </a:ext>
              </a:extLst>
            </p:cNvPr>
            <p:cNvSpPr/>
            <p:nvPr/>
          </p:nvSpPr>
          <p:spPr>
            <a:xfrm>
              <a:off x="258610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3" name="Google Shape;9439;p52">
              <a:extLst>
                <a:ext uri="{FF2B5EF4-FFF2-40B4-BE49-F238E27FC236}">
                  <a16:creationId xmlns:a16="http://schemas.microsoft.com/office/drawing/2014/main" id="{858DB527-D28D-EF63-7B80-04C7AA3CE33E}"/>
                </a:ext>
              </a:extLst>
            </p:cNvPr>
            <p:cNvSpPr/>
            <p:nvPr/>
          </p:nvSpPr>
          <p:spPr>
            <a:xfrm>
              <a:off x="258664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4" name="Google Shape;9440;p52">
              <a:extLst>
                <a:ext uri="{FF2B5EF4-FFF2-40B4-BE49-F238E27FC236}">
                  <a16:creationId xmlns:a16="http://schemas.microsoft.com/office/drawing/2014/main" id="{31AA8C4B-31E0-7FD9-20C3-788C3C2336DB}"/>
                </a:ext>
              </a:extLst>
            </p:cNvPr>
            <p:cNvSpPr/>
            <p:nvPr/>
          </p:nvSpPr>
          <p:spPr>
            <a:xfrm>
              <a:off x="258610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5" name="Google Shape;9441;p52">
              <a:extLst>
                <a:ext uri="{FF2B5EF4-FFF2-40B4-BE49-F238E27FC236}">
                  <a16:creationId xmlns:a16="http://schemas.microsoft.com/office/drawing/2014/main" id="{99821019-9046-C838-D7F9-8B239853A296}"/>
                </a:ext>
              </a:extLst>
            </p:cNvPr>
            <p:cNvSpPr/>
            <p:nvPr/>
          </p:nvSpPr>
          <p:spPr>
            <a:xfrm>
              <a:off x="258664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6" name="Google Shape;9442;p52">
              <a:extLst>
                <a:ext uri="{FF2B5EF4-FFF2-40B4-BE49-F238E27FC236}">
                  <a16:creationId xmlns:a16="http://schemas.microsoft.com/office/drawing/2014/main" id="{B413D506-A265-5DA1-8A33-A31AB73DB835}"/>
                </a:ext>
              </a:extLst>
            </p:cNvPr>
            <p:cNvSpPr/>
            <p:nvPr/>
          </p:nvSpPr>
          <p:spPr>
            <a:xfrm>
              <a:off x="258610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7" name="Google Shape;9443;p52">
              <a:extLst>
                <a:ext uri="{FF2B5EF4-FFF2-40B4-BE49-F238E27FC236}">
                  <a16:creationId xmlns:a16="http://schemas.microsoft.com/office/drawing/2014/main" id="{A5C5994F-A646-E9DC-93E3-173044955EF4}"/>
                </a:ext>
              </a:extLst>
            </p:cNvPr>
            <p:cNvSpPr/>
            <p:nvPr/>
          </p:nvSpPr>
          <p:spPr>
            <a:xfrm>
              <a:off x="258664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8" name="Google Shape;9444;p52">
              <a:extLst>
                <a:ext uri="{FF2B5EF4-FFF2-40B4-BE49-F238E27FC236}">
                  <a16:creationId xmlns:a16="http://schemas.microsoft.com/office/drawing/2014/main" id="{E45B634A-9729-537B-A2FA-BB32A31F5B2C}"/>
                </a:ext>
              </a:extLst>
            </p:cNvPr>
            <p:cNvSpPr/>
            <p:nvPr/>
          </p:nvSpPr>
          <p:spPr>
            <a:xfrm>
              <a:off x="258610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9" name="Google Shape;9445;p52">
              <a:extLst>
                <a:ext uri="{FF2B5EF4-FFF2-40B4-BE49-F238E27FC236}">
                  <a16:creationId xmlns:a16="http://schemas.microsoft.com/office/drawing/2014/main" id="{76566B58-2758-34F3-1297-133D98C349D2}"/>
                </a:ext>
              </a:extLst>
            </p:cNvPr>
            <p:cNvSpPr/>
            <p:nvPr/>
          </p:nvSpPr>
          <p:spPr>
            <a:xfrm>
              <a:off x="258610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0" name="Google Shape;9446;p52">
              <a:extLst>
                <a:ext uri="{FF2B5EF4-FFF2-40B4-BE49-F238E27FC236}">
                  <a16:creationId xmlns:a16="http://schemas.microsoft.com/office/drawing/2014/main" id="{BC2E4A46-BA17-C20A-0F34-EB28BFF593F0}"/>
                </a:ext>
              </a:extLst>
            </p:cNvPr>
            <p:cNvSpPr/>
            <p:nvPr/>
          </p:nvSpPr>
          <p:spPr>
            <a:xfrm>
              <a:off x="258664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1" name="Google Shape;9447;p52">
              <a:extLst>
                <a:ext uri="{FF2B5EF4-FFF2-40B4-BE49-F238E27FC236}">
                  <a16:creationId xmlns:a16="http://schemas.microsoft.com/office/drawing/2014/main" id="{6781CE89-D84E-EBC3-083D-E73DE62CB548}"/>
                </a:ext>
              </a:extLst>
            </p:cNvPr>
            <p:cNvSpPr/>
            <p:nvPr/>
          </p:nvSpPr>
          <p:spPr>
            <a:xfrm>
              <a:off x="2532370" y="3195791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2" name="Google Shape;9448;p52">
              <a:extLst>
                <a:ext uri="{FF2B5EF4-FFF2-40B4-BE49-F238E27FC236}">
                  <a16:creationId xmlns:a16="http://schemas.microsoft.com/office/drawing/2014/main" id="{D3E2D424-A39A-4AD1-9E70-B5D3877BD088}"/>
                </a:ext>
              </a:extLst>
            </p:cNvPr>
            <p:cNvSpPr/>
            <p:nvPr/>
          </p:nvSpPr>
          <p:spPr>
            <a:xfrm>
              <a:off x="253291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3" name="Google Shape;9449;p52">
              <a:extLst>
                <a:ext uri="{FF2B5EF4-FFF2-40B4-BE49-F238E27FC236}">
                  <a16:creationId xmlns:a16="http://schemas.microsoft.com/office/drawing/2014/main" id="{F037256E-9814-081B-5449-A887BB39AC98}"/>
                </a:ext>
              </a:extLst>
            </p:cNvPr>
            <p:cNvSpPr/>
            <p:nvPr/>
          </p:nvSpPr>
          <p:spPr>
            <a:xfrm>
              <a:off x="2532370" y="3142120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4" name="Google Shape;9450;p52">
              <a:extLst>
                <a:ext uri="{FF2B5EF4-FFF2-40B4-BE49-F238E27FC236}">
                  <a16:creationId xmlns:a16="http://schemas.microsoft.com/office/drawing/2014/main" id="{3EC0D274-601D-DBC7-71A6-55B6CCC1EC0D}"/>
                </a:ext>
              </a:extLst>
            </p:cNvPr>
            <p:cNvSpPr/>
            <p:nvPr/>
          </p:nvSpPr>
          <p:spPr>
            <a:xfrm>
              <a:off x="253291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5" name="Google Shape;9451;p52">
              <a:extLst>
                <a:ext uri="{FF2B5EF4-FFF2-40B4-BE49-F238E27FC236}">
                  <a16:creationId xmlns:a16="http://schemas.microsoft.com/office/drawing/2014/main" id="{7F78D654-6CA0-D1C3-D093-34D5DDA26AFC}"/>
                </a:ext>
              </a:extLst>
            </p:cNvPr>
            <p:cNvSpPr/>
            <p:nvPr/>
          </p:nvSpPr>
          <p:spPr>
            <a:xfrm>
              <a:off x="2532370" y="3088355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6" name="Google Shape;9452;p52">
              <a:extLst>
                <a:ext uri="{FF2B5EF4-FFF2-40B4-BE49-F238E27FC236}">
                  <a16:creationId xmlns:a16="http://schemas.microsoft.com/office/drawing/2014/main" id="{ECB3737E-7519-63C4-D180-F8F086E660E9}"/>
                </a:ext>
              </a:extLst>
            </p:cNvPr>
            <p:cNvSpPr/>
            <p:nvPr/>
          </p:nvSpPr>
          <p:spPr>
            <a:xfrm>
              <a:off x="2532370" y="3034684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7" name="Google Shape;9453;p52">
              <a:extLst>
                <a:ext uri="{FF2B5EF4-FFF2-40B4-BE49-F238E27FC236}">
                  <a16:creationId xmlns:a16="http://schemas.microsoft.com/office/drawing/2014/main" id="{8AF9C890-F65B-EE9A-2543-90DA77387CD9}"/>
                </a:ext>
              </a:extLst>
            </p:cNvPr>
            <p:cNvSpPr/>
            <p:nvPr/>
          </p:nvSpPr>
          <p:spPr>
            <a:xfrm>
              <a:off x="253291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8" name="Google Shape;9454;p52">
              <a:extLst>
                <a:ext uri="{FF2B5EF4-FFF2-40B4-BE49-F238E27FC236}">
                  <a16:creationId xmlns:a16="http://schemas.microsoft.com/office/drawing/2014/main" id="{EA4D41AA-7A2B-98ED-F660-A250DF8B3781}"/>
                </a:ext>
              </a:extLst>
            </p:cNvPr>
            <p:cNvSpPr/>
            <p:nvPr/>
          </p:nvSpPr>
          <p:spPr>
            <a:xfrm>
              <a:off x="2532370" y="2980919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9" name="Google Shape;9455;p52">
              <a:extLst>
                <a:ext uri="{FF2B5EF4-FFF2-40B4-BE49-F238E27FC236}">
                  <a16:creationId xmlns:a16="http://schemas.microsoft.com/office/drawing/2014/main" id="{E9872F57-E61F-8269-616A-E9EA5F6F012E}"/>
                </a:ext>
              </a:extLst>
            </p:cNvPr>
            <p:cNvSpPr/>
            <p:nvPr/>
          </p:nvSpPr>
          <p:spPr>
            <a:xfrm>
              <a:off x="253291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0" name="Google Shape;9456;p52">
              <a:extLst>
                <a:ext uri="{FF2B5EF4-FFF2-40B4-BE49-F238E27FC236}">
                  <a16:creationId xmlns:a16="http://schemas.microsoft.com/office/drawing/2014/main" id="{D91AA176-A117-0E3B-C401-C41C40700D73}"/>
                </a:ext>
              </a:extLst>
            </p:cNvPr>
            <p:cNvSpPr/>
            <p:nvPr/>
          </p:nvSpPr>
          <p:spPr>
            <a:xfrm>
              <a:off x="2532370" y="292718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1" name="Google Shape;9457;p52">
              <a:extLst>
                <a:ext uri="{FF2B5EF4-FFF2-40B4-BE49-F238E27FC236}">
                  <a16:creationId xmlns:a16="http://schemas.microsoft.com/office/drawing/2014/main" id="{9851D1AC-E59E-CC22-5D98-00DB968C8E64}"/>
                </a:ext>
              </a:extLst>
            </p:cNvPr>
            <p:cNvSpPr/>
            <p:nvPr/>
          </p:nvSpPr>
          <p:spPr>
            <a:xfrm>
              <a:off x="253291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2" name="Google Shape;9458;p52">
              <a:extLst>
                <a:ext uri="{FF2B5EF4-FFF2-40B4-BE49-F238E27FC236}">
                  <a16:creationId xmlns:a16="http://schemas.microsoft.com/office/drawing/2014/main" id="{A84B6946-AB66-3C44-C779-CF6D44C7BA4F}"/>
                </a:ext>
              </a:extLst>
            </p:cNvPr>
            <p:cNvSpPr/>
            <p:nvPr/>
          </p:nvSpPr>
          <p:spPr>
            <a:xfrm>
              <a:off x="2532370" y="2873498"/>
              <a:ext cx="54824" cy="54793"/>
            </a:xfrm>
            <a:custGeom>
              <a:avLst/>
              <a:gdLst/>
              <a:ahLst/>
              <a:cxnLst/>
              <a:rect l="l" t="t" r="r" b="b"/>
              <a:pathLst>
                <a:path w="3520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3" name="Google Shape;9459;p52">
              <a:extLst>
                <a:ext uri="{FF2B5EF4-FFF2-40B4-BE49-F238E27FC236}">
                  <a16:creationId xmlns:a16="http://schemas.microsoft.com/office/drawing/2014/main" id="{04C00E9E-2927-DF3F-83C6-A4A8D4920E59}"/>
                </a:ext>
              </a:extLst>
            </p:cNvPr>
            <p:cNvSpPr/>
            <p:nvPr/>
          </p:nvSpPr>
          <p:spPr>
            <a:xfrm>
              <a:off x="253291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4" name="Google Shape;9460;p52">
              <a:extLst>
                <a:ext uri="{FF2B5EF4-FFF2-40B4-BE49-F238E27FC236}">
                  <a16:creationId xmlns:a16="http://schemas.microsoft.com/office/drawing/2014/main" id="{7FBC18CD-BB39-4FAD-020D-254442E647D5}"/>
                </a:ext>
              </a:extLst>
            </p:cNvPr>
            <p:cNvSpPr/>
            <p:nvPr/>
          </p:nvSpPr>
          <p:spPr>
            <a:xfrm>
              <a:off x="2532370" y="281976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5" name="Google Shape;9461;p52">
              <a:extLst>
                <a:ext uri="{FF2B5EF4-FFF2-40B4-BE49-F238E27FC236}">
                  <a16:creationId xmlns:a16="http://schemas.microsoft.com/office/drawing/2014/main" id="{C310C7DC-6DE5-FC67-9A10-00C3E43E4D5F}"/>
                </a:ext>
              </a:extLst>
            </p:cNvPr>
            <p:cNvSpPr/>
            <p:nvPr/>
          </p:nvSpPr>
          <p:spPr>
            <a:xfrm>
              <a:off x="253291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6" name="Google Shape;9462;p52">
              <a:extLst>
                <a:ext uri="{FF2B5EF4-FFF2-40B4-BE49-F238E27FC236}">
                  <a16:creationId xmlns:a16="http://schemas.microsoft.com/office/drawing/2014/main" id="{CAF663DD-D85D-66A5-BBF4-2129F0D092B0}"/>
                </a:ext>
              </a:extLst>
            </p:cNvPr>
            <p:cNvSpPr/>
            <p:nvPr/>
          </p:nvSpPr>
          <p:spPr>
            <a:xfrm>
              <a:off x="2532370" y="276601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7" name="Google Shape;9463;p52">
              <a:extLst>
                <a:ext uri="{FF2B5EF4-FFF2-40B4-BE49-F238E27FC236}">
                  <a16:creationId xmlns:a16="http://schemas.microsoft.com/office/drawing/2014/main" id="{CEE7346F-06C0-4B31-3362-3422ED0C92CD}"/>
                </a:ext>
              </a:extLst>
            </p:cNvPr>
            <p:cNvSpPr/>
            <p:nvPr/>
          </p:nvSpPr>
          <p:spPr>
            <a:xfrm>
              <a:off x="253291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8" name="Google Shape;9464;p52">
              <a:extLst>
                <a:ext uri="{FF2B5EF4-FFF2-40B4-BE49-F238E27FC236}">
                  <a16:creationId xmlns:a16="http://schemas.microsoft.com/office/drawing/2014/main" id="{329C1169-063D-4247-BF36-2B6DCBCDD0A4}"/>
                </a:ext>
              </a:extLst>
            </p:cNvPr>
            <p:cNvSpPr/>
            <p:nvPr/>
          </p:nvSpPr>
          <p:spPr>
            <a:xfrm>
              <a:off x="2532370" y="2712328"/>
              <a:ext cx="54824" cy="54808"/>
            </a:xfrm>
            <a:custGeom>
              <a:avLst/>
              <a:gdLst/>
              <a:ahLst/>
              <a:cxnLst/>
              <a:rect l="l" t="t" r="r" b="b"/>
              <a:pathLst>
                <a:path w="3520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9" name="Google Shape;9465;p52">
              <a:extLst>
                <a:ext uri="{FF2B5EF4-FFF2-40B4-BE49-F238E27FC236}">
                  <a16:creationId xmlns:a16="http://schemas.microsoft.com/office/drawing/2014/main" id="{124AEE46-6647-B057-4602-90A9AD7E4F51}"/>
                </a:ext>
              </a:extLst>
            </p:cNvPr>
            <p:cNvSpPr/>
            <p:nvPr/>
          </p:nvSpPr>
          <p:spPr>
            <a:xfrm>
              <a:off x="2532370" y="265859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0" name="Google Shape;9466;p52">
              <a:extLst>
                <a:ext uri="{FF2B5EF4-FFF2-40B4-BE49-F238E27FC236}">
                  <a16:creationId xmlns:a16="http://schemas.microsoft.com/office/drawing/2014/main" id="{3E516A01-8051-6345-D1F8-C93F5C5CB2A9}"/>
                </a:ext>
              </a:extLst>
            </p:cNvPr>
            <p:cNvSpPr/>
            <p:nvPr/>
          </p:nvSpPr>
          <p:spPr>
            <a:xfrm>
              <a:off x="253291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1" name="Google Shape;9467;p52">
              <a:extLst>
                <a:ext uri="{FF2B5EF4-FFF2-40B4-BE49-F238E27FC236}">
                  <a16:creationId xmlns:a16="http://schemas.microsoft.com/office/drawing/2014/main" id="{1E301CD7-454E-9C54-6C90-FA25469F2FEF}"/>
                </a:ext>
              </a:extLst>
            </p:cNvPr>
            <p:cNvSpPr/>
            <p:nvPr/>
          </p:nvSpPr>
          <p:spPr>
            <a:xfrm>
              <a:off x="247868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2" name="Google Shape;9468;p52">
              <a:extLst>
                <a:ext uri="{FF2B5EF4-FFF2-40B4-BE49-F238E27FC236}">
                  <a16:creationId xmlns:a16="http://schemas.microsoft.com/office/drawing/2014/main" id="{E9CCD178-B391-8326-4EE9-547B7F4C98C9}"/>
                </a:ext>
              </a:extLst>
            </p:cNvPr>
            <p:cNvSpPr/>
            <p:nvPr/>
          </p:nvSpPr>
          <p:spPr>
            <a:xfrm>
              <a:off x="247921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3" name="Google Shape;9469;p52">
              <a:extLst>
                <a:ext uri="{FF2B5EF4-FFF2-40B4-BE49-F238E27FC236}">
                  <a16:creationId xmlns:a16="http://schemas.microsoft.com/office/drawing/2014/main" id="{282D62B2-7B1A-B33F-05D2-97896E1BF547}"/>
                </a:ext>
              </a:extLst>
            </p:cNvPr>
            <p:cNvSpPr/>
            <p:nvPr/>
          </p:nvSpPr>
          <p:spPr>
            <a:xfrm>
              <a:off x="247868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4" name="Google Shape;9470;p52">
              <a:extLst>
                <a:ext uri="{FF2B5EF4-FFF2-40B4-BE49-F238E27FC236}">
                  <a16:creationId xmlns:a16="http://schemas.microsoft.com/office/drawing/2014/main" id="{32CCA7A9-2B61-4BB0-81D6-CE838B49C7D7}"/>
                </a:ext>
              </a:extLst>
            </p:cNvPr>
            <p:cNvSpPr/>
            <p:nvPr/>
          </p:nvSpPr>
          <p:spPr>
            <a:xfrm>
              <a:off x="247921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5" name="Google Shape;9471;p52">
              <a:extLst>
                <a:ext uri="{FF2B5EF4-FFF2-40B4-BE49-F238E27FC236}">
                  <a16:creationId xmlns:a16="http://schemas.microsoft.com/office/drawing/2014/main" id="{E86F14B6-94BE-A9B3-78E5-798C2EFA7803}"/>
                </a:ext>
              </a:extLst>
            </p:cNvPr>
            <p:cNvSpPr/>
            <p:nvPr/>
          </p:nvSpPr>
          <p:spPr>
            <a:xfrm>
              <a:off x="247868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6" name="Google Shape;9472;p52">
              <a:extLst>
                <a:ext uri="{FF2B5EF4-FFF2-40B4-BE49-F238E27FC236}">
                  <a16:creationId xmlns:a16="http://schemas.microsoft.com/office/drawing/2014/main" id="{65AF7F0E-5B35-2B40-E5C4-158814418C0C}"/>
                </a:ext>
              </a:extLst>
            </p:cNvPr>
            <p:cNvSpPr/>
            <p:nvPr/>
          </p:nvSpPr>
          <p:spPr>
            <a:xfrm>
              <a:off x="247868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7" name="Google Shape;9473;p52">
              <a:extLst>
                <a:ext uri="{FF2B5EF4-FFF2-40B4-BE49-F238E27FC236}">
                  <a16:creationId xmlns:a16="http://schemas.microsoft.com/office/drawing/2014/main" id="{8D3FD8ED-D690-8013-569F-3EE49F88954C}"/>
                </a:ext>
              </a:extLst>
            </p:cNvPr>
            <p:cNvSpPr/>
            <p:nvPr/>
          </p:nvSpPr>
          <p:spPr>
            <a:xfrm>
              <a:off x="247921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8" name="Google Shape;9474;p52">
              <a:extLst>
                <a:ext uri="{FF2B5EF4-FFF2-40B4-BE49-F238E27FC236}">
                  <a16:creationId xmlns:a16="http://schemas.microsoft.com/office/drawing/2014/main" id="{4EF994FB-C525-5A50-2932-FE5F0CD21FFC}"/>
                </a:ext>
              </a:extLst>
            </p:cNvPr>
            <p:cNvSpPr/>
            <p:nvPr/>
          </p:nvSpPr>
          <p:spPr>
            <a:xfrm>
              <a:off x="247868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9475;p52">
              <a:extLst>
                <a:ext uri="{FF2B5EF4-FFF2-40B4-BE49-F238E27FC236}">
                  <a16:creationId xmlns:a16="http://schemas.microsoft.com/office/drawing/2014/main" id="{4EFDAF3E-B1D2-F354-8DF9-9509DC8235DF}"/>
                </a:ext>
              </a:extLst>
            </p:cNvPr>
            <p:cNvSpPr/>
            <p:nvPr/>
          </p:nvSpPr>
          <p:spPr>
            <a:xfrm>
              <a:off x="247921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9476;p52">
              <a:extLst>
                <a:ext uri="{FF2B5EF4-FFF2-40B4-BE49-F238E27FC236}">
                  <a16:creationId xmlns:a16="http://schemas.microsoft.com/office/drawing/2014/main" id="{604A0733-200E-EA27-EA49-415402AD5765}"/>
                </a:ext>
              </a:extLst>
            </p:cNvPr>
            <p:cNvSpPr/>
            <p:nvPr/>
          </p:nvSpPr>
          <p:spPr>
            <a:xfrm>
              <a:off x="247868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9477;p52">
              <a:extLst>
                <a:ext uri="{FF2B5EF4-FFF2-40B4-BE49-F238E27FC236}">
                  <a16:creationId xmlns:a16="http://schemas.microsoft.com/office/drawing/2014/main" id="{BE0ADF44-CB11-8734-2D9A-69FA69BB748D}"/>
                </a:ext>
              </a:extLst>
            </p:cNvPr>
            <p:cNvSpPr/>
            <p:nvPr/>
          </p:nvSpPr>
          <p:spPr>
            <a:xfrm>
              <a:off x="247921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2" name="Google Shape;9478;p52">
              <a:extLst>
                <a:ext uri="{FF2B5EF4-FFF2-40B4-BE49-F238E27FC236}">
                  <a16:creationId xmlns:a16="http://schemas.microsoft.com/office/drawing/2014/main" id="{A45992DB-3052-8F8B-BFEA-382BA3BBDF99}"/>
                </a:ext>
              </a:extLst>
            </p:cNvPr>
            <p:cNvSpPr/>
            <p:nvPr/>
          </p:nvSpPr>
          <p:spPr>
            <a:xfrm>
              <a:off x="247868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3" name="Google Shape;9479;p52">
              <a:extLst>
                <a:ext uri="{FF2B5EF4-FFF2-40B4-BE49-F238E27FC236}">
                  <a16:creationId xmlns:a16="http://schemas.microsoft.com/office/drawing/2014/main" id="{1821DDB6-CA44-E217-9FDF-1E9E09AD7CCD}"/>
                </a:ext>
              </a:extLst>
            </p:cNvPr>
            <p:cNvSpPr/>
            <p:nvPr/>
          </p:nvSpPr>
          <p:spPr>
            <a:xfrm>
              <a:off x="247921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9480;p52">
              <a:extLst>
                <a:ext uri="{FF2B5EF4-FFF2-40B4-BE49-F238E27FC236}">
                  <a16:creationId xmlns:a16="http://schemas.microsoft.com/office/drawing/2014/main" id="{70F5D676-5A7A-2537-63C9-9B8973B4F9C3}"/>
                </a:ext>
              </a:extLst>
            </p:cNvPr>
            <p:cNvSpPr/>
            <p:nvPr/>
          </p:nvSpPr>
          <p:spPr>
            <a:xfrm>
              <a:off x="247868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9481;p52">
              <a:extLst>
                <a:ext uri="{FF2B5EF4-FFF2-40B4-BE49-F238E27FC236}">
                  <a16:creationId xmlns:a16="http://schemas.microsoft.com/office/drawing/2014/main" id="{29C51416-351E-7896-1358-1D26DBBE3715}"/>
                </a:ext>
              </a:extLst>
            </p:cNvPr>
            <p:cNvSpPr/>
            <p:nvPr/>
          </p:nvSpPr>
          <p:spPr>
            <a:xfrm>
              <a:off x="247921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9482;p52">
              <a:extLst>
                <a:ext uri="{FF2B5EF4-FFF2-40B4-BE49-F238E27FC236}">
                  <a16:creationId xmlns:a16="http://schemas.microsoft.com/office/drawing/2014/main" id="{4A4C5A3D-250F-1F12-5737-29F32ACCFAB6}"/>
                </a:ext>
              </a:extLst>
            </p:cNvPr>
            <p:cNvSpPr/>
            <p:nvPr/>
          </p:nvSpPr>
          <p:spPr>
            <a:xfrm>
              <a:off x="247868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7" name="Google Shape;9483;p52">
              <a:extLst>
                <a:ext uri="{FF2B5EF4-FFF2-40B4-BE49-F238E27FC236}">
                  <a16:creationId xmlns:a16="http://schemas.microsoft.com/office/drawing/2014/main" id="{08B2C15B-4304-1E73-D932-4F4EC3AE7531}"/>
                </a:ext>
              </a:extLst>
            </p:cNvPr>
            <p:cNvSpPr/>
            <p:nvPr/>
          </p:nvSpPr>
          <p:spPr>
            <a:xfrm>
              <a:off x="247921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8" name="Google Shape;9484;p52">
              <a:extLst>
                <a:ext uri="{FF2B5EF4-FFF2-40B4-BE49-F238E27FC236}">
                  <a16:creationId xmlns:a16="http://schemas.microsoft.com/office/drawing/2014/main" id="{4588173C-0CFB-4DAD-FE24-9F77BC3DCEF4}"/>
                </a:ext>
              </a:extLst>
            </p:cNvPr>
            <p:cNvSpPr/>
            <p:nvPr/>
          </p:nvSpPr>
          <p:spPr>
            <a:xfrm>
              <a:off x="247868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9485;p52">
              <a:extLst>
                <a:ext uri="{FF2B5EF4-FFF2-40B4-BE49-F238E27FC236}">
                  <a16:creationId xmlns:a16="http://schemas.microsoft.com/office/drawing/2014/main" id="{418691D9-CE34-B377-3034-CCF3F0D3E00D}"/>
                </a:ext>
              </a:extLst>
            </p:cNvPr>
            <p:cNvSpPr/>
            <p:nvPr/>
          </p:nvSpPr>
          <p:spPr>
            <a:xfrm>
              <a:off x="247868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9486;p52">
              <a:extLst>
                <a:ext uri="{FF2B5EF4-FFF2-40B4-BE49-F238E27FC236}">
                  <a16:creationId xmlns:a16="http://schemas.microsoft.com/office/drawing/2014/main" id="{2CF99FF6-C339-2EB6-2F3B-7A541FB3C770}"/>
                </a:ext>
              </a:extLst>
            </p:cNvPr>
            <p:cNvSpPr/>
            <p:nvPr/>
          </p:nvSpPr>
          <p:spPr>
            <a:xfrm>
              <a:off x="247921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9487;p52">
              <a:extLst>
                <a:ext uri="{FF2B5EF4-FFF2-40B4-BE49-F238E27FC236}">
                  <a16:creationId xmlns:a16="http://schemas.microsoft.com/office/drawing/2014/main" id="{A135CD6D-56FA-7227-DCE6-8BA89B4D339F}"/>
                </a:ext>
              </a:extLst>
            </p:cNvPr>
            <p:cNvSpPr/>
            <p:nvPr/>
          </p:nvSpPr>
          <p:spPr>
            <a:xfrm>
              <a:off x="2424949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2" name="Google Shape;9488;p52">
              <a:extLst>
                <a:ext uri="{FF2B5EF4-FFF2-40B4-BE49-F238E27FC236}">
                  <a16:creationId xmlns:a16="http://schemas.microsoft.com/office/drawing/2014/main" id="{0CB4653E-7BDA-4FA8-6EDB-96725A12A804}"/>
                </a:ext>
              </a:extLst>
            </p:cNvPr>
            <p:cNvSpPr/>
            <p:nvPr/>
          </p:nvSpPr>
          <p:spPr>
            <a:xfrm>
              <a:off x="242547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3" name="Google Shape;9489;p52">
              <a:extLst>
                <a:ext uri="{FF2B5EF4-FFF2-40B4-BE49-F238E27FC236}">
                  <a16:creationId xmlns:a16="http://schemas.microsoft.com/office/drawing/2014/main" id="{D4552A79-E342-6123-0674-31332C6BD1E8}"/>
                </a:ext>
              </a:extLst>
            </p:cNvPr>
            <p:cNvSpPr/>
            <p:nvPr/>
          </p:nvSpPr>
          <p:spPr>
            <a:xfrm>
              <a:off x="2424949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9490;p52">
              <a:extLst>
                <a:ext uri="{FF2B5EF4-FFF2-40B4-BE49-F238E27FC236}">
                  <a16:creationId xmlns:a16="http://schemas.microsoft.com/office/drawing/2014/main" id="{85186B6E-330F-B820-E455-620D7E708DE1}"/>
                </a:ext>
              </a:extLst>
            </p:cNvPr>
            <p:cNvSpPr/>
            <p:nvPr/>
          </p:nvSpPr>
          <p:spPr>
            <a:xfrm>
              <a:off x="242547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5" name="Google Shape;9491;p52">
              <a:extLst>
                <a:ext uri="{FF2B5EF4-FFF2-40B4-BE49-F238E27FC236}">
                  <a16:creationId xmlns:a16="http://schemas.microsoft.com/office/drawing/2014/main" id="{61B78351-4FAC-1580-4FF3-603E887EFAC2}"/>
                </a:ext>
              </a:extLst>
            </p:cNvPr>
            <p:cNvSpPr/>
            <p:nvPr/>
          </p:nvSpPr>
          <p:spPr>
            <a:xfrm>
              <a:off x="2424949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6" name="Google Shape;9492;p52">
              <a:extLst>
                <a:ext uri="{FF2B5EF4-FFF2-40B4-BE49-F238E27FC236}">
                  <a16:creationId xmlns:a16="http://schemas.microsoft.com/office/drawing/2014/main" id="{D8D30718-D1FF-CC30-1BC3-065595D38607}"/>
                </a:ext>
              </a:extLst>
            </p:cNvPr>
            <p:cNvSpPr/>
            <p:nvPr/>
          </p:nvSpPr>
          <p:spPr>
            <a:xfrm>
              <a:off x="2424949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7" name="Google Shape;9493;p52">
              <a:extLst>
                <a:ext uri="{FF2B5EF4-FFF2-40B4-BE49-F238E27FC236}">
                  <a16:creationId xmlns:a16="http://schemas.microsoft.com/office/drawing/2014/main" id="{CC8E5F74-0628-E01F-0DA9-8289D1DA109D}"/>
                </a:ext>
              </a:extLst>
            </p:cNvPr>
            <p:cNvSpPr/>
            <p:nvPr/>
          </p:nvSpPr>
          <p:spPr>
            <a:xfrm>
              <a:off x="242547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8" name="Google Shape;9494;p52">
              <a:extLst>
                <a:ext uri="{FF2B5EF4-FFF2-40B4-BE49-F238E27FC236}">
                  <a16:creationId xmlns:a16="http://schemas.microsoft.com/office/drawing/2014/main" id="{92A6EEA1-97F0-8480-A96A-1EB947DF839A}"/>
                </a:ext>
              </a:extLst>
            </p:cNvPr>
            <p:cNvSpPr/>
            <p:nvPr/>
          </p:nvSpPr>
          <p:spPr>
            <a:xfrm>
              <a:off x="2424949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9" name="Google Shape;9495;p52">
              <a:extLst>
                <a:ext uri="{FF2B5EF4-FFF2-40B4-BE49-F238E27FC236}">
                  <a16:creationId xmlns:a16="http://schemas.microsoft.com/office/drawing/2014/main" id="{B27CEF03-B76D-C66E-E0BF-265659EA13FD}"/>
                </a:ext>
              </a:extLst>
            </p:cNvPr>
            <p:cNvSpPr/>
            <p:nvPr/>
          </p:nvSpPr>
          <p:spPr>
            <a:xfrm>
              <a:off x="242547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0" name="Google Shape;9496;p52">
              <a:extLst>
                <a:ext uri="{FF2B5EF4-FFF2-40B4-BE49-F238E27FC236}">
                  <a16:creationId xmlns:a16="http://schemas.microsoft.com/office/drawing/2014/main" id="{E7C4D2B3-5E07-F00D-69B1-9824E526F4B5}"/>
                </a:ext>
              </a:extLst>
            </p:cNvPr>
            <p:cNvSpPr/>
            <p:nvPr/>
          </p:nvSpPr>
          <p:spPr>
            <a:xfrm>
              <a:off x="2424949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1" name="Google Shape;9497;p52">
              <a:extLst>
                <a:ext uri="{FF2B5EF4-FFF2-40B4-BE49-F238E27FC236}">
                  <a16:creationId xmlns:a16="http://schemas.microsoft.com/office/drawing/2014/main" id="{ED1B1E0E-1502-4C7B-708C-8ACA8267FA31}"/>
                </a:ext>
              </a:extLst>
            </p:cNvPr>
            <p:cNvSpPr/>
            <p:nvPr/>
          </p:nvSpPr>
          <p:spPr>
            <a:xfrm>
              <a:off x="242547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2" name="Google Shape;9498;p52">
              <a:extLst>
                <a:ext uri="{FF2B5EF4-FFF2-40B4-BE49-F238E27FC236}">
                  <a16:creationId xmlns:a16="http://schemas.microsoft.com/office/drawing/2014/main" id="{8D2C8EC0-D862-7805-2B88-E7996BB2B88A}"/>
                </a:ext>
              </a:extLst>
            </p:cNvPr>
            <p:cNvSpPr/>
            <p:nvPr/>
          </p:nvSpPr>
          <p:spPr>
            <a:xfrm>
              <a:off x="2424949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3" name="Google Shape;9499;p52">
              <a:extLst>
                <a:ext uri="{FF2B5EF4-FFF2-40B4-BE49-F238E27FC236}">
                  <a16:creationId xmlns:a16="http://schemas.microsoft.com/office/drawing/2014/main" id="{46E50B65-7DED-1C1D-1283-75DE47B86D42}"/>
                </a:ext>
              </a:extLst>
            </p:cNvPr>
            <p:cNvSpPr/>
            <p:nvPr/>
          </p:nvSpPr>
          <p:spPr>
            <a:xfrm>
              <a:off x="242547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4" name="Google Shape;9500;p52">
              <a:extLst>
                <a:ext uri="{FF2B5EF4-FFF2-40B4-BE49-F238E27FC236}">
                  <a16:creationId xmlns:a16="http://schemas.microsoft.com/office/drawing/2014/main" id="{CDE9EB68-3283-EF25-0B4B-548D8FC60174}"/>
                </a:ext>
              </a:extLst>
            </p:cNvPr>
            <p:cNvSpPr/>
            <p:nvPr/>
          </p:nvSpPr>
          <p:spPr>
            <a:xfrm>
              <a:off x="2424949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5" name="Google Shape;9501;p52">
              <a:extLst>
                <a:ext uri="{FF2B5EF4-FFF2-40B4-BE49-F238E27FC236}">
                  <a16:creationId xmlns:a16="http://schemas.microsoft.com/office/drawing/2014/main" id="{937E4508-64FA-1A59-BC4C-83AFD68ADF65}"/>
                </a:ext>
              </a:extLst>
            </p:cNvPr>
            <p:cNvSpPr/>
            <p:nvPr/>
          </p:nvSpPr>
          <p:spPr>
            <a:xfrm>
              <a:off x="242547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6" name="Google Shape;9502;p52">
              <a:extLst>
                <a:ext uri="{FF2B5EF4-FFF2-40B4-BE49-F238E27FC236}">
                  <a16:creationId xmlns:a16="http://schemas.microsoft.com/office/drawing/2014/main" id="{88A5E734-8191-8615-4177-A2B68B1C7E65}"/>
                </a:ext>
              </a:extLst>
            </p:cNvPr>
            <p:cNvSpPr/>
            <p:nvPr/>
          </p:nvSpPr>
          <p:spPr>
            <a:xfrm>
              <a:off x="2424949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7" name="Google Shape;9503;p52">
              <a:extLst>
                <a:ext uri="{FF2B5EF4-FFF2-40B4-BE49-F238E27FC236}">
                  <a16:creationId xmlns:a16="http://schemas.microsoft.com/office/drawing/2014/main" id="{7A879932-6F36-449F-D5D6-2683EBE8156A}"/>
                </a:ext>
              </a:extLst>
            </p:cNvPr>
            <p:cNvSpPr/>
            <p:nvPr/>
          </p:nvSpPr>
          <p:spPr>
            <a:xfrm>
              <a:off x="242547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8" name="Google Shape;9504;p52">
              <a:extLst>
                <a:ext uri="{FF2B5EF4-FFF2-40B4-BE49-F238E27FC236}">
                  <a16:creationId xmlns:a16="http://schemas.microsoft.com/office/drawing/2014/main" id="{FCCC2E51-FC2F-93C0-FEDD-16F07A793C49}"/>
                </a:ext>
              </a:extLst>
            </p:cNvPr>
            <p:cNvSpPr/>
            <p:nvPr/>
          </p:nvSpPr>
          <p:spPr>
            <a:xfrm>
              <a:off x="2424949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9" name="Google Shape;9505;p52">
              <a:extLst>
                <a:ext uri="{FF2B5EF4-FFF2-40B4-BE49-F238E27FC236}">
                  <a16:creationId xmlns:a16="http://schemas.microsoft.com/office/drawing/2014/main" id="{41D2D017-9C4D-5CE1-7240-C03EA872BCA7}"/>
                </a:ext>
              </a:extLst>
            </p:cNvPr>
            <p:cNvSpPr/>
            <p:nvPr/>
          </p:nvSpPr>
          <p:spPr>
            <a:xfrm>
              <a:off x="2424949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0" name="Google Shape;9506;p52">
              <a:extLst>
                <a:ext uri="{FF2B5EF4-FFF2-40B4-BE49-F238E27FC236}">
                  <a16:creationId xmlns:a16="http://schemas.microsoft.com/office/drawing/2014/main" id="{D6510AC1-2E2A-4841-B8FF-CF85DF43408C}"/>
                </a:ext>
              </a:extLst>
            </p:cNvPr>
            <p:cNvSpPr/>
            <p:nvPr/>
          </p:nvSpPr>
          <p:spPr>
            <a:xfrm>
              <a:off x="242547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1" name="Google Shape;9507;p52">
              <a:extLst>
                <a:ext uri="{FF2B5EF4-FFF2-40B4-BE49-F238E27FC236}">
                  <a16:creationId xmlns:a16="http://schemas.microsoft.com/office/drawing/2014/main" id="{EB49465D-ED37-4A1C-5D9E-EB48F9BA7FBC}"/>
                </a:ext>
              </a:extLst>
            </p:cNvPr>
            <p:cNvSpPr/>
            <p:nvPr/>
          </p:nvSpPr>
          <p:spPr>
            <a:xfrm>
              <a:off x="2371184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2" name="Google Shape;9508;p52">
              <a:extLst>
                <a:ext uri="{FF2B5EF4-FFF2-40B4-BE49-F238E27FC236}">
                  <a16:creationId xmlns:a16="http://schemas.microsoft.com/office/drawing/2014/main" id="{97A95484-4C21-7C6D-35BF-2475C60A0CF0}"/>
                </a:ext>
              </a:extLst>
            </p:cNvPr>
            <p:cNvSpPr/>
            <p:nvPr/>
          </p:nvSpPr>
          <p:spPr>
            <a:xfrm>
              <a:off x="237174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3" name="Google Shape;9509;p52">
              <a:extLst>
                <a:ext uri="{FF2B5EF4-FFF2-40B4-BE49-F238E27FC236}">
                  <a16:creationId xmlns:a16="http://schemas.microsoft.com/office/drawing/2014/main" id="{58AA039A-7E03-2164-178C-CE2B8E49060C}"/>
                </a:ext>
              </a:extLst>
            </p:cNvPr>
            <p:cNvSpPr/>
            <p:nvPr/>
          </p:nvSpPr>
          <p:spPr>
            <a:xfrm>
              <a:off x="2371184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4" name="Google Shape;9510;p52">
              <a:extLst>
                <a:ext uri="{FF2B5EF4-FFF2-40B4-BE49-F238E27FC236}">
                  <a16:creationId xmlns:a16="http://schemas.microsoft.com/office/drawing/2014/main" id="{FDE57901-5966-99F9-44B9-7325700C6101}"/>
                </a:ext>
              </a:extLst>
            </p:cNvPr>
            <p:cNvSpPr/>
            <p:nvPr/>
          </p:nvSpPr>
          <p:spPr>
            <a:xfrm>
              <a:off x="237174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5" name="Google Shape;9511;p52">
              <a:extLst>
                <a:ext uri="{FF2B5EF4-FFF2-40B4-BE49-F238E27FC236}">
                  <a16:creationId xmlns:a16="http://schemas.microsoft.com/office/drawing/2014/main" id="{FD65A43D-5C50-3BB9-24EE-98DB880205BB}"/>
                </a:ext>
              </a:extLst>
            </p:cNvPr>
            <p:cNvSpPr/>
            <p:nvPr/>
          </p:nvSpPr>
          <p:spPr>
            <a:xfrm>
              <a:off x="237118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6" name="Google Shape;9512;p52">
              <a:extLst>
                <a:ext uri="{FF2B5EF4-FFF2-40B4-BE49-F238E27FC236}">
                  <a16:creationId xmlns:a16="http://schemas.microsoft.com/office/drawing/2014/main" id="{1B8977DC-1552-95AB-8867-9300107A9CDF}"/>
                </a:ext>
              </a:extLst>
            </p:cNvPr>
            <p:cNvSpPr/>
            <p:nvPr/>
          </p:nvSpPr>
          <p:spPr>
            <a:xfrm>
              <a:off x="237118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7" name="Google Shape;9513;p52">
              <a:extLst>
                <a:ext uri="{FF2B5EF4-FFF2-40B4-BE49-F238E27FC236}">
                  <a16:creationId xmlns:a16="http://schemas.microsoft.com/office/drawing/2014/main" id="{B77AE92E-A58B-196F-E389-D3E6DB5658D1}"/>
                </a:ext>
              </a:extLst>
            </p:cNvPr>
            <p:cNvSpPr/>
            <p:nvPr/>
          </p:nvSpPr>
          <p:spPr>
            <a:xfrm>
              <a:off x="237174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8" name="Google Shape;9514;p52">
              <a:extLst>
                <a:ext uri="{FF2B5EF4-FFF2-40B4-BE49-F238E27FC236}">
                  <a16:creationId xmlns:a16="http://schemas.microsoft.com/office/drawing/2014/main" id="{E2E212FD-51F4-9958-7E4D-4889B573BB8A}"/>
                </a:ext>
              </a:extLst>
            </p:cNvPr>
            <p:cNvSpPr/>
            <p:nvPr/>
          </p:nvSpPr>
          <p:spPr>
            <a:xfrm>
              <a:off x="237118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9" name="Google Shape;9515;p52">
              <a:extLst>
                <a:ext uri="{FF2B5EF4-FFF2-40B4-BE49-F238E27FC236}">
                  <a16:creationId xmlns:a16="http://schemas.microsoft.com/office/drawing/2014/main" id="{C2F3A6FF-F5EB-D086-F97C-6C2E0377DC5F}"/>
                </a:ext>
              </a:extLst>
            </p:cNvPr>
            <p:cNvSpPr/>
            <p:nvPr/>
          </p:nvSpPr>
          <p:spPr>
            <a:xfrm>
              <a:off x="237174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0" name="Google Shape;9516;p52">
              <a:extLst>
                <a:ext uri="{FF2B5EF4-FFF2-40B4-BE49-F238E27FC236}">
                  <a16:creationId xmlns:a16="http://schemas.microsoft.com/office/drawing/2014/main" id="{5DF89BEF-6750-8BF8-296C-093DD4A34674}"/>
                </a:ext>
              </a:extLst>
            </p:cNvPr>
            <p:cNvSpPr/>
            <p:nvPr/>
          </p:nvSpPr>
          <p:spPr>
            <a:xfrm>
              <a:off x="237118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1" name="Google Shape;9517;p52">
              <a:extLst>
                <a:ext uri="{FF2B5EF4-FFF2-40B4-BE49-F238E27FC236}">
                  <a16:creationId xmlns:a16="http://schemas.microsoft.com/office/drawing/2014/main" id="{B4CA0596-C6CF-1131-2BE8-AFE256FDDF0F}"/>
                </a:ext>
              </a:extLst>
            </p:cNvPr>
            <p:cNvSpPr/>
            <p:nvPr/>
          </p:nvSpPr>
          <p:spPr>
            <a:xfrm>
              <a:off x="237174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2" name="Google Shape;9518;p52">
              <a:extLst>
                <a:ext uri="{FF2B5EF4-FFF2-40B4-BE49-F238E27FC236}">
                  <a16:creationId xmlns:a16="http://schemas.microsoft.com/office/drawing/2014/main" id="{EDC87C69-D6C2-6B9A-879A-CF37784D3753}"/>
                </a:ext>
              </a:extLst>
            </p:cNvPr>
            <p:cNvSpPr/>
            <p:nvPr/>
          </p:nvSpPr>
          <p:spPr>
            <a:xfrm>
              <a:off x="237118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3" name="Google Shape;9519;p52">
              <a:extLst>
                <a:ext uri="{FF2B5EF4-FFF2-40B4-BE49-F238E27FC236}">
                  <a16:creationId xmlns:a16="http://schemas.microsoft.com/office/drawing/2014/main" id="{7DA8572F-2B61-09AA-9EEF-5F98E52D41B8}"/>
                </a:ext>
              </a:extLst>
            </p:cNvPr>
            <p:cNvSpPr/>
            <p:nvPr/>
          </p:nvSpPr>
          <p:spPr>
            <a:xfrm>
              <a:off x="237174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4" name="Google Shape;9520;p52">
              <a:extLst>
                <a:ext uri="{FF2B5EF4-FFF2-40B4-BE49-F238E27FC236}">
                  <a16:creationId xmlns:a16="http://schemas.microsoft.com/office/drawing/2014/main" id="{9F7AEBB3-83E0-868B-E2A7-845287D0B420}"/>
                </a:ext>
              </a:extLst>
            </p:cNvPr>
            <p:cNvSpPr/>
            <p:nvPr/>
          </p:nvSpPr>
          <p:spPr>
            <a:xfrm>
              <a:off x="237118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5" name="Google Shape;9521;p52">
              <a:extLst>
                <a:ext uri="{FF2B5EF4-FFF2-40B4-BE49-F238E27FC236}">
                  <a16:creationId xmlns:a16="http://schemas.microsoft.com/office/drawing/2014/main" id="{13E24673-5AB5-E785-D440-877841E152E8}"/>
                </a:ext>
              </a:extLst>
            </p:cNvPr>
            <p:cNvSpPr/>
            <p:nvPr/>
          </p:nvSpPr>
          <p:spPr>
            <a:xfrm>
              <a:off x="237174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6" name="Google Shape;9522;p52">
              <a:extLst>
                <a:ext uri="{FF2B5EF4-FFF2-40B4-BE49-F238E27FC236}">
                  <a16:creationId xmlns:a16="http://schemas.microsoft.com/office/drawing/2014/main" id="{719BBA0A-34A3-7F3B-0947-FB18F1AA73EE}"/>
                </a:ext>
              </a:extLst>
            </p:cNvPr>
            <p:cNvSpPr/>
            <p:nvPr/>
          </p:nvSpPr>
          <p:spPr>
            <a:xfrm>
              <a:off x="2371184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7" name="Google Shape;9523;p52">
              <a:extLst>
                <a:ext uri="{FF2B5EF4-FFF2-40B4-BE49-F238E27FC236}">
                  <a16:creationId xmlns:a16="http://schemas.microsoft.com/office/drawing/2014/main" id="{E551E084-B494-EB47-2DA5-79DFADC7FD7C}"/>
                </a:ext>
              </a:extLst>
            </p:cNvPr>
            <p:cNvSpPr/>
            <p:nvPr/>
          </p:nvSpPr>
          <p:spPr>
            <a:xfrm>
              <a:off x="237174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8" name="Google Shape;9524;p52">
              <a:extLst>
                <a:ext uri="{FF2B5EF4-FFF2-40B4-BE49-F238E27FC236}">
                  <a16:creationId xmlns:a16="http://schemas.microsoft.com/office/drawing/2014/main" id="{BD62006B-6B9E-83A9-F76F-1F6471D37C3B}"/>
                </a:ext>
              </a:extLst>
            </p:cNvPr>
            <p:cNvSpPr/>
            <p:nvPr/>
          </p:nvSpPr>
          <p:spPr>
            <a:xfrm>
              <a:off x="2371184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9" name="Google Shape;9525;p52">
              <a:extLst>
                <a:ext uri="{FF2B5EF4-FFF2-40B4-BE49-F238E27FC236}">
                  <a16:creationId xmlns:a16="http://schemas.microsoft.com/office/drawing/2014/main" id="{8BA2F236-6ADE-C938-D5BC-3A614D933B33}"/>
                </a:ext>
              </a:extLst>
            </p:cNvPr>
            <p:cNvSpPr/>
            <p:nvPr/>
          </p:nvSpPr>
          <p:spPr>
            <a:xfrm>
              <a:off x="2371184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0" name="Google Shape;9526;p52">
              <a:extLst>
                <a:ext uri="{FF2B5EF4-FFF2-40B4-BE49-F238E27FC236}">
                  <a16:creationId xmlns:a16="http://schemas.microsoft.com/office/drawing/2014/main" id="{AA508956-D62D-D810-7E3F-01F24BCC8CF9}"/>
                </a:ext>
              </a:extLst>
            </p:cNvPr>
            <p:cNvSpPr/>
            <p:nvPr/>
          </p:nvSpPr>
          <p:spPr>
            <a:xfrm>
              <a:off x="237174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1" name="Google Shape;9527;p52">
              <a:extLst>
                <a:ext uri="{FF2B5EF4-FFF2-40B4-BE49-F238E27FC236}">
                  <a16:creationId xmlns:a16="http://schemas.microsoft.com/office/drawing/2014/main" id="{B5D35DAC-9E5D-9053-4F3B-78FCC61BBA1D}"/>
                </a:ext>
              </a:extLst>
            </p:cNvPr>
            <p:cNvSpPr/>
            <p:nvPr/>
          </p:nvSpPr>
          <p:spPr>
            <a:xfrm>
              <a:off x="231751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2" name="Google Shape;9528;p52">
              <a:extLst>
                <a:ext uri="{FF2B5EF4-FFF2-40B4-BE49-F238E27FC236}">
                  <a16:creationId xmlns:a16="http://schemas.microsoft.com/office/drawing/2014/main" id="{1D8E9CF8-FC9E-B376-DCBF-DD72ECD9E7E8}"/>
                </a:ext>
              </a:extLst>
            </p:cNvPr>
            <p:cNvSpPr/>
            <p:nvPr/>
          </p:nvSpPr>
          <p:spPr>
            <a:xfrm>
              <a:off x="231804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3" name="Google Shape;9529;p52">
              <a:extLst>
                <a:ext uri="{FF2B5EF4-FFF2-40B4-BE49-F238E27FC236}">
                  <a16:creationId xmlns:a16="http://schemas.microsoft.com/office/drawing/2014/main" id="{69FCCCA5-D9FA-FCC2-6D35-084A8A54A5AC}"/>
                </a:ext>
              </a:extLst>
            </p:cNvPr>
            <p:cNvSpPr/>
            <p:nvPr/>
          </p:nvSpPr>
          <p:spPr>
            <a:xfrm>
              <a:off x="231751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4" name="Google Shape;9530;p52">
              <a:extLst>
                <a:ext uri="{FF2B5EF4-FFF2-40B4-BE49-F238E27FC236}">
                  <a16:creationId xmlns:a16="http://schemas.microsoft.com/office/drawing/2014/main" id="{DAB679B4-C06C-2BE0-F177-5B499888E192}"/>
                </a:ext>
              </a:extLst>
            </p:cNvPr>
            <p:cNvSpPr/>
            <p:nvPr/>
          </p:nvSpPr>
          <p:spPr>
            <a:xfrm>
              <a:off x="231804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5" name="Google Shape;9531;p52">
              <a:extLst>
                <a:ext uri="{FF2B5EF4-FFF2-40B4-BE49-F238E27FC236}">
                  <a16:creationId xmlns:a16="http://schemas.microsoft.com/office/drawing/2014/main" id="{8C34768E-8AD1-4647-8D9A-323352B2538B}"/>
                </a:ext>
              </a:extLst>
            </p:cNvPr>
            <p:cNvSpPr/>
            <p:nvPr/>
          </p:nvSpPr>
          <p:spPr>
            <a:xfrm>
              <a:off x="231751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6" name="Google Shape;9532;p52">
              <a:extLst>
                <a:ext uri="{FF2B5EF4-FFF2-40B4-BE49-F238E27FC236}">
                  <a16:creationId xmlns:a16="http://schemas.microsoft.com/office/drawing/2014/main" id="{5B09B3EE-6D1C-0174-D81E-4E411072CA6B}"/>
                </a:ext>
              </a:extLst>
            </p:cNvPr>
            <p:cNvSpPr/>
            <p:nvPr/>
          </p:nvSpPr>
          <p:spPr>
            <a:xfrm>
              <a:off x="231751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7" name="Google Shape;9533;p52">
              <a:extLst>
                <a:ext uri="{FF2B5EF4-FFF2-40B4-BE49-F238E27FC236}">
                  <a16:creationId xmlns:a16="http://schemas.microsoft.com/office/drawing/2014/main" id="{3FEF3949-21A3-BE7D-56E8-DC585C6240F7}"/>
                </a:ext>
              </a:extLst>
            </p:cNvPr>
            <p:cNvSpPr/>
            <p:nvPr/>
          </p:nvSpPr>
          <p:spPr>
            <a:xfrm>
              <a:off x="231804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8" name="Google Shape;9534;p52">
              <a:extLst>
                <a:ext uri="{FF2B5EF4-FFF2-40B4-BE49-F238E27FC236}">
                  <a16:creationId xmlns:a16="http://schemas.microsoft.com/office/drawing/2014/main" id="{7F50BEB3-ABC6-DAC7-9692-529010E29029}"/>
                </a:ext>
              </a:extLst>
            </p:cNvPr>
            <p:cNvSpPr/>
            <p:nvPr/>
          </p:nvSpPr>
          <p:spPr>
            <a:xfrm>
              <a:off x="231751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9" name="Google Shape;9535;p52">
              <a:extLst>
                <a:ext uri="{FF2B5EF4-FFF2-40B4-BE49-F238E27FC236}">
                  <a16:creationId xmlns:a16="http://schemas.microsoft.com/office/drawing/2014/main" id="{A5A87D62-3C4B-EE7E-81F0-CBAC83A596D9}"/>
                </a:ext>
              </a:extLst>
            </p:cNvPr>
            <p:cNvSpPr/>
            <p:nvPr/>
          </p:nvSpPr>
          <p:spPr>
            <a:xfrm>
              <a:off x="231804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0" name="Google Shape;9536;p52">
              <a:extLst>
                <a:ext uri="{FF2B5EF4-FFF2-40B4-BE49-F238E27FC236}">
                  <a16:creationId xmlns:a16="http://schemas.microsoft.com/office/drawing/2014/main" id="{E7DE9563-C74B-B4E9-558B-FB55A3387954}"/>
                </a:ext>
              </a:extLst>
            </p:cNvPr>
            <p:cNvSpPr/>
            <p:nvPr/>
          </p:nvSpPr>
          <p:spPr>
            <a:xfrm>
              <a:off x="231751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1" name="Google Shape;9537;p52">
              <a:extLst>
                <a:ext uri="{FF2B5EF4-FFF2-40B4-BE49-F238E27FC236}">
                  <a16:creationId xmlns:a16="http://schemas.microsoft.com/office/drawing/2014/main" id="{AB8B5BEE-A9C4-737A-03BC-6E789ABE3577}"/>
                </a:ext>
              </a:extLst>
            </p:cNvPr>
            <p:cNvSpPr/>
            <p:nvPr/>
          </p:nvSpPr>
          <p:spPr>
            <a:xfrm>
              <a:off x="231804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2" name="Google Shape;9538;p52">
              <a:extLst>
                <a:ext uri="{FF2B5EF4-FFF2-40B4-BE49-F238E27FC236}">
                  <a16:creationId xmlns:a16="http://schemas.microsoft.com/office/drawing/2014/main" id="{6B3007EE-11C0-5A96-1C21-4843DB78037E}"/>
                </a:ext>
              </a:extLst>
            </p:cNvPr>
            <p:cNvSpPr/>
            <p:nvPr/>
          </p:nvSpPr>
          <p:spPr>
            <a:xfrm>
              <a:off x="231751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3" name="Google Shape;9539;p52">
              <a:extLst>
                <a:ext uri="{FF2B5EF4-FFF2-40B4-BE49-F238E27FC236}">
                  <a16:creationId xmlns:a16="http://schemas.microsoft.com/office/drawing/2014/main" id="{CB4B74FC-9A5F-DD38-8C39-9D4B92B6477F}"/>
                </a:ext>
              </a:extLst>
            </p:cNvPr>
            <p:cNvSpPr/>
            <p:nvPr/>
          </p:nvSpPr>
          <p:spPr>
            <a:xfrm>
              <a:off x="231804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4" name="Google Shape;9540;p52">
              <a:extLst>
                <a:ext uri="{FF2B5EF4-FFF2-40B4-BE49-F238E27FC236}">
                  <a16:creationId xmlns:a16="http://schemas.microsoft.com/office/drawing/2014/main" id="{8C1B209E-CE79-8266-5A98-3FE2AFE84D16}"/>
                </a:ext>
              </a:extLst>
            </p:cNvPr>
            <p:cNvSpPr/>
            <p:nvPr/>
          </p:nvSpPr>
          <p:spPr>
            <a:xfrm>
              <a:off x="231751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5" name="Google Shape;9541;p52">
              <a:extLst>
                <a:ext uri="{FF2B5EF4-FFF2-40B4-BE49-F238E27FC236}">
                  <a16:creationId xmlns:a16="http://schemas.microsoft.com/office/drawing/2014/main" id="{539C4B7E-07E7-10C2-A79C-462D3194FFC2}"/>
                </a:ext>
              </a:extLst>
            </p:cNvPr>
            <p:cNvSpPr/>
            <p:nvPr/>
          </p:nvSpPr>
          <p:spPr>
            <a:xfrm>
              <a:off x="231804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6" name="Google Shape;9542;p52">
              <a:extLst>
                <a:ext uri="{FF2B5EF4-FFF2-40B4-BE49-F238E27FC236}">
                  <a16:creationId xmlns:a16="http://schemas.microsoft.com/office/drawing/2014/main" id="{9B919028-4193-29AF-46F0-53341DA48E9B}"/>
                </a:ext>
              </a:extLst>
            </p:cNvPr>
            <p:cNvSpPr/>
            <p:nvPr/>
          </p:nvSpPr>
          <p:spPr>
            <a:xfrm>
              <a:off x="231751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7" name="Google Shape;9543;p52">
              <a:extLst>
                <a:ext uri="{FF2B5EF4-FFF2-40B4-BE49-F238E27FC236}">
                  <a16:creationId xmlns:a16="http://schemas.microsoft.com/office/drawing/2014/main" id="{9B3233F5-C89F-B446-FC4E-7832B532D481}"/>
                </a:ext>
              </a:extLst>
            </p:cNvPr>
            <p:cNvSpPr/>
            <p:nvPr/>
          </p:nvSpPr>
          <p:spPr>
            <a:xfrm>
              <a:off x="231804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8" name="Google Shape;9544;p52">
              <a:extLst>
                <a:ext uri="{FF2B5EF4-FFF2-40B4-BE49-F238E27FC236}">
                  <a16:creationId xmlns:a16="http://schemas.microsoft.com/office/drawing/2014/main" id="{CDA5D377-0011-89C8-33A8-CD1D48914B5C}"/>
                </a:ext>
              </a:extLst>
            </p:cNvPr>
            <p:cNvSpPr/>
            <p:nvPr/>
          </p:nvSpPr>
          <p:spPr>
            <a:xfrm>
              <a:off x="231751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9" name="Google Shape;9545;p52">
              <a:extLst>
                <a:ext uri="{FF2B5EF4-FFF2-40B4-BE49-F238E27FC236}">
                  <a16:creationId xmlns:a16="http://schemas.microsoft.com/office/drawing/2014/main" id="{657292DB-4E24-8F1B-F960-26C90733A96F}"/>
                </a:ext>
              </a:extLst>
            </p:cNvPr>
            <p:cNvSpPr/>
            <p:nvPr/>
          </p:nvSpPr>
          <p:spPr>
            <a:xfrm>
              <a:off x="231751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0" name="Google Shape;9546;p52">
              <a:extLst>
                <a:ext uri="{FF2B5EF4-FFF2-40B4-BE49-F238E27FC236}">
                  <a16:creationId xmlns:a16="http://schemas.microsoft.com/office/drawing/2014/main" id="{FC3F606A-C53D-F593-82C6-7525575FA3E7}"/>
                </a:ext>
              </a:extLst>
            </p:cNvPr>
            <p:cNvSpPr/>
            <p:nvPr/>
          </p:nvSpPr>
          <p:spPr>
            <a:xfrm>
              <a:off x="231804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1" name="Google Shape;9547;p52">
              <a:extLst>
                <a:ext uri="{FF2B5EF4-FFF2-40B4-BE49-F238E27FC236}">
                  <a16:creationId xmlns:a16="http://schemas.microsoft.com/office/drawing/2014/main" id="{B6A6FEED-EE0F-3649-FDC6-673882FB959F}"/>
                </a:ext>
              </a:extLst>
            </p:cNvPr>
            <p:cNvSpPr/>
            <p:nvPr/>
          </p:nvSpPr>
          <p:spPr>
            <a:xfrm>
              <a:off x="2263748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2" name="Google Shape;9548;p52">
              <a:extLst>
                <a:ext uri="{FF2B5EF4-FFF2-40B4-BE49-F238E27FC236}">
                  <a16:creationId xmlns:a16="http://schemas.microsoft.com/office/drawing/2014/main" id="{3F75F67C-84F9-C758-EF60-3C67B8B2C0E0}"/>
                </a:ext>
              </a:extLst>
            </p:cNvPr>
            <p:cNvSpPr/>
            <p:nvPr/>
          </p:nvSpPr>
          <p:spPr>
            <a:xfrm>
              <a:off x="2264308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3" name="Google Shape;9549;p52">
              <a:extLst>
                <a:ext uri="{FF2B5EF4-FFF2-40B4-BE49-F238E27FC236}">
                  <a16:creationId xmlns:a16="http://schemas.microsoft.com/office/drawing/2014/main" id="{62BE0A7D-71F5-912E-7483-E2738C3E7AD5}"/>
                </a:ext>
              </a:extLst>
            </p:cNvPr>
            <p:cNvSpPr/>
            <p:nvPr/>
          </p:nvSpPr>
          <p:spPr>
            <a:xfrm>
              <a:off x="2263748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4" name="Google Shape;9550;p52">
              <a:extLst>
                <a:ext uri="{FF2B5EF4-FFF2-40B4-BE49-F238E27FC236}">
                  <a16:creationId xmlns:a16="http://schemas.microsoft.com/office/drawing/2014/main" id="{BBAD57A9-1271-4CFF-A5CE-4BCE97FC1BAC}"/>
                </a:ext>
              </a:extLst>
            </p:cNvPr>
            <p:cNvSpPr/>
            <p:nvPr/>
          </p:nvSpPr>
          <p:spPr>
            <a:xfrm>
              <a:off x="226430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5" name="Google Shape;9551;p52">
              <a:extLst>
                <a:ext uri="{FF2B5EF4-FFF2-40B4-BE49-F238E27FC236}">
                  <a16:creationId xmlns:a16="http://schemas.microsoft.com/office/drawing/2014/main" id="{E22B70E4-0815-276C-65DC-A1D8A10C2882}"/>
                </a:ext>
              </a:extLst>
            </p:cNvPr>
            <p:cNvSpPr/>
            <p:nvPr/>
          </p:nvSpPr>
          <p:spPr>
            <a:xfrm>
              <a:off x="2263748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6" name="Google Shape;9552;p52">
              <a:extLst>
                <a:ext uri="{FF2B5EF4-FFF2-40B4-BE49-F238E27FC236}">
                  <a16:creationId xmlns:a16="http://schemas.microsoft.com/office/drawing/2014/main" id="{BBDBC1F6-2D9F-2C8D-96F8-CF5F41B639C5}"/>
                </a:ext>
              </a:extLst>
            </p:cNvPr>
            <p:cNvSpPr/>
            <p:nvPr/>
          </p:nvSpPr>
          <p:spPr>
            <a:xfrm>
              <a:off x="2263748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7" name="Google Shape;9553;p52">
              <a:extLst>
                <a:ext uri="{FF2B5EF4-FFF2-40B4-BE49-F238E27FC236}">
                  <a16:creationId xmlns:a16="http://schemas.microsoft.com/office/drawing/2014/main" id="{B02B4E07-F6FE-FD2E-0623-386CD8580A86}"/>
                </a:ext>
              </a:extLst>
            </p:cNvPr>
            <p:cNvSpPr/>
            <p:nvPr/>
          </p:nvSpPr>
          <p:spPr>
            <a:xfrm>
              <a:off x="226430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8" name="Google Shape;9554;p52">
              <a:extLst>
                <a:ext uri="{FF2B5EF4-FFF2-40B4-BE49-F238E27FC236}">
                  <a16:creationId xmlns:a16="http://schemas.microsoft.com/office/drawing/2014/main" id="{7749823D-E178-282C-8D77-4CE57BEEDCEF}"/>
                </a:ext>
              </a:extLst>
            </p:cNvPr>
            <p:cNvSpPr/>
            <p:nvPr/>
          </p:nvSpPr>
          <p:spPr>
            <a:xfrm>
              <a:off x="2263748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9" name="Google Shape;9555;p52">
              <a:extLst>
                <a:ext uri="{FF2B5EF4-FFF2-40B4-BE49-F238E27FC236}">
                  <a16:creationId xmlns:a16="http://schemas.microsoft.com/office/drawing/2014/main" id="{6F642580-71D8-98ED-ECA8-52D9E8800DC6}"/>
                </a:ext>
              </a:extLst>
            </p:cNvPr>
            <p:cNvSpPr/>
            <p:nvPr/>
          </p:nvSpPr>
          <p:spPr>
            <a:xfrm>
              <a:off x="226430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0" name="Google Shape;9556;p52">
              <a:extLst>
                <a:ext uri="{FF2B5EF4-FFF2-40B4-BE49-F238E27FC236}">
                  <a16:creationId xmlns:a16="http://schemas.microsoft.com/office/drawing/2014/main" id="{390124DF-E80F-01C9-2CB2-5ABF885E6136}"/>
                </a:ext>
              </a:extLst>
            </p:cNvPr>
            <p:cNvSpPr/>
            <p:nvPr/>
          </p:nvSpPr>
          <p:spPr>
            <a:xfrm>
              <a:off x="2263748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1" name="Google Shape;9557;p52">
              <a:extLst>
                <a:ext uri="{FF2B5EF4-FFF2-40B4-BE49-F238E27FC236}">
                  <a16:creationId xmlns:a16="http://schemas.microsoft.com/office/drawing/2014/main" id="{BD8DC0BD-7F52-0D68-5403-430B95FAA5B4}"/>
                </a:ext>
              </a:extLst>
            </p:cNvPr>
            <p:cNvSpPr/>
            <p:nvPr/>
          </p:nvSpPr>
          <p:spPr>
            <a:xfrm>
              <a:off x="226430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2" name="Google Shape;9558;p52">
              <a:extLst>
                <a:ext uri="{FF2B5EF4-FFF2-40B4-BE49-F238E27FC236}">
                  <a16:creationId xmlns:a16="http://schemas.microsoft.com/office/drawing/2014/main" id="{2A24EDF8-791F-1C72-120A-9A31C30B74CA}"/>
                </a:ext>
              </a:extLst>
            </p:cNvPr>
            <p:cNvSpPr/>
            <p:nvPr/>
          </p:nvSpPr>
          <p:spPr>
            <a:xfrm>
              <a:off x="2263748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3" name="Google Shape;9559;p52">
              <a:extLst>
                <a:ext uri="{FF2B5EF4-FFF2-40B4-BE49-F238E27FC236}">
                  <a16:creationId xmlns:a16="http://schemas.microsoft.com/office/drawing/2014/main" id="{A2019D77-5240-F1CA-E762-58A047CB231A}"/>
                </a:ext>
              </a:extLst>
            </p:cNvPr>
            <p:cNvSpPr/>
            <p:nvPr/>
          </p:nvSpPr>
          <p:spPr>
            <a:xfrm>
              <a:off x="226430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4" name="Google Shape;9560;p52">
              <a:extLst>
                <a:ext uri="{FF2B5EF4-FFF2-40B4-BE49-F238E27FC236}">
                  <a16:creationId xmlns:a16="http://schemas.microsoft.com/office/drawing/2014/main" id="{173D5879-D7F6-0CBA-A4E3-55C7DFFE2B79}"/>
                </a:ext>
              </a:extLst>
            </p:cNvPr>
            <p:cNvSpPr/>
            <p:nvPr/>
          </p:nvSpPr>
          <p:spPr>
            <a:xfrm>
              <a:off x="2263748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5" name="Google Shape;9561;p52">
              <a:extLst>
                <a:ext uri="{FF2B5EF4-FFF2-40B4-BE49-F238E27FC236}">
                  <a16:creationId xmlns:a16="http://schemas.microsoft.com/office/drawing/2014/main" id="{6C346C05-CA4F-E68B-49AF-47D846E64335}"/>
                </a:ext>
              </a:extLst>
            </p:cNvPr>
            <p:cNvSpPr/>
            <p:nvPr/>
          </p:nvSpPr>
          <p:spPr>
            <a:xfrm>
              <a:off x="226430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6" name="Google Shape;9562;p52">
              <a:extLst>
                <a:ext uri="{FF2B5EF4-FFF2-40B4-BE49-F238E27FC236}">
                  <a16:creationId xmlns:a16="http://schemas.microsoft.com/office/drawing/2014/main" id="{7A89A3BF-5880-4925-5D91-1C75D78F978E}"/>
                </a:ext>
              </a:extLst>
            </p:cNvPr>
            <p:cNvSpPr/>
            <p:nvPr/>
          </p:nvSpPr>
          <p:spPr>
            <a:xfrm>
              <a:off x="2263748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7" name="Google Shape;9563;p52">
              <a:extLst>
                <a:ext uri="{FF2B5EF4-FFF2-40B4-BE49-F238E27FC236}">
                  <a16:creationId xmlns:a16="http://schemas.microsoft.com/office/drawing/2014/main" id="{00A13F53-2022-A3DB-8F51-EEAA31F8F117}"/>
                </a:ext>
              </a:extLst>
            </p:cNvPr>
            <p:cNvSpPr/>
            <p:nvPr/>
          </p:nvSpPr>
          <p:spPr>
            <a:xfrm>
              <a:off x="226430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8" name="Google Shape;9564;p52">
              <a:extLst>
                <a:ext uri="{FF2B5EF4-FFF2-40B4-BE49-F238E27FC236}">
                  <a16:creationId xmlns:a16="http://schemas.microsoft.com/office/drawing/2014/main" id="{79ADDEB4-70EF-2418-5F6C-52BCC8A3EEA2}"/>
                </a:ext>
              </a:extLst>
            </p:cNvPr>
            <p:cNvSpPr/>
            <p:nvPr/>
          </p:nvSpPr>
          <p:spPr>
            <a:xfrm>
              <a:off x="2263748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9" name="Google Shape;9565;p52">
              <a:extLst>
                <a:ext uri="{FF2B5EF4-FFF2-40B4-BE49-F238E27FC236}">
                  <a16:creationId xmlns:a16="http://schemas.microsoft.com/office/drawing/2014/main" id="{BAFB72D1-969A-A689-C5F0-847F843ADA9E}"/>
                </a:ext>
              </a:extLst>
            </p:cNvPr>
            <p:cNvSpPr/>
            <p:nvPr/>
          </p:nvSpPr>
          <p:spPr>
            <a:xfrm>
              <a:off x="2263748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0" name="Google Shape;9566;p52">
              <a:extLst>
                <a:ext uri="{FF2B5EF4-FFF2-40B4-BE49-F238E27FC236}">
                  <a16:creationId xmlns:a16="http://schemas.microsoft.com/office/drawing/2014/main" id="{8ACBBD01-93F8-86B7-32F4-4CADAA34565C}"/>
                </a:ext>
              </a:extLst>
            </p:cNvPr>
            <p:cNvSpPr/>
            <p:nvPr/>
          </p:nvSpPr>
          <p:spPr>
            <a:xfrm>
              <a:off x="2264308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1" name="Google Shape;9567;p52">
              <a:extLst>
                <a:ext uri="{FF2B5EF4-FFF2-40B4-BE49-F238E27FC236}">
                  <a16:creationId xmlns:a16="http://schemas.microsoft.com/office/drawing/2014/main" id="{ED5673A8-F9F6-1FBD-83F9-AA0E58F95268}"/>
                </a:ext>
              </a:extLst>
            </p:cNvPr>
            <p:cNvSpPr/>
            <p:nvPr/>
          </p:nvSpPr>
          <p:spPr>
            <a:xfrm>
              <a:off x="221007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2" name="Google Shape;9568;p52">
              <a:extLst>
                <a:ext uri="{FF2B5EF4-FFF2-40B4-BE49-F238E27FC236}">
                  <a16:creationId xmlns:a16="http://schemas.microsoft.com/office/drawing/2014/main" id="{EC6F7ED3-2EFA-7A41-781F-77B4CDC96B3A}"/>
                </a:ext>
              </a:extLst>
            </p:cNvPr>
            <p:cNvSpPr/>
            <p:nvPr/>
          </p:nvSpPr>
          <p:spPr>
            <a:xfrm>
              <a:off x="221062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3" name="Google Shape;9569;p52">
              <a:extLst>
                <a:ext uri="{FF2B5EF4-FFF2-40B4-BE49-F238E27FC236}">
                  <a16:creationId xmlns:a16="http://schemas.microsoft.com/office/drawing/2014/main" id="{3C867A23-0108-0672-1787-529F35354F63}"/>
                </a:ext>
              </a:extLst>
            </p:cNvPr>
            <p:cNvSpPr/>
            <p:nvPr/>
          </p:nvSpPr>
          <p:spPr>
            <a:xfrm>
              <a:off x="221007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4" name="Google Shape;9570;p52">
              <a:extLst>
                <a:ext uri="{FF2B5EF4-FFF2-40B4-BE49-F238E27FC236}">
                  <a16:creationId xmlns:a16="http://schemas.microsoft.com/office/drawing/2014/main" id="{2DFEE4D6-CA22-C216-86EE-AF538C8AF0F0}"/>
                </a:ext>
              </a:extLst>
            </p:cNvPr>
            <p:cNvSpPr/>
            <p:nvPr/>
          </p:nvSpPr>
          <p:spPr>
            <a:xfrm>
              <a:off x="2210621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5" name="Google Shape;9571;p52">
              <a:extLst>
                <a:ext uri="{FF2B5EF4-FFF2-40B4-BE49-F238E27FC236}">
                  <a16:creationId xmlns:a16="http://schemas.microsoft.com/office/drawing/2014/main" id="{EE5696CE-9B23-C4BC-92DD-098F11673C95}"/>
                </a:ext>
              </a:extLst>
            </p:cNvPr>
            <p:cNvSpPr/>
            <p:nvPr/>
          </p:nvSpPr>
          <p:spPr>
            <a:xfrm>
              <a:off x="221007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6" name="Google Shape;9572;p52">
              <a:extLst>
                <a:ext uri="{FF2B5EF4-FFF2-40B4-BE49-F238E27FC236}">
                  <a16:creationId xmlns:a16="http://schemas.microsoft.com/office/drawing/2014/main" id="{33A21C3C-AEEC-8540-26AF-A8B06CFA9519}"/>
                </a:ext>
              </a:extLst>
            </p:cNvPr>
            <p:cNvSpPr/>
            <p:nvPr/>
          </p:nvSpPr>
          <p:spPr>
            <a:xfrm>
              <a:off x="221007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7" name="Google Shape;9573;p52">
              <a:extLst>
                <a:ext uri="{FF2B5EF4-FFF2-40B4-BE49-F238E27FC236}">
                  <a16:creationId xmlns:a16="http://schemas.microsoft.com/office/drawing/2014/main" id="{8655A77E-4E0E-C24B-F532-BC0B40698336}"/>
                </a:ext>
              </a:extLst>
            </p:cNvPr>
            <p:cNvSpPr/>
            <p:nvPr/>
          </p:nvSpPr>
          <p:spPr>
            <a:xfrm>
              <a:off x="221062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8" name="Google Shape;9574;p52">
              <a:extLst>
                <a:ext uri="{FF2B5EF4-FFF2-40B4-BE49-F238E27FC236}">
                  <a16:creationId xmlns:a16="http://schemas.microsoft.com/office/drawing/2014/main" id="{EA1B6DCB-9FC8-4944-43DD-F7E05F9CDA84}"/>
                </a:ext>
              </a:extLst>
            </p:cNvPr>
            <p:cNvSpPr/>
            <p:nvPr/>
          </p:nvSpPr>
          <p:spPr>
            <a:xfrm>
              <a:off x="221007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9" name="Google Shape;9575;p52">
              <a:extLst>
                <a:ext uri="{FF2B5EF4-FFF2-40B4-BE49-F238E27FC236}">
                  <a16:creationId xmlns:a16="http://schemas.microsoft.com/office/drawing/2014/main" id="{56215FBE-E868-6492-BC5C-E74E759674B6}"/>
                </a:ext>
              </a:extLst>
            </p:cNvPr>
            <p:cNvSpPr/>
            <p:nvPr/>
          </p:nvSpPr>
          <p:spPr>
            <a:xfrm>
              <a:off x="221062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0" name="Google Shape;9576;p52">
              <a:extLst>
                <a:ext uri="{FF2B5EF4-FFF2-40B4-BE49-F238E27FC236}">
                  <a16:creationId xmlns:a16="http://schemas.microsoft.com/office/drawing/2014/main" id="{672B8F59-114B-B664-851A-E3C90C897B23}"/>
                </a:ext>
              </a:extLst>
            </p:cNvPr>
            <p:cNvSpPr/>
            <p:nvPr/>
          </p:nvSpPr>
          <p:spPr>
            <a:xfrm>
              <a:off x="221007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1" name="Google Shape;9577;p52">
              <a:extLst>
                <a:ext uri="{FF2B5EF4-FFF2-40B4-BE49-F238E27FC236}">
                  <a16:creationId xmlns:a16="http://schemas.microsoft.com/office/drawing/2014/main" id="{719AF491-27F1-4514-9D96-F8A339990044}"/>
                </a:ext>
              </a:extLst>
            </p:cNvPr>
            <p:cNvSpPr/>
            <p:nvPr/>
          </p:nvSpPr>
          <p:spPr>
            <a:xfrm>
              <a:off x="2210621" y="292773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2" name="Google Shape;9578;p52">
              <a:extLst>
                <a:ext uri="{FF2B5EF4-FFF2-40B4-BE49-F238E27FC236}">
                  <a16:creationId xmlns:a16="http://schemas.microsoft.com/office/drawing/2014/main" id="{FFF9FDDB-DE30-2000-2B1E-EFB5C4B119D1}"/>
                </a:ext>
              </a:extLst>
            </p:cNvPr>
            <p:cNvSpPr/>
            <p:nvPr/>
          </p:nvSpPr>
          <p:spPr>
            <a:xfrm>
              <a:off x="221007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3" name="Google Shape;9579;p52">
              <a:extLst>
                <a:ext uri="{FF2B5EF4-FFF2-40B4-BE49-F238E27FC236}">
                  <a16:creationId xmlns:a16="http://schemas.microsoft.com/office/drawing/2014/main" id="{6B64A182-ED0C-5287-39C1-80209DEC18F1}"/>
                </a:ext>
              </a:extLst>
            </p:cNvPr>
            <p:cNvSpPr/>
            <p:nvPr/>
          </p:nvSpPr>
          <p:spPr>
            <a:xfrm>
              <a:off x="221062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4" name="Google Shape;9580;p52">
              <a:extLst>
                <a:ext uri="{FF2B5EF4-FFF2-40B4-BE49-F238E27FC236}">
                  <a16:creationId xmlns:a16="http://schemas.microsoft.com/office/drawing/2014/main" id="{05FC6477-012C-A7BF-453C-A2D178B3FC79}"/>
                </a:ext>
              </a:extLst>
            </p:cNvPr>
            <p:cNvSpPr/>
            <p:nvPr/>
          </p:nvSpPr>
          <p:spPr>
            <a:xfrm>
              <a:off x="221007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9581;p52">
              <a:extLst>
                <a:ext uri="{FF2B5EF4-FFF2-40B4-BE49-F238E27FC236}">
                  <a16:creationId xmlns:a16="http://schemas.microsoft.com/office/drawing/2014/main" id="{AE5DF63D-AC6D-D0EE-BEC2-C0DED2497F02}"/>
                </a:ext>
              </a:extLst>
            </p:cNvPr>
            <p:cNvSpPr/>
            <p:nvPr/>
          </p:nvSpPr>
          <p:spPr>
            <a:xfrm>
              <a:off x="221062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9582;p52">
              <a:extLst>
                <a:ext uri="{FF2B5EF4-FFF2-40B4-BE49-F238E27FC236}">
                  <a16:creationId xmlns:a16="http://schemas.microsoft.com/office/drawing/2014/main" id="{41A44C34-2950-CFDB-61E3-72BB11556114}"/>
                </a:ext>
              </a:extLst>
            </p:cNvPr>
            <p:cNvSpPr/>
            <p:nvPr/>
          </p:nvSpPr>
          <p:spPr>
            <a:xfrm>
              <a:off x="221007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7" name="Google Shape;9583;p52">
              <a:extLst>
                <a:ext uri="{FF2B5EF4-FFF2-40B4-BE49-F238E27FC236}">
                  <a16:creationId xmlns:a16="http://schemas.microsoft.com/office/drawing/2014/main" id="{188029BF-980A-2E07-0329-2615645DAEE8}"/>
                </a:ext>
              </a:extLst>
            </p:cNvPr>
            <p:cNvSpPr/>
            <p:nvPr/>
          </p:nvSpPr>
          <p:spPr>
            <a:xfrm>
              <a:off x="221062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8" name="Google Shape;9584;p52">
              <a:extLst>
                <a:ext uri="{FF2B5EF4-FFF2-40B4-BE49-F238E27FC236}">
                  <a16:creationId xmlns:a16="http://schemas.microsoft.com/office/drawing/2014/main" id="{46E73240-D270-B4B8-613D-A7C8FB56E3AE}"/>
                </a:ext>
              </a:extLst>
            </p:cNvPr>
            <p:cNvSpPr/>
            <p:nvPr/>
          </p:nvSpPr>
          <p:spPr>
            <a:xfrm>
              <a:off x="221007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9585;p52">
              <a:extLst>
                <a:ext uri="{FF2B5EF4-FFF2-40B4-BE49-F238E27FC236}">
                  <a16:creationId xmlns:a16="http://schemas.microsoft.com/office/drawing/2014/main" id="{C79C8928-0171-3F9F-C5AF-A8E1DFBFD347}"/>
                </a:ext>
              </a:extLst>
            </p:cNvPr>
            <p:cNvSpPr/>
            <p:nvPr/>
          </p:nvSpPr>
          <p:spPr>
            <a:xfrm>
              <a:off x="221007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0" name="Google Shape;9586;p52">
              <a:extLst>
                <a:ext uri="{FF2B5EF4-FFF2-40B4-BE49-F238E27FC236}">
                  <a16:creationId xmlns:a16="http://schemas.microsoft.com/office/drawing/2014/main" id="{2BF6EDBF-5915-8D19-E413-50ED73E9168D}"/>
                </a:ext>
              </a:extLst>
            </p:cNvPr>
            <p:cNvSpPr/>
            <p:nvPr/>
          </p:nvSpPr>
          <p:spPr>
            <a:xfrm>
              <a:off x="221062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1" name="Google Shape;9587;p52">
              <a:extLst>
                <a:ext uri="{FF2B5EF4-FFF2-40B4-BE49-F238E27FC236}">
                  <a16:creationId xmlns:a16="http://schemas.microsoft.com/office/drawing/2014/main" id="{8D71F7C1-5BC3-C928-8506-89FDF46E12CD}"/>
                </a:ext>
              </a:extLst>
            </p:cNvPr>
            <p:cNvSpPr/>
            <p:nvPr/>
          </p:nvSpPr>
          <p:spPr>
            <a:xfrm>
              <a:off x="215634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9588;p52">
              <a:extLst>
                <a:ext uri="{FF2B5EF4-FFF2-40B4-BE49-F238E27FC236}">
                  <a16:creationId xmlns:a16="http://schemas.microsoft.com/office/drawing/2014/main" id="{B035ED29-E138-D935-FD42-7CB0009983D9}"/>
                </a:ext>
              </a:extLst>
            </p:cNvPr>
            <p:cNvSpPr/>
            <p:nvPr/>
          </p:nvSpPr>
          <p:spPr>
            <a:xfrm>
              <a:off x="2156872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9589;p52">
              <a:extLst>
                <a:ext uri="{FF2B5EF4-FFF2-40B4-BE49-F238E27FC236}">
                  <a16:creationId xmlns:a16="http://schemas.microsoft.com/office/drawing/2014/main" id="{B149F854-7AAA-D645-04D6-E035BBBFFEF9}"/>
                </a:ext>
              </a:extLst>
            </p:cNvPr>
            <p:cNvSpPr/>
            <p:nvPr/>
          </p:nvSpPr>
          <p:spPr>
            <a:xfrm>
              <a:off x="215634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9590;p52">
              <a:extLst>
                <a:ext uri="{FF2B5EF4-FFF2-40B4-BE49-F238E27FC236}">
                  <a16:creationId xmlns:a16="http://schemas.microsoft.com/office/drawing/2014/main" id="{32E43623-6BE6-DB4E-6C14-A132A2AC0AF0}"/>
                </a:ext>
              </a:extLst>
            </p:cNvPr>
            <p:cNvSpPr/>
            <p:nvPr/>
          </p:nvSpPr>
          <p:spPr>
            <a:xfrm>
              <a:off x="2156872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9591;p52">
              <a:extLst>
                <a:ext uri="{FF2B5EF4-FFF2-40B4-BE49-F238E27FC236}">
                  <a16:creationId xmlns:a16="http://schemas.microsoft.com/office/drawing/2014/main" id="{F08A35BF-3664-E257-2E41-77E180405DB2}"/>
                </a:ext>
              </a:extLst>
            </p:cNvPr>
            <p:cNvSpPr/>
            <p:nvPr/>
          </p:nvSpPr>
          <p:spPr>
            <a:xfrm>
              <a:off x="215634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9592;p52">
              <a:extLst>
                <a:ext uri="{FF2B5EF4-FFF2-40B4-BE49-F238E27FC236}">
                  <a16:creationId xmlns:a16="http://schemas.microsoft.com/office/drawing/2014/main" id="{4CA1709D-397A-D58E-91DC-26D813003AC0}"/>
                </a:ext>
              </a:extLst>
            </p:cNvPr>
            <p:cNvSpPr/>
            <p:nvPr/>
          </p:nvSpPr>
          <p:spPr>
            <a:xfrm>
              <a:off x="2156872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9593;p52">
              <a:extLst>
                <a:ext uri="{FF2B5EF4-FFF2-40B4-BE49-F238E27FC236}">
                  <a16:creationId xmlns:a16="http://schemas.microsoft.com/office/drawing/2014/main" id="{0F431D03-AC0F-0D49-D48B-A3508B66A8EE}"/>
                </a:ext>
              </a:extLst>
            </p:cNvPr>
            <p:cNvSpPr/>
            <p:nvPr/>
          </p:nvSpPr>
          <p:spPr>
            <a:xfrm>
              <a:off x="215634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9594;p52">
              <a:extLst>
                <a:ext uri="{FF2B5EF4-FFF2-40B4-BE49-F238E27FC236}">
                  <a16:creationId xmlns:a16="http://schemas.microsoft.com/office/drawing/2014/main" id="{21C177D6-6D5D-B1DE-3A3C-0A0663925B2A}"/>
                </a:ext>
              </a:extLst>
            </p:cNvPr>
            <p:cNvSpPr/>
            <p:nvPr/>
          </p:nvSpPr>
          <p:spPr>
            <a:xfrm>
              <a:off x="215634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9595;p52">
              <a:extLst>
                <a:ext uri="{FF2B5EF4-FFF2-40B4-BE49-F238E27FC236}">
                  <a16:creationId xmlns:a16="http://schemas.microsoft.com/office/drawing/2014/main" id="{D85B51CA-990B-896C-1D33-B1760007859F}"/>
                </a:ext>
              </a:extLst>
            </p:cNvPr>
            <p:cNvSpPr/>
            <p:nvPr/>
          </p:nvSpPr>
          <p:spPr>
            <a:xfrm>
              <a:off x="215634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9596;p52">
              <a:extLst>
                <a:ext uri="{FF2B5EF4-FFF2-40B4-BE49-F238E27FC236}">
                  <a16:creationId xmlns:a16="http://schemas.microsoft.com/office/drawing/2014/main" id="{C98477B9-4221-DCD8-F0E2-155771940BB5}"/>
                </a:ext>
              </a:extLst>
            </p:cNvPr>
            <p:cNvSpPr/>
            <p:nvPr/>
          </p:nvSpPr>
          <p:spPr>
            <a:xfrm>
              <a:off x="215634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9597;p52">
              <a:extLst>
                <a:ext uri="{FF2B5EF4-FFF2-40B4-BE49-F238E27FC236}">
                  <a16:creationId xmlns:a16="http://schemas.microsoft.com/office/drawing/2014/main" id="{A9657CCC-942F-E6E2-1168-860F420D5D1C}"/>
                </a:ext>
              </a:extLst>
            </p:cNvPr>
            <p:cNvSpPr/>
            <p:nvPr/>
          </p:nvSpPr>
          <p:spPr>
            <a:xfrm>
              <a:off x="215634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9598;p52">
              <a:extLst>
                <a:ext uri="{FF2B5EF4-FFF2-40B4-BE49-F238E27FC236}">
                  <a16:creationId xmlns:a16="http://schemas.microsoft.com/office/drawing/2014/main" id="{5304A77C-3798-5B19-D63F-09A907A5648C}"/>
                </a:ext>
              </a:extLst>
            </p:cNvPr>
            <p:cNvSpPr/>
            <p:nvPr/>
          </p:nvSpPr>
          <p:spPr>
            <a:xfrm>
              <a:off x="215634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9599;p52">
              <a:extLst>
                <a:ext uri="{FF2B5EF4-FFF2-40B4-BE49-F238E27FC236}">
                  <a16:creationId xmlns:a16="http://schemas.microsoft.com/office/drawing/2014/main" id="{DD79F83B-00D0-62F7-7816-4DB56C17CEDF}"/>
                </a:ext>
              </a:extLst>
            </p:cNvPr>
            <p:cNvSpPr/>
            <p:nvPr/>
          </p:nvSpPr>
          <p:spPr>
            <a:xfrm>
              <a:off x="215634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9600;p52">
              <a:extLst>
                <a:ext uri="{FF2B5EF4-FFF2-40B4-BE49-F238E27FC236}">
                  <a16:creationId xmlns:a16="http://schemas.microsoft.com/office/drawing/2014/main" id="{03479D3C-6E47-A846-86E1-24D902A970AA}"/>
                </a:ext>
              </a:extLst>
            </p:cNvPr>
            <p:cNvSpPr/>
            <p:nvPr/>
          </p:nvSpPr>
          <p:spPr>
            <a:xfrm>
              <a:off x="2156872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9601;p52">
              <a:extLst>
                <a:ext uri="{FF2B5EF4-FFF2-40B4-BE49-F238E27FC236}">
                  <a16:creationId xmlns:a16="http://schemas.microsoft.com/office/drawing/2014/main" id="{CB85AC85-286F-A39A-740C-E410DA829765}"/>
                </a:ext>
              </a:extLst>
            </p:cNvPr>
            <p:cNvSpPr/>
            <p:nvPr/>
          </p:nvSpPr>
          <p:spPr>
            <a:xfrm>
              <a:off x="215634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9602;p52">
              <a:extLst>
                <a:ext uri="{FF2B5EF4-FFF2-40B4-BE49-F238E27FC236}">
                  <a16:creationId xmlns:a16="http://schemas.microsoft.com/office/drawing/2014/main" id="{EF3B9804-B1E4-EFDD-FD84-EE99FC64FAA0}"/>
                </a:ext>
              </a:extLst>
            </p:cNvPr>
            <p:cNvSpPr/>
            <p:nvPr/>
          </p:nvSpPr>
          <p:spPr>
            <a:xfrm>
              <a:off x="2156872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9603;p52">
              <a:extLst>
                <a:ext uri="{FF2B5EF4-FFF2-40B4-BE49-F238E27FC236}">
                  <a16:creationId xmlns:a16="http://schemas.microsoft.com/office/drawing/2014/main" id="{54615171-5618-01E9-DF20-82D2932A14DD}"/>
                </a:ext>
              </a:extLst>
            </p:cNvPr>
            <p:cNvSpPr/>
            <p:nvPr/>
          </p:nvSpPr>
          <p:spPr>
            <a:xfrm>
              <a:off x="210259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9604;p52">
              <a:extLst>
                <a:ext uri="{FF2B5EF4-FFF2-40B4-BE49-F238E27FC236}">
                  <a16:creationId xmlns:a16="http://schemas.microsoft.com/office/drawing/2014/main" id="{C73FBE37-E635-DCF1-5F89-C1C68121399E}"/>
                </a:ext>
              </a:extLst>
            </p:cNvPr>
            <p:cNvSpPr/>
            <p:nvPr/>
          </p:nvSpPr>
          <p:spPr>
            <a:xfrm>
              <a:off x="210259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9605;p52">
              <a:extLst>
                <a:ext uri="{FF2B5EF4-FFF2-40B4-BE49-F238E27FC236}">
                  <a16:creationId xmlns:a16="http://schemas.microsoft.com/office/drawing/2014/main" id="{EF606A06-E8C6-F619-8076-2C89946F03A3}"/>
                </a:ext>
              </a:extLst>
            </p:cNvPr>
            <p:cNvSpPr/>
            <p:nvPr/>
          </p:nvSpPr>
          <p:spPr>
            <a:xfrm>
              <a:off x="210313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9606;p52">
              <a:extLst>
                <a:ext uri="{FF2B5EF4-FFF2-40B4-BE49-F238E27FC236}">
                  <a16:creationId xmlns:a16="http://schemas.microsoft.com/office/drawing/2014/main" id="{ACB8C955-C678-4FF6-9C46-4A7261989A4D}"/>
                </a:ext>
              </a:extLst>
            </p:cNvPr>
            <p:cNvSpPr/>
            <p:nvPr/>
          </p:nvSpPr>
          <p:spPr>
            <a:xfrm>
              <a:off x="210259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9607;p52">
              <a:extLst>
                <a:ext uri="{FF2B5EF4-FFF2-40B4-BE49-F238E27FC236}">
                  <a16:creationId xmlns:a16="http://schemas.microsoft.com/office/drawing/2014/main" id="{F4BE5B46-EA10-E994-9B4E-469835FD026E}"/>
                </a:ext>
              </a:extLst>
            </p:cNvPr>
            <p:cNvSpPr/>
            <p:nvPr/>
          </p:nvSpPr>
          <p:spPr>
            <a:xfrm>
              <a:off x="2103138" y="308890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9608;p52">
              <a:extLst>
                <a:ext uri="{FF2B5EF4-FFF2-40B4-BE49-F238E27FC236}">
                  <a16:creationId xmlns:a16="http://schemas.microsoft.com/office/drawing/2014/main" id="{4DD8E959-1997-988D-CC22-D4967B2FDF02}"/>
                </a:ext>
              </a:extLst>
            </p:cNvPr>
            <p:cNvSpPr/>
            <p:nvPr/>
          </p:nvSpPr>
          <p:spPr>
            <a:xfrm>
              <a:off x="210259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9609;p52">
              <a:extLst>
                <a:ext uri="{FF2B5EF4-FFF2-40B4-BE49-F238E27FC236}">
                  <a16:creationId xmlns:a16="http://schemas.microsoft.com/office/drawing/2014/main" id="{23D0A39A-8F02-F18C-8527-7265033FE2AE}"/>
                </a:ext>
              </a:extLst>
            </p:cNvPr>
            <p:cNvSpPr/>
            <p:nvPr/>
          </p:nvSpPr>
          <p:spPr>
            <a:xfrm>
              <a:off x="210313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9610;p52">
              <a:extLst>
                <a:ext uri="{FF2B5EF4-FFF2-40B4-BE49-F238E27FC236}">
                  <a16:creationId xmlns:a16="http://schemas.microsoft.com/office/drawing/2014/main" id="{F5045DCC-CA02-3B65-8EBF-83AF8D59D196}"/>
                </a:ext>
              </a:extLst>
            </p:cNvPr>
            <p:cNvSpPr/>
            <p:nvPr/>
          </p:nvSpPr>
          <p:spPr>
            <a:xfrm>
              <a:off x="210259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9611;p52">
              <a:extLst>
                <a:ext uri="{FF2B5EF4-FFF2-40B4-BE49-F238E27FC236}">
                  <a16:creationId xmlns:a16="http://schemas.microsoft.com/office/drawing/2014/main" id="{403295F9-D68E-C336-13CA-37FFD2C6B93B}"/>
                </a:ext>
              </a:extLst>
            </p:cNvPr>
            <p:cNvSpPr/>
            <p:nvPr/>
          </p:nvSpPr>
          <p:spPr>
            <a:xfrm>
              <a:off x="210313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9612;p52">
              <a:extLst>
                <a:ext uri="{FF2B5EF4-FFF2-40B4-BE49-F238E27FC236}">
                  <a16:creationId xmlns:a16="http://schemas.microsoft.com/office/drawing/2014/main" id="{715E6A11-190A-C32B-C46D-0D094FF536A4}"/>
                </a:ext>
              </a:extLst>
            </p:cNvPr>
            <p:cNvSpPr/>
            <p:nvPr/>
          </p:nvSpPr>
          <p:spPr>
            <a:xfrm>
              <a:off x="210259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9613;p52">
              <a:extLst>
                <a:ext uri="{FF2B5EF4-FFF2-40B4-BE49-F238E27FC236}">
                  <a16:creationId xmlns:a16="http://schemas.microsoft.com/office/drawing/2014/main" id="{A00442AD-6416-EFFB-D901-E3D355865760}"/>
                </a:ext>
              </a:extLst>
            </p:cNvPr>
            <p:cNvSpPr/>
            <p:nvPr/>
          </p:nvSpPr>
          <p:spPr>
            <a:xfrm>
              <a:off x="210313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9614;p52">
              <a:extLst>
                <a:ext uri="{FF2B5EF4-FFF2-40B4-BE49-F238E27FC236}">
                  <a16:creationId xmlns:a16="http://schemas.microsoft.com/office/drawing/2014/main" id="{D78A84A8-3ACD-A42F-9EAA-CFD8821C8FCC}"/>
                </a:ext>
              </a:extLst>
            </p:cNvPr>
            <p:cNvSpPr/>
            <p:nvPr/>
          </p:nvSpPr>
          <p:spPr>
            <a:xfrm>
              <a:off x="210259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9" name="Google Shape;9615;p52">
              <a:extLst>
                <a:ext uri="{FF2B5EF4-FFF2-40B4-BE49-F238E27FC236}">
                  <a16:creationId xmlns:a16="http://schemas.microsoft.com/office/drawing/2014/main" id="{4C692DB9-08B8-B02F-BEAA-F481F35F0BB2}"/>
                </a:ext>
              </a:extLst>
            </p:cNvPr>
            <p:cNvSpPr/>
            <p:nvPr/>
          </p:nvSpPr>
          <p:spPr>
            <a:xfrm>
              <a:off x="210313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0" name="Google Shape;9616;p52">
              <a:extLst>
                <a:ext uri="{FF2B5EF4-FFF2-40B4-BE49-F238E27FC236}">
                  <a16:creationId xmlns:a16="http://schemas.microsoft.com/office/drawing/2014/main" id="{6D7731C8-64E2-1FCC-469B-8D442E1EFF81}"/>
                </a:ext>
              </a:extLst>
            </p:cNvPr>
            <p:cNvSpPr/>
            <p:nvPr/>
          </p:nvSpPr>
          <p:spPr>
            <a:xfrm>
              <a:off x="210259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9617;p52">
              <a:extLst>
                <a:ext uri="{FF2B5EF4-FFF2-40B4-BE49-F238E27FC236}">
                  <a16:creationId xmlns:a16="http://schemas.microsoft.com/office/drawing/2014/main" id="{054FEDDF-25B8-2517-9146-B058DFBBF88F}"/>
                </a:ext>
              </a:extLst>
            </p:cNvPr>
            <p:cNvSpPr/>
            <p:nvPr/>
          </p:nvSpPr>
          <p:spPr>
            <a:xfrm>
              <a:off x="210313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9618;p52">
              <a:extLst>
                <a:ext uri="{FF2B5EF4-FFF2-40B4-BE49-F238E27FC236}">
                  <a16:creationId xmlns:a16="http://schemas.microsoft.com/office/drawing/2014/main" id="{864C3F2B-6DBF-15BC-5578-19CECF74FF6F}"/>
                </a:ext>
              </a:extLst>
            </p:cNvPr>
            <p:cNvSpPr/>
            <p:nvPr/>
          </p:nvSpPr>
          <p:spPr>
            <a:xfrm>
              <a:off x="210259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9619;p52">
              <a:extLst>
                <a:ext uri="{FF2B5EF4-FFF2-40B4-BE49-F238E27FC236}">
                  <a16:creationId xmlns:a16="http://schemas.microsoft.com/office/drawing/2014/main" id="{955B888C-8CC2-E456-1DF5-409C2B8FA47A}"/>
                </a:ext>
              </a:extLst>
            </p:cNvPr>
            <p:cNvSpPr/>
            <p:nvPr/>
          </p:nvSpPr>
          <p:spPr>
            <a:xfrm>
              <a:off x="210313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9620;p52">
              <a:extLst>
                <a:ext uri="{FF2B5EF4-FFF2-40B4-BE49-F238E27FC236}">
                  <a16:creationId xmlns:a16="http://schemas.microsoft.com/office/drawing/2014/main" id="{B74FD9AE-9153-F49B-7313-7625E997D8E6}"/>
                </a:ext>
              </a:extLst>
            </p:cNvPr>
            <p:cNvSpPr/>
            <p:nvPr/>
          </p:nvSpPr>
          <p:spPr>
            <a:xfrm>
              <a:off x="210259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9621;p52">
              <a:extLst>
                <a:ext uri="{FF2B5EF4-FFF2-40B4-BE49-F238E27FC236}">
                  <a16:creationId xmlns:a16="http://schemas.microsoft.com/office/drawing/2014/main" id="{FBE52D5C-CD21-E502-5FBA-3D3DA8D7869F}"/>
                </a:ext>
              </a:extLst>
            </p:cNvPr>
            <p:cNvSpPr/>
            <p:nvPr/>
          </p:nvSpPr>
          <p:spPr>
            <a:xfrm>
              <a:off x="210313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9622;p52">
              <a:extLst>
                <a:ext uri="{FF2B5EF4-FFF2-40B4-BE49-F238E27FC236}">
                  <a16:creationId xmlns:a16="http://schemas.microsoft.com/office/drawing/2014/main" id="{AE1239E9-94EB-0D1B-9E87-6F1444159CF9}"/>
                </a:ext>
              </a:extLst>
            </p:cNvPr>
            <p:cNvSpPr/>
            <p:nvPr/>
          </p:nvSpPr>
          <p:spPr>
            <a:xfrm>
              <a:off x="210259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9623;p52">
              <a:extLst>
                <a:ext uri="{FF2B5EF4-FFF2-40B4-BE49-F238E27FC236}">
                  <a16:creationId xmlns:a16="http://schemas.microsoft.com/office/drawing/2014/main" id="{EB09FB9B-7DEB-D65A-088D-63C3E66ADFE6}"/>
                </a:ext>
              </a:extLst>
            </p:cNvPr>
            <p:cNvSpPr/>
            <p:nvPr/>
          </p:nvSpPr>
          <p:spPr>
            <a:xfrm>
              <a:off x="204890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9624;p52">
              <a:extLst>
                <a:ext uri="{FF2B5EF4-FFF2-40B4-BE49-F238E27FC236}">
                  <a16:creationId xmlns:a16="http://schemas.microsoft.com/office/drawing/2014/main" id="{E400521D-57B2-CDF6-70D7-BAFFADC46596}"/>
                </a:ext>
              </a:extLst>
            </p:cNvPr>
            <p:cNvSpPr/>
            <p:nvPr/>
          </p:nvSpPr>
          <p:spPr>
            <a:xfrm>
              <a:off x="204945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9" name="Google Shape;9625;p52">
              <a:extLst>
                <a:ext uri="{FF2B5EF4-FFF2-40B4-BE49-F238E27FC236}">
                  <a16:creationId xmlns:a16="http://schemas.microsoft.com/office/drawing/2014/main" id="{1AD3AF54-FFAD-06D1-468B-69F091F65493}"/>
                </a:ext>
              </a:extLst>
            </p:cNvPr>
            <p:cNvSpPr/>
            <p:nvPr/>
          </p:nvSpPr>
          <p:spPr>
            <a:xfrm>
              <a:off x="204890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0" name="Google Shape;9626;p52">
              <a:extLst>
                <a:ext uri="{FF2B5EF4-FFF2-40B4-BE49-F238E27FC236}">
                  <a16:creationId xmlns:a16="http://schemas.microsoft.com/office/drawing/2014/main" id="{055CB51B-AA50-63FF-1E3F-F7B04445B839}"/>
                </a:ext>
              </a:extLst>
            </p:cNvPr>
            <p:cNvSpPr/>
            <p:nvPr/>
          </p:nvSpPr>
          <p:spPr>
            <a:xfrm>
              <a:off x="204890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9627;p52">
              <a:extLst>
                <a:ext uri="{FF2B5EF4-FFF2-40B4-BE49-F238E27FC236}">
                  <a16:creationId xmlns:a16="http://schemas.microsoft.com/office/drawing/2014/main" id="{2A2D56AA-29D3-2519-D246-902D7C8DE31F}"/>
                </a:ext>
              </a:extLst>
            </p:cNvPr>
            <p:cNvSpPr/>
            <p:nvPr/>
          </p:nvSpPr>
          <p:spPr>
            <a:xfrm>
              <a:off x="2049451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9628;p52">
              <a:extLst>
                <a:ext uri="{FF2B5EF4-FFF2-40B4-BE49-F238E27FC236}">
                  <a16:creationId xmlns:a16="http://schemas.microsoft.com/office/drawing/2014/main" id="{0ECFB158-98A5-3AE9-F46C-FD22BD927030}"/>
                </a:ext>
              </a:extLst>
            </p:cNvPr>
            <p:cNvSpPr/>
            <p:nvPr/>
          </p:nvSpPr>
          <p:spPr>
            <a:xfrm>
              <a:off x="204890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9629;p52">
              <a:extLst>
                <a:ext uri="{FF2B5EF4-FFF2-40B4-BE49-F238E27FC236}">
                  <a16:creationId xmlns:a16="http://schemas.microsoft.com/office/drawing/2014/main" id="{440A0DA2-0AF0-80D9-F17C-B49CC754AA9C}"/>
                </a:ext>
              </a:extLst>
            </p:cNvPr>
            <p:cNvSpPr/>
            <p:nvPr/>
          </p:nvSpPr>
          <p:spPr>
            <a:xfrm>
              <a:off x="204945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9630;p52">
              <a:extLst>
                <a:ext uri="{FF2B5EF4-FFF2-40B4-BE49-F238E27FC236}">
                  <a16:creationId xmlns:a16="http://schemas.microsoft.com/office/drawing/2014/main" id="{B7F7EEAD-2BC6-E60C-92C8-DE20C9B9591D}"/>
                </a:ext>
              </a:extLst>
            </p:cNvPr>
            <p:cNvSpPr/>
            <p:nvPr/>
          </p:nvSpPr>
          <p:spPr>
            <a:xfrm>
              <a:off x="204890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9631;p52">
              <a:extLst>
                <a:ext uri="{FF2B5EF4-FFF2-40B4-BE49-F238E27FC236}">
                  <a16:creationId xmlns:a16="http://schemas.microsoft.com/office/drawing/2014/main" id="{5DEDEFB9-104A-CF9E-ED81-F98B7CFB5AB1}"/>
                </a:ext>
              </a:extLst>
            </p:cNvPr>
            <p:cNvSpPr/>
            <p:nvPr/>
          </p:nvSpPr>
          <p:spPr>
            <a:xfrm>
              <a:off x="204945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9632;p52">
              <a:extLst>
                <a:ext uri="{FF2B5EF4-FFF2-40B4-BE49-F238E27FC236}">
                  <a16:creationId xmlns:a16="http://schemas.microsoft.com/office/drawing/2014/main" id="{38E55687-211F-2E40-5DA0-6FCA74566F53}"/>
                </a:ext>
              </a:extLst>
            </p:cNvPr>
            <p:cNvSpPr/>
            <p:nvPr/>
          </p:nvSpPr>
          <p:spPr>
            <a:xfrm>
              <a:off x="204890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9633;p52">
              <a:extLst>
                <a:ext uri="{FF2B5EF4-FFF2-40B4-BE49-F238E27FC236}">
                  <a16:creationId xmlns:a16="http://schemas.microsoft.com/office/drawing/2014/main" id="{490B67BA-1991-66D7-E42D-6C4D22B72981}"/>
                </a:ext>
              </a:extLst>
            </p:cNvPr>
            <p:cNvSpPr/>
            <p:nvPr/>
          </p:nvSpPr>
          <p:spPr>
            <a:xfrm>
              <a:off x="204890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9634;p52">
              <a:extLst>
                <a:ext uri="{FF2B5EF4-FFF2-40B4-BE49-F238E27FC236}">
                  <a16:creationId xmlns:a16="http://schemas.microsoft.com/office/drawing/2014/main" id="{6EE97B3E-033C-138E-B9B9-4D80503B6234}"/>
                </a:ext>
              </a:extLst>
            </p:cNvPr>
            <p:cNvSpPr/>
            <p:nvPr/>
          </p:nvSpPr>
          <p:spPr>
            <a:xfrm>
              <a:off x="204945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9635;p52">
              <a:extLst>
                <a:ext uri="{FF2B5EF4-FFF2-40B4-BE49-F238E27FC236}">
                  <a16:creationId xmlns:a16="http://schemas.microsoft.com/office/drawing/2014/main" id="{C9BFE58F-2EC3-0AD0-16C8-D26860D96159}"/>
                </a:ext>
              </a:extLst>
            </p:cNvPr>
            <p:cNvSpPr/>
            <p:nvPr/>
          </p:nvSpPr>
          <p:spPr>
            <a:xfrm>
              <a:off x="204890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9636;p52">
              <a:extLst>
                <a:ext uri="{FF2B5EF4-FFF2-40B4-BE49-F238E27FC236}">
                  <a16:creationId xmlns:a16="http://schemas.microsoft.com/office/drawing/2014/main" id="{C7C21BBB-7DCD-B7A0-6999-47F77C20ED72}"/>
                </a:ext>
              </a:extLst>
            </p:cNvPr>
            <p:cNvSpPr/>
            <p:nvPr/>
          </p:nvSpPr>
          <p:spPr>
            <a:xfrm>
              <a:off x="204945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9637;p52">
              <a:extLst>
                <a:ext uri="{FF2B5EF4-FFF2-40B4-BE49-F238E27FC236}">
                  <a16:creationId xmlns:a16="http://schemas.microsoft.com/office/drawing/2014/main" id="{8D004C67-86C2-C94B-1E0B-72743560EF6C}"/>
                </a:ext>
              </a:extLst>
            </p:cNvPr>
            <p:cNvSpPr/>
            <p:nvPr/>
          </p:nvSpPr>
          <p:spPr>
            <a:xfrm>
              <a:off x="204890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9638;p52">
              <a:extLst>
                <a:ext uri="{FF2B5EF4-FFF2-40B4-BE49-F238E27FC236}">
                  <a16:creationId xmlns:a16="http://schemas.microsoft.com/office/drawing/2014/main" id="{29059B98-5E2A-FF47-E13E-97CE6E7E72D9}"/>
                </a:ext>
              </a:extLst>
            </p:cNvPr>
            <p:cNvSpPr/>
            <p:nvPr/>
          </p:nvSpPr>
          <p:spPr>
            <a:xfrm>
              <a:off x="204945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9639;p52">
              <a:extLst>
                <a:ext uri="{FF2B5EF4-FFF2-40B4-BE49-F238E27FC236}">
                  <a16:creationId xmlns:a16="http://schemas.microsoft.com/office/drawing/2014/main" id="{D8C9F7E7-23F7-821A-A5D9-6B7D13BA69CA}"/>
                </a:ext>
              </a:extLst>
            </p:cNvPr>
            <p:cNvSpPr/>
            <p:nvPr/>
          </p:nvSpPr>
          <p:spPr>
            <a:xfrm>
              <a:off x="204890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9640;p52">
              <a:extLst>
                <a:ext uri="{FF2B5EF4-FFF2-40B4-BE49-F238E27FC236}">
                  <a16:creationId xmlns:a16="http://schemas.microsoft.com/office/drawing/2014/main" id="{E19925C1-B5F5-31BA-A0AA-4479AB6A2CE1}"/>
                </a:ext>
              </a:extLst>
            </p:cNvPr>
            <p:cNvSpPr/>
            <p:nvPr/>
          </p:nvSpPr>
          <p:spPr>
            <a:xfrm>
              <a:off x="204890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9641;p52">
              <a:extLst>
                <a:ext uri="{FF2B5EF4-FFF2-40B4-BE49-F238E27FC236}">
                  <a16:creationId xmlns:a16="http://schemas.microsoft.com/office/drawing/2014/main" id="{A9F686DA-A3E7-4490-0FF1-50614B4AF067}"/>
                </a:ext>
              </a:extLst>
            </p:cNvPr>
            <p:cNvSpPr/>
            <p:nvPr/>
          </p:nvSpPr>
          <p:spPr>
            <a:xfrm>
              <a:off x="204945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6" name="Google Shape;9642;p52">
              <a:extLst>
                <a:ext uri="{FF2B5EF4-FFF2-40B4-BE49-F238E27FC236}">
                  <a16:creationId xmlns:a16="http://schemas.microsoft.com/office/drawing/2014/main" id="{67802B90-DF10-3124-6FDC-ABC430224386}"/>
                </a:ext>
              </a:extLst>
            </p:cNvPr>
            <p:cNvSpPr/>
            <p:nvPr/>
          </p:nvSpPr>
          <p:spPr>
            <a:xfrm>
              <a:off x="1995157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9643;p52">
              <a:extLst>
                <a:ext uri="{FF2B5EF4-FFF2-40B4-BE49-F238E27FC236}">
                  <a16:creationId xmlns:a16="http://schemas.microsoft.com/office/drawing/2014/main" id="{CE666DC0-D8A2-55F6-7DB4-98FA983E5CF5}"/>
                </a:ext>
              </a:extLst>
            </p:cNvPr>
            <p:cNvSpPr/>
            <p:nvPr/>
          </p:nvSpPr>
          <p:spPr>
            <a:xfrm>
              <a:off x="199571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9644;p52">
              <a:extLst>
                <a:ext uri="{FF2B5EF4-FFF2-40B4-BE49-F238E27FC236}">
                  <a16:creationId xmlns:a16="http://schemas.microsoft.com/office/drawing/2014/main" id="{0B6E2213-31A4-A013-4B84-CC58FF0B392E}"/>
                </a:ext>
              </a:extLst>
            </p:cNvPr>
            <p:cNvSpPr/>
            <p:nvPr/>
          </p:nvSpPr>
          <p:spPr>
            <a:xfrm>
              <a:off x="1995157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9645;p52">
              <a:extLst>
                <a:ext uri="{FF2B5EF4-FFF2-40B4-BE49-F238E27FC236}">
                  <a16:creationId xmlns:a16="http://schemas.microsoft.com/office/drawing/2014/main" id="{E298C5DD-2C55-EA89-DD20-D8D1634D3A9F}"/>
                </a:ext>
              </a:extLst>
            </p:cNvPr>
            <p:cNvSpPr/>
            <p:nvPr/>
          </p:nvSpPr>
          <p:spPr>
            <a:xfrm>
              <a:off x="199571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9646;p52">
              <a:extLst>
                <a:ext uri="{FF2B5EF4-FFF2-40B4-BE49-F238E27FC236}">
                  <a16:creationId xmlns:a16="http://schemas.microsoft.com/office/drawing/2014/main" id="{3D227357-1CDE-3C6D-22C0-DC3B0006BA4C}"/>
                </a:ext>
              </a:extLst>
            </p:cNvPr>
            <p:cNvSpPr/>
            <p:nvPr/>
          </p:nvSpPr>
          <p:spPr>
            <a:xfrm>
              <a:off x="1995157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9647;p52">
              <a:extLst>
                <a:ext uri="{FF2B5EF4-FFF2-40B4-BE49-F238E27FC236}">
                  <a16:creationId xmlns:a16="http://schemas.microsoft.com/office/drawing/2014/main" id="{F6781C57-4296-1132-828F-1AE2DEB131F2}"/>
                </a:ext>
              </a:extLst>
            </p:cNvPr>
            <p:cNvSpPr/>
            <p:nvPr/>
          </p:nvSpPr>
          <p:spPr>
            <a:xfrm>
              <a:off x="1995157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9648;p52">
              <a:extLst>
                <a:ext uri="{FF2B5EF4-FFF2-40B4-BE49-F238E27FC236}">
                  <a16:creationId xmlns:a16="http://schemas.microsoft.com/office/drawing/2014/main" id="{4F439C5F-3307-6382-A739-05E2CB3DB8DA}"/>
                </a:ext>
              </a:extLst>
            </p:cNvPr>
            <p:cNvSpPr/>
            <p:nvPr/>
          </p:nvSpPr>
          <p:spPr>
            <a:xfrm>
              <a:off x="1995157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9649;p52">
              <a:extLst>
                <a:ext uri="{FF2B5EF4-FFF2-40B4-BE49-F238E27FC236}">
                  <a16:creationId xmlns:a16="http://schemas.microsoft.com/office/drawing/2014/main" id="{BEE6FD40-6AA3-74F0-B18F-FD19F5BDED64}"/>
                </a:ext>
              </a:extLst>
            </p:cNvPr>
            <p:cNvSpPr/>
            <p:nvPr/>
          </p:nvSpPr>
          <p:spPr>
            <a:xfrm>
              <a:off x="1995157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9650;p52">
              <a:extLst>
                <a:ext uri="{FF2B5EF4-FFF2-40B4-BE49-F238E27FC236}">
                  <a16:creationId xmlns:a16="http://schemas.microsoft.com/office/drawing/2014/main" id="{28694493-B3BD-A0C8-5719-D44AF6CAB0AD}"/>
                </a:ext>
              </a:extLst>
            </p:cNvPr>
            <p:cNvSpPr/>
            <p:nvPr/>
          </p:nvSpPr>
          <p:spPr>
            <a:xfrm>
              <a:off x="199571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9651;p52">
              <a:extLst>
                <a:ext uri="{FF2B5EF4-FFF2-40B4-BE49-F238E27FC236}">
                  <a16:creationId xmlns:a16="http://schemas.microsoft.com/office/drawing/2014/main" id="{E4BEC0C4-BE4D-56AD-6420-A0538E3BA1DC}"/>
                </a:ext>
              </a:extLst>
            </p:cNvPr>
            <p:cNvSpPr/>
            <p:nvPr/>
          </p:nvSpPr>
          <p:spPr>
            <a:xfrm>
              <a:off x="1995157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9652;p52">
              <a:extLst>
                <a:ext uri="{FF2B5EF4-FFF2-40B4-BE49-F238E27FC236}">
                  <a16:creationId xmlns:a16="http://schemas.microsoft.com/office/drawing/2014/main" id="{5DAE578E-8B8D-A2CD-FF79-9C833490BEB2}"/>
                </a:ext>
              </a:extLst>
            </p:cNvPr>
            <p:cNvSpPr/>
            <p:nvPr/>
          </p:nvSpPr>
          <p:spPr>
            <a:xfrm>
              <a:off x="1995157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9653;p52">
              <a:extLst>
                <a:ext uri="{FF2B5EF4-FFF2-40B4-BE49-F238E27FC236}">
                  <a16:creationId xmlns:a16="http://schemas.microsoft.com/office/drawing/2014/main" id="{4118705C-C3ED-9639-F677-2EB3CB0CF9A2}"/>
                </a:ext>
              </a:extLst>
            </p:cNvPr>
            <p:cNvSpPr/>
            <p:nvPr/>
          </p:nvSpPr>
          <p:spPr>
            <a:xfrm>
              <a:off x="199571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9654;p52">
              <a:extLst>
                <a:ext uri="{FF2B5EF4-FFF2-40B4-BE49-F238E27FC236}">
                  <a16:creationId xmlns:a16="http://schemas.microsoft.com/office/drawing/2014/main" id="{F8C61097-CE9F-CFD7-E190-E43F4DDF1C21}"/>
                </a:ext>
              </a:extLst>
            </p:cNvPr>
            <p:cNvSpPr/>
            <p:nvPr/>
          </p:nvSpPr>
          <p:spPr>
            <a:xfrm>
              <a:off x="1995157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9" name="Google Shape;9655;p52">
              <a:extLst>
                <a:ext uri="{FF2B5EF4-FFF2-40B4-BE49-F238E27FC236}">
                  <a16:creationId xmlns:a16="http://schemas.microsoft.com/office/drawing/2014/main" id="{0221E2DC-8BB6-176B-BB25-2791BB4392F4}"/>
                </a:ext>
              </a:extLst>
            </p:cNvPr>
            <p:cNvSpPr/>
            <p:nvPr/>
          </p:nvSpPr>
          <p:spPr>
            <a:xfrm>
              <a:off x="194142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0" name="Google Shape;9656;p52">
              <a:extLst>
                <a:ext uri="{FF2B5EF4-FFF2-40B4-BE49-F238E27FC236}">
                  <a16:creationId xmlns:a16="http://schemas.microsoft.com/office/drawing/2014/main" id="{5F9BE980-810B-A411-DDB8-564864A8993A}"/>
                </a:ext>
              </a:extLst>
            </p:cNvPr>
            <p:cNvSpPr/>
            <p:nvPr/>
          </p:nvSpPr>
          <p:spPr>
            <a:xfrm>
              <a:off x="1941953" y="314264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9657;p52">
              <a:extLst>
                <a:ext uri="{FF2B5EF4-FFF2-40B4-BE49-F238E27FC236}">
                  <a16:creationId xmlns:a16="http://schemas.microsoft.com/office/drawing/2014/main" id="{1FB82023-E2D6-E9A7-EB9E-8092755196FE}"/>
                </a:ext>
              </a:extLst>
            </p:cNvPr>
            <p:cNvSpPr/>
            <p:nvPr/>
          </p:nvSpPr>
          <p:spPr>
            <a:xfrm>
              <a:off x="194142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9658;p52">
              <a:extLst>
                <a:ext uri="{FF2B5EF4-FFF2-40B4-BE49-F238E27FC236}">
                  <a16:creationId xmlns:a16="http://schemas.microsoft.com/office/drawing/2014/main" id="{19BB94FF-B7E3-B9DA-7CCD-D4CA5D65FA7E}"/>
                </a:ext>
              </a:extLst>
            </p:cNvPr>
            <p:cNvSpPr/>
            <p:nvPr/>
          </p:nvSpPr>
          <p:spPr>
            <a:xfrm>
              <a:off x="194195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9659;p52">
              <a:extLst>
                <a:ext uri="{FF2B5EF4-FFF2-40B4-BE49-F238E27FC236}">
                  <a16:creationId xmlns:a16="http://schemas.microsoft.com/office/drawing/2014/main" id="{15D4AAE2-7EF2-E958-7758-C6DAF826CD09}"/>
                </a:ext>
              </a:extLst>
            </p:cNvPr>
            <p:cNvSpPr/>
            <p:nvPr/>
          </p:nvSpPr>
          <p:spPr>
            <a:xfrm>
              <a:off x="194142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9660;p52">
              <a:extLst>
                <a:ext uri="{FF2B5EF4-FFF2-40B4-BE49-F238E27FC236}">
                  <a16:creationId xmlns:a16="http://schemas.microsoft.com/office/drawing/2014/main" id="{D3FE2D33-4437-CA29-40ED-50C8F985F08A}"/>
                </a:ext>
              </a:extLst>
            </p:cNvPr>
            <p:cNvSpPr/>
            <p:nvPr/>
          </p:nvSpPr>
          <p:spPr>
            <a:xfrm>
              <a:off x="194195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9661;p52">
              <a:extLst>
                <a:ext uri="{FF2B5EF4-FFF2-40B4-BE49-F238E27FC236}">
                  <a16:creationId xmlns:a16="http://schemas.microsoft.com/office/drawing/2014/main" id="{AD39C284-0C4A-552D-552C-BC93CC2528EA}"/>
                </a:ext>
              </a:extLst>
            </p:cNvPr>
            <p:cNvSpPr/>
            <p:nvPr/>
          </p:nvSpPr>
          <p:spPr>
            <a:xfrm>
              <a:off x="194142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9662;p52">
              <a:extLst>
                <a:ext uri="{FF2B5EF4-FFF2-40B4-BE49-F238E27FC236}">
                  <a16:creationId xmlns:a16="http://schemas.microsoft.com/office/drawing/2014/main" id="{0520F740-CBA2-F5E2-6D9F-A04343B6E9C9}"/>
                </a:ext>
              </a:extLst>
            </p:cNvPr>
            <p:cNvSpPr/>
            <p:nvPr/>
          </p:nvSpPr>
          <p:spPr>
            <a:xfrm>
              <a:off x="194142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7" name="Google Shape;9663;p52">
              <a:extLst>
                <a:ext uri="{FF2B5EF4-FFF2-40B4-BE49-F238E27FC236}">
                  <a16:creationId xmlns:a16="http://schemas.microsoft.com/office/drawing/2014/main" id="{1141EDA7-BBD9-A39B-65E3-2FC1EF5E7FB3}"/>
                </a:ext>
              </a:extLst>
            </p:cNvPr>
            <p:cNvSpPr/>
            <p:nvPr/>
          </p:nvSpPr>
          <p:spPr>
            <a:xfrm>
              <a:off x="194195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8" name="Google Shape;9664;p52">
              <a:extLst>
                <a:ext uri="{FF2B5EF4-FFF2-40B4-BE49-F238E27FC236}">
                  <a16:creationId xmlns:a16="http://schemas.microsoft.com/office/drawing/2014/main" id="{5F5D728B-0899-6D5A-1320-90D248A96D96}"/>
                </a:ext>
              </a:extLst>
            </p:cNvPr>
            <p:cNvSpPr/>
            <p:nvPr/>
          </p:nvSpPr>
          <p:spPr>
            <a:xfrm>
              <a:off x="194142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9665;p52">
              <a:extLst>
                <a:ext uri="{FF2B5EF4-FFF2-40B4-BE49-F238E27FC236}">
                  <a16:creationId xmlns:a16="http://schemas.microsoft.com/office/drawing/2014/main" id="{A09421B5-DEAE-5C6F-55FD-78A21CF28BD8}"/>
                </a:ext>
              </a:extLst>
            </p:cNvPr>
            <p:cNvSpPr/>
            <p:nvPr/>
          </p:nvSpPr>
          <p:spPr>
            <a:xfrm>
              <a:off x="194195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9666;p52">
              <a:extLst>
                <a:ext uri="{FF2B5EF4-FFF2-40B4-BE49-F238E27FC236}">
                  <a16:creationId xmlns:a16="http://schemas.microsoft.com/office/drawing/2014/main" id="{02215C63-BD87-FFAE-D816-2C1B50B25148}"/>
                </a:ext>
              </a:extLst>
            </p:cNvPr>
            <p:cNvSpPr/>
            <p:nvPr/>
          </p:nvSpPr>
          <p:spPr>
            <a:xfrm>
              <a:off x="194142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9667;p52">
              <a:extLst>
                <a:ext uri="{FF2B5EF4-FFF2-40B4-BE49-F238E27FC236}">
                  <a16:creationId xmlns:a16="http://schemas.microsoft.com/office/drawing/2014/main" id="{FADAA4C6-119A-6414-6959-1B1084E2F6AF}"/>
                </a:ext>
              </a:extLst>
            </p:cNvPr>
            <p:cNvSpPr/>
            <p:nvPr/>
          </p:nvSpPr>
          <p:spPr>
            <a:xfrm>
              <a:off x="194142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9668;p52">
              <a:extLst>
                <a:ext uri="{FF2B5EF4-FFF2-40B4-BE49-F238E27FC236}">
                  <a16:creationId xmlns:a16="http://schemas.microsoft.com/office/drawing/2014/main" id="{90AF3DBF-06B2-B3A8-BA60-8090C5380E9F}"/>
                </a:ext>
              </a:extLst>
            </p:cNvPr>
            <p:cNvSpPr/>
            <p:nvPr/>
          </p:nvSpPr>
          <p:spPr>
            <a:xfrm>
              <a:off x="1941953" y="2712857"/>
              <a:ext cx="53780" cy="53718"/>
            </a:xfrm>
            <a:custGeom>
              <a:avLst/>
              <a:gdLst/>
              <a:ahLst/>
              <a:cxnLst/>
              <a:rect l="l" t="t" r="r" b="b"/>
              <a:pathLst>
                <a:path w="3453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9669;p52">
              <a:extLst>
                <a:ext uri="{FF2B5EF4-FFF2-40B4-BE49-F238E27FC236}">
                  <a16:creationId xmlns:a16="http://schemas.microsoft.com/office/drawing/2014/main" id="{FE50396E-3806-93FB-B63F-8BB362E271C8}"/>
                </a:ext>
              </a:extLst>
            </p:cNvPr>
            <p:cNvSpPr/>
            <p:nvPr/>
          </p:nvSpPr>
          <p:spPr>
            <a:xfrm>
              <a:off x="194142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4" name="Google Shape;9670;p52">
              <a:extLst>
                <a:ext uri="{FF2B5EF4-FFF2-40B4-BE49-F238E27FC236}">
                  <a16:creationId xmlns:a16="http://schemas.microsoft.com/office/drawing/2014/main" id="{75727FC2-4AF7-8208-D8CB-2C6A7AAB4A3F}"/>
                </a:ext>
              </a:extLst>
            </p:cNvPr>
            <p:cNvSpPr/>
            <p:nvPr/>
          </p:nvSpPr>
          <p:spPr>
            <a:xfrm>
              <a:off x="1887752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5" name="Google Shape;9671;p52">
              <a:extLst>
                <a:ext uri="{FF2B5EF4-FFF2-40B4-BE49-F238E27FC236}">
                  <a16:creationId xmlns:a16="http://schemas.microsoft.com/office/drawing/2014/main" id="{FDCAEC10-E627-4C37-D5E9-4572E4854123}"/>
                </a:ext>
              </a:extLst>
            </p:cNvPr>
            <p:cNvSpPr/>
            <p:nvPr/>
          </p:nvSpPr>
          <p:spPr>
            <a:xfrm>
              <a:off x="1887752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9672;p52">
              <a:extLst>
                <a:ext uri="{FF2B5EF4-FFF2-40B4-BE49-F238E27FC236}">
                  <a16:creationId xmlns:a16="http://schemas.microsoft.com/office/drawing/2014/main" id="{5B9E1374-EBA5-B617-56B1-90A110330B86}"/>
                </a:ext>
              </a:extLst>
            </p:cNvPr>
            <p:cNvSpPr/>
            <p:nvPr/>
          </p:nvSpPr>
          <p:spPr>
            <a:xfrm>
              <a:off x="1888281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9673;p52">
              <a:extLst>
                <a:ext uri="{FF2B5EF4-FFF2-40B4-BE49-F238E27FC236}">
                  <a16:creationId xmlns:a16="http://schemas.microsoft.com/office/drawing/2014/main" id="{765F91B7-9058-14A7-5E8F-DA5FA44BAD1B}"/>
                </a:ext>
              </a:extLst>
            </p:cNvPr>
            <p:cNvSpPr/>
            <p:nvPr/>
          </p:nvSpPr>
          <p:spPr>
            <a:xfrm>
              <a:off x="1887752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8" name="Google Shape;9674;p52">
              <a:extLst>
                <a:ext uri="{FF2B5EF4-FFF2-40B4-BE49-F238E27FC236}">
                  <a16:creationId xmlns:a16="http://schemas.microsoft.com/office/drawing/2014/main" id="{2126C80C-B083-4AC1-6EEA-52542ACC316A}"/>
                </a:ext>
              </a:extLst>
            </p:cNvPr>
            <p:cNvSpPr/>
            <p:nvPr/>
          </p:nvSpPr>
          <p:spPr>
            <a:xfrm>
              <a:off x="1888281" y="298147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9" name="Google Shape;9675;p52">
              <a:extLst>
                <a:ext uri="{FF2B5EF4-FFF2-40B4-BE49-F238E27FC236}">
                  <a16:creationId xmlns:a16="http://schemas.microsoft.com/office/drawing/2014/main" id="{68B15751-7B45-760A-15E3-874939B8F920}"/>
                </a:ext>
              </a:extLst>
            </p:cNvPr>
            <p:cNvSpPr/>
            <p:nvPr/>
          </p:nvSpPr>
          <p:spPr>
            <a:xfrm>
              <a:off x="1887752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9676;p52">
              <a:extLst>
                <a:ext uri="{FF2B5EF4-FFF2-40B4-BE49-F238E27FC236}">
                  <a16:creationId xmlns:a16="http://schemas.microsoft.com/office/drawing/2014/main" id="{30A931FA-9F6A-A4C0-4495-7A9792004429}"/>
                </a:ext>
              </a:extLst>
            </p:cNvPr>
            <p:cNvSpPr/>
            <p:nvPr/>
          </p:nvSpPr>
          <p:spPr>
            <a:xfrm>
              <a:off x="1888281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9677;p52">
              <a:extLst>
                <a:ext uri="{FF2B5EF4-FFF2-40B4-BE49-F238E27FC236}">
                  <a16:creationId xmlns:a16="http://schemas.microsoft.com/office/drawing/2014/main" id="{2B43104F-AE4E-A8CF-C209-B3ED8CF8C255}"/>
                </a:ext>
              </a:extLst>
            </p:cNvPr>
            <p:cNvSpPr/>
            <p:nvPr/>
          </p:nvSpPr>
          <p:spPr>
            <a:xfrm>
              <a:off x="1887752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9678;p52">
              <a:extLst>
                <a:ext uri="{FF2B5EF4-FFF2-40B4-BE49-F238E27FC236}">
                  <a16:creationId xmlns:a16="http://schemas.microsoft.com/office/drawing/2014/main" id="{B3FC3ACC-4BFB-3443-2376-1AA7A8C9FA8D}"/>
                </a:ext>
              </a:extLst>
            </p:cNvPr>
            <p:cNvSpPr/>
            <p:nvPr/>
          </p:nvSpPr>
          <p:spPr>
            <a:xfrm>
              <a:off x="1888281" y="287405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9679;p52">
              <a:extLst>
                <a:ext uri="{FF2B5EF4-FFF2-40B4-BE49-F238E27FC236}">
                  <a16:creationId xmlns:a16="http://schemas.microsoft.com/office/drawing/2014/main" id="{4C52FA30-57C2-71DE-A1F2-8A9A8A5A7C16}"/>
                </a:ext>
              </a:extLst>
            </p:cNvPr>
            <p:cNvSpPr/>
            <p:nvPr/>
          </p:nvSpPr>
          <p:spPr>
            <a:xfrm>
              <a:off x="1887752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9680;p52">
              <a:extLst>
                <a:ext uri="{FF2B5EF4-FFF2-40B4-BE49-F238E27FC236}">
                  <a16:creationId xmlns:a16="http://schemas.microsoft.com/office/drawing/2014/main" id="{DEFC54D6-8D6C-51AD-0E67-3C7B87F43489}"/>
                </a:ext>
              </a:extLst>
            </p:cNvPr>
            <p:cNvSpPr/>
            <p:nvPr/>
          </p:nvSpPr>
          <p:spPr>
            <a:xfrm>
              <a:off x="1888281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9681;p52">
              <a:extLst>
                <a:ext uri="{FF2B5EF4-FFF2-40B4-BE49-F238E27FC236}">
                  <a16:creationId xmlns:a16="http://schemas.microsoft.com/office/drawing/2014/main" id="{32D81436-7C09-719F-9304-FE45F1F4D518}"/>
                </a:ext>
              </a:extLst>
            </p:cNvPr>
            <p:cNvSpPr/>
            <p:nvPr/>
          </p:nvSpPr>
          <p:spPr>
            <a:xfrm>
              <a:off x="1887752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9682;p52">
              <a:extLst>
                <a:ext uri="{FF2B5EF4-FFF2-40B4-BE49-F238E27FC236}">
                  <a16:creationId xmlns:a16="http://schemas.microsoft.com/office/drawing/2014/main" id="{61AA4B15-A229-A273-4E80-4F6AA2A48508}"/>
                </a:ext>
              </a:extLst>
            </p:cNvPr>
            <p:cNvSpPr/>
            <p:nvPr/>
          </p:nvSpPr>
          <p:spPr>
            <a:xfrm>
              <a:off x="1887752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27" name="Google Shape;9683;p52">
              <a:extLst>
                <a:ext uri="{FF2B5EF4-FFF2-40B4-BE49-F238E27FC236}">
                  <a16:creationId xmlns:a16="http://schemas.microsoft.com/office/drawing/2014/main" id="{098CED77-09BE-1E59-9836-20E88E2138F0}"/>
                </a:ext>
              </a:extLst>
            </p:cNvPr>
            <p:cNvGrpSpPr/>
            <p:nvPr/>
          </p:nvGrpSpPr>
          <p:grpSpPr>
            <a:xfrm>
              <a:off x="1833987" y="2604860"/>
              <a:ext cx="1182999" cy="699504"/>
              <a:chOff x="1833987" y="2604860"/>
              <a:chExt cx="1182999" cy="699504"/>
            </a:xfrm>
          </p:grpSpPr>
          <p:sp>
            <p:nvSpPr>
              <p:cNvPr id="7528" name="Google Shape;9684;p52">
                <a:extLst>
                  <a:ext uri="{FF2B5EF4-FFF2-40B4-BE49-F238E27FC236}">
                    <a16:creationId xmlns:a16="http://schemas.microsoft.com/office/drawing/2014/main" id="{46372EC7-19D4-F434-A900-862CDD1D1FA3}"/>
                  </a:ext>
                </a:extLst>
              </p:cNvPr>
              <p:cNvSpPr/>
              <p:nvPr/>
            </p:nvSpPr>
            <p:spPr>
              <a:xfrm>
                <a:off x="2962178" y="3088355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9" name="Google Shape;9685;p52">
                <a:extLst>
                  <a:ext uri="{FF2B5EF4-FFF2-40B4-BE49-F238E27FC236}">
                    <a16:creationId xmlns:a16="http://schemas.microsoft.com/office/drawing/2014/main" id="{59CC4D34-7D5B-EE9A-2C3C-AA0912510282}"/>
                  </a:ext>
                </a:extLst>
              </p:cNvPr>
              <p:cNvSpPr/>
              <p:nvPr/>
            </p:nvSpPr>
            <p:spPr>
              <a:xfrm>
                <a:off x="296273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0" name="Google Shape;9686;p52">
                <a:extLst>
                  <a:ext uri="{FF2B5EF4-FFF2-40B4-BE49-F238E27FC236}">
                    <a16:creationId xmlns:a16="http://schemas.microsoft.com/office/drawing/2014/main" id="{06091DAE-57B6-7C20-4B4E-1528A684E7F0}"/>
                  </a:ext>
                </a:extLst>
              </p:cNvPr>
              <p:cNvSpPr/>
              <p:nvPr/>
            </p:nvSpPr>
            <p:spPr>
              <a:xfrm>
                <a:off x="2962178" y="3034684"/>
                <a:ext cx="54808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18" y="3517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1" name="Google Shape;9687;p52">
                <a:extLst>
                  <a:ext uri="{FF2B5EF4-FFF2-40B4-BE49-F238E27FC236}">
                    <a16:creationId xmlns:a16="http://schemas.microsoft.com/office/drawing/2014/main" id="{6D0AF274-61C3-5E0F-355D-E1E7E5B65952}"/>
                  </a:ext>
                </a:extLst>
              </p:cNvPr>
              <p:cNvSpPr/>
              <p:nvPr/>
            </p:nvSpPr>
            <p:spPr>
              <a:xfrm>
                <a:off x="2962738" y="3035213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2" name="Google Shape;9688;p52">
                <a:extLst>
                  <a:ext uri="{FF2B5EF4-FFF2-40B4-BE49-F238E27FC236}">
                    <a16:creationId xmlns:a16="http://schemas.microsoft.com/office/drawing/2014/main" id="{490F44D4-69D4-3F89-6DC0-23F23E86483D}"/>
                  </a:ext>
                </a:extLst>
              </p:cNvPr>
              <p:cNvSpPr/>
              <p:nvPr/>
            </p:nvSpPr>
            <p:spPr>
              <a:xfrm>
                <a:off x="2962178" y="2980919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3" name="Google Shape;9689;p52">
                <a:extLst>
                  <a:ext uri="{FF2B5EF4-FFF2-40B4-BE49-F238E27FC236}">
                    <a16:creationId xmlns:a16="http://schemas.microsoft.com/office/drawing/2014/main" id="{D7487B6A-8B35-DB05-A2F7-55A665BD633D}"/>
                  </a:ext>
                </a:extLst>
              </p:cNvPr>
              <p:cNvSpPr/>
              <p:nvPr/>
            </p:nvSpPr>
            <p:spPr>
              <a:xfrm>
                <a:off x="296273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4" name="Google Shape;9690;p52">
                <a:extLst>
                  <a:ext uri="{FF2B5EF4-FFF2-40B4-BE49-F238E27FC236}">
                    <a16:creationId xmlns:a16="http://schemas.microsoft.com/office/drawing/2014/main" id="{4357DCF0-74C1-3245-F183-23B9F57AA7FE}"/>
                  </a:ext>
                </a:extLst>
              </p:cNvPr>
              <p:cNvSpPr/>
              <p:nvPr/>
            </p:nvSpPr>
            <p:spPr>
              <a:xfrm>
                <a:off x="2962178" y="292718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5" name="Google Shape;9691;p52">
                <a:extLst>
                  <a:ext uri="{FF2B5EF4-FFF2-40B4-BE49-F238E27FC236}">
                    <a16:creationId xmlns:a16="http://schemas.microsoft.com/office/drawing/2014/main" id="{BAFB02C6-FC3B-06D1-4CC7-1B6ABB6C0142}"/>
                  </a:ext>
                </a:extLst>
              </p:cNvPr>
              <p:cNvSpPr/>
              <p:nvPr/>
            </p:nvSpPr>
            <p:spPr>
              <a:xfrm>
                <a:off x="2962738" y="292773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6" name="Google Shape;9692;p52">
                <a:extLst>
                  <a:ext uri="{FF2B5EF4-FFF2-40B4-BE49-F238E27FC236}">
                    <a16:creationId xmlns:a16="http://schemas.microsoft.com/office/drawing/2014/main" id="{71C58ADA-C200-709C-5CB0-E8586D4DC714}"/>
                  </a:ext>
                </a:extLst>
              </p:cNvPr>
              <p:cNvSpPr/>
              <p:nvPr/>
            </p:nvSpPr>
            <p:spPr>
              <a:xfrm>
                <a:off x="2962178" y="2873498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7" name="Google Shape;9693;p52">
                <a:extLst>
                  <a:ext uri="{FF2B5EF4-FFF2-40B4-BE49-F238E27FC236}">
                    <a16:creationId xmlns:a16="http://schemas.microsoft.com/office/drawing/2014/main" id="{9F8E52AF-C4C6-15EC-ADB7-3276A16ECA79}"/>
                  </a:ext>
                </a:extLst>
              </p:cNvPr>
              <p:cNvSpPr/>
              <p:nvPr/>
            </p:nvSpPr>
            <p:spPr>
              <a:xfrm>
                <a:off x="296273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8" name="Google Shape;9694;p52">
                <a:extLst>
                  <a:ext uri="{FF2B5EF4-FFF2-40B4-BE49-F238E27FC236}">
                    <a16:creationId xmlns:a16="http://schemas.microsoft.com/office/drawing/2014/main" id="{A06AED7F-6B3E-0640-E599-887D5326CDFC}"/>
                  </a:ext>
                </a:extLst>
              </p:cNvPr>
              <p:cNvSpPr/>
              <p:nvPr/>
            </p:nvSpPr>
            <p:spPr>
              <a:xfrm>
                <a:off x="2962178" y="281976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9" name="Google Shape;9695;p52">
                <a:extLst>
                  <a:ext uri="{FF2B5EF4-FFF2-40B4-BE49-F238E27FC236}">
                    <a16:creationId xmlns:a16="http://schemas.microsoft.com/office/drawing/2014/main" id="{06C88875-7ABB-7044-9BC0-7E3E398908CB}"/>
                  </a:ext>
                </a:extLst>
              </p:cNvPr>
              <p:cNvSpPr/>
              <p:nvPr/>
            </p:nvSpPr>
            <p:spPr>
              <a:xfrm>
                <a:off x="2962738" y="282029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0" name="Google Shape;9696;p52">
                <a:extLst>
                  <a:ext uri="{FF2B5EF4-FFF2-40B4-BE49-F238E27FC236}">
                    <a16:creationId xmlns:a16="http://schemas.microsoft.com/office/drawing/2014/main" id="{5E515666-0C19-AE17-55FB-9B0A3B61AC2E}"/>
                  </a:ext>
                </a:extLst>
              </p:cNvPr>
              <p:cNvSpPr/>
              <p:nvPr/>
            </p:nvSpPr>
            <p:spPr>
              <a:xfrm>
                <a:off x="2962178" y="276601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1" name="Google Shape;9697;p52">
                <a:extLst>
                  <a:ext uri="{FF2B5EF4-FFF2-40B4-BE49-F238E27FC236}">
                    <a16:creationId xmlns:a16="http://schemas.microsoft.com/office/drawing/2014/main" id="{C43C99BB-C3E5-AE59-54F4-AADC3F6EAE30}"/>
                  </a:ext>
                </a:extLst>
              </p:cNvPr>
              <p:cNvSpPr/>
              <p:nvPr/>
            </p:nvSpPr>
            <p:spPr>
              <a:xfrm>
                <a:off x="296273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2" name="Google Shape;9698;p52">
                <a:extLst>
                  <a:ext uri="{FF2B5EF4-FFF2-40B4-BE49-F238E27FC236}">
                    <a16:creationId xmlns:a16="http://schemas.microsoft.com/office/drawing/2014/main" id="{CF118539-DE6A-9338-D016-00B674539965}"/>
                  </a:ext>
                </a:extLst>
              </p:cNvPr>
              <p:cNvSpPr/>
              <p:nvPr/>
            </p:nvSpPr>
            <p:spPr>
              <a:xfrm>
                <a:off x="2908444" y="314212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3" name="Google Shape;9699;p52">
                <a:extLst>
                  <a:ext uri="{FF2B5EF4-FFF2-40B4-BE49-F238E27FC236}">
                    <a16:creationId xmlns:a16="http://schemas.microsoft.com/office/drawing/2014/main" id="{0F6E0DAC-7BDE-1928-6FE7-1830D4FEDF25}"/>
                  </a:ext>
                </a:extLst>
              </p:cNvPr>
              <p:cNvSpPr/>
              <p:nvPr/>
            </p:nvSpPr>
            <p:spPr>
              <a:xfrm>
                <a:off x="2908973" y="3142649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4" name="Google Shape;9700;p52">
                <a:extLst>
                  <a:ext uri="{FF2B5EF4-FFF2-40B4-BE49-F238E27FC236}">
                    <a16:creationId xmlns:a16="http://schemas.microsoft.com/office/drawing/2014/main" id="{E8CB5DA5-5F12-CAF1-A372-1D4F81C74427}"/>
                  </a:ext>
                </a:extLst>
              </p:cNvPr>
              <p:cNvSpPr/>
              <p:nvPr/>
            </p:nvSpPr>
            <p:spPr>
              <a:xfrm>
                <a:off x="290897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5" name="Google Shape;9701;p52">
                <a:extLst>
                  <a:ext uri="{FF2B5EF4-FFF2-40B4-BE49-F238E27FC236}">
                    <a16:creationId xmlns:a16="http://schemas.microsoft.com/office/drawing/2014/main" id="{92880C23-151B-5B89-AAAF-964E895088F5}"/>
                  </a:ext>
                </a:extLst>
              </p:cNvPr>
              <p:cNvSpPr/>
              <p:nvPr/>
            </p:nvSpPr>
            <p:spPr>
              <a:xfrm>
                <a:off x="2908444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6" name="Google Shape;9702;p52">
                <a:extLst>
                  <a:ext uri="{FF2B5EF4-FFF2-40B4-BE49-F238E27FC236}">
                    <a16:creationId xmlns:a16="http://schemas.microsoft.com/office/drawing/2014/main" id="{B11FD9E3-E5AC-8C19-A2EC-FC0A6928C8FC}"/>
                  </a:ext>
                </a:extLst>
              </p:cNvPr>
              <p:cNvSpPr/>
              <p:nvPr/>
            </p:nvSpPr>
            <p:spPr>
              <a:xfrm>
                <a:off x="290897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7" name="Google Shape;9703;p52">
                <a:extLst>
                  <a:ext uri="{FF2B5EF4-FFF2-40B4-BE49-F238E27FC236}">
                    <a16:creationId xmlns:a16="http://schemas.microsoft.com/office/drawing/2014/main" id="{F1FA8CA9-F358-1D32-CF95-93F7AA4FF072}"/>
                  </a:ext>
                </a:extLst>
              </p:cNvPr>
              <p:cNvSpPr/>
              <p:nvPr/>
            </p:nvSpPr>
            <p:spPr>
              <a:xfrm>
                <a:off x="2908444" y="2712328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8" name="Google Shape;9704;p52">
                <a:extLst>
                  <a:ext uri="{FF2B5EF4-FFF2-40B4-BE49-F238E27FC236}">
                    <a16:creationId xmlns:a16="http://schemas.microsoft.com/office/drawing/2014/main" id="{B6A82227-78CE-0590-4651-9DC18F4502A3}"/>
                  </a:ext>
                </a:extLst>
              </p:cNvPr>
              <p:cNvSpPr/>
              <p:nvPr/>
            </p:nvSpPr>
            <p:spPr>
              <a:xfrm>
                <a:off x="2908973" y="2712857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9" name="Google Shape;9705;p52">
                <a:extLst>
                  <a:ext uri="{FF2B5EF4-FFF2-40B4-BE49-F238E27FC236}">
                    <a16:creationId xmlns:a16="http://schemas.microsoft.com/office/drawing/2014/main" id="{375ED890-3C6C-823B-8325-5D4877CC7651}"/>
                  </a:ext>
                </a:extLst>
              </p:cNvPr>
              <p:cNvSpPr/>
              <p:nvPr/>
            </p:nvSpPr>
            <p:spPr>
              <a:xfrm>
                <a:off x="2854710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0" name="Google Shape;9706;p52">
                <a:extLst>
                  <a:ext uri="{FF2B5EF4-FFF2-40B4-BE49-F238E27FC236}">
                    <a16:creationId xmlns:a16="http://schemas.microsoft.com/office/drawing/2014/main" id="{331FC2C6-4191-E0B6-8C28-714EF500A46C}"/>
                  </a:ext>
                </a:extLst>
              </p:cNvPr>
              <p:cNvSpPr/>
              <p:nvPr/>
            </p:nvSpPr>
            <p:spPr>
              <a:xfrm>
                <a:off x="2855240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1" name="Google Shape;9707;p52">
                <a:extLst>
                  <a:ext uri="{FF2B5EF4-FFF2-40B4-BE49-F238E27FC236}">
                    <a16:creationId xmlns:a16="http://schemas.microsoft.com/office/drawing/2014/main" id="{23B6C18F-EB5C-8643-A8FB-C4B656B4B1C2}"/>
                  </a:ext>
                </a:extLst>
              </p:cNvPr>
              <p:cNvSpPr/>
              <p:nvPr/>
            </p:nvSpPr>
            <p:spPr>
              <a:xfrm>
                <a:off x="2855240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2" name="Google Shape;9708;p52">
                <a:extLst>
                  <a:ext uri="{FF2B5EF4-FFF2-40B4-BE49-F238E27FC236}">
                    <a16:creationId xmlns:a16="http://schemas.microsoft.com/office/drawing/2014/main" id="{03E7B02D-B4EE-02FB-CD17-A5D6740B0079}"/>
                  </a:ext>
                </a:extLst>
              </p:cNvPr>
              <p:cNvSpPr/>
              <p:nvPr/>
            </p:nvSpPr>
            <p:spPr>
              <a:xfrm>
                <a:off x="2855240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3" name="Google Shape;9709;p52">
                <a:extLst>
                  <a:ext uri="{FF2B5EF4-FFF2-40B4-BE49-F238E27FC236}">
                    <a16:creationId xmlns:a16="http://schemas.microsoft.com/office/drawing/2014/main" id="{98D746E4-E5F3-79B7-2BCB-56573FE48A17}"/>
                  </a:ext>
                </a:extLst>
              </p:cNvPr>
              <p:cNvSpPr/>
              <p:nvPr/>
            </p:nvSpPr>
            <p:spPr>
              <a:xfrm>
                <a:off x="2855240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4" name="Google Shape;9710;p52">
                <a:extLst>
                  <a:ext uri="{FF2B5EF4-FFF2-40B4-BE49-F238E27FC236}">
                    <a16:creationId xmlns:a16="http://schemas.microsoft.com/office/drawing/2014/main" id="{6F55C765-24E2-A3E6-6CEF-BDB8AC55ABCC}"/>
                  </a:ext>
                </a:extLst>
              </p:cNvPr>
              <p:cNvSpPr/>
              <p:nvPr/>
            </p:nvSpPr>
            <p:spPr>
              <a:xfrm>
                <a:off x="2854710" y="265859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5" name="Google Shape;9711;p52">
                <a:extLst>
                  <a:ext uri="{FF2B5EF4-FFF2-40B4-BE49-F238E27FC236}">
                    <a16:creationId xmlns:a16="http://schemas.microsoft.com/office/drawing/2014/main" id="{66E1126A-9294-0945-A2B5-BCC630659EE7}"/>
                  </a:ext>
                </a:extLst>
              </p:cNvPr>
              <p:cNvSpPr/>
              <p:nvPr/>
            </p:nvSpPr>
            <p:spPr>
              <a:xfrm>
                <a:off x="2855240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6" name="Google Shape;9712;p52">
                <a:extLst>
                  <a:ext uri="{FF2B5EF4-FFF2-40B4-BE49-F238E27FC236}">
                    <a16:creationId xmlns:a16="http://schemas.microsoft.com/office/drawing/2014/main" id="{86A88207-087C-A495-45B5-94461F852A04}"/>
                  </a:ext>
                </a:extLst>
              </p:cNvPr>
              <p:cNvSpPr/>
              <p:nvPr/>
            </p:nvSpPr>
            <p:spPr>
              <a:xfrm>
                <a:off x="2801007" y="3195791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7" name="Google Shape;9713;p52">
                <a:extLst>
                  <a:ext uri="{FF2B5EF4-FFF2-40B4-BE49-F238E27FC236}">
                    <a16:creationId xmlns:a16="http://schemas.microsoft.com/office/drawing/2014/main" id="{D0C9CDDB-0C0B-0AE5-106C-E1F25B4A7596}"/>
                  </a:ext>
                </a:extLst>
              </p:cNvPr>
              <p:cNvSpPr/>
              <p:nvPr/>
            </p:nvSpPr>
            <p:spPr>
              <a:xfrm>
                <a:off x="2801568" y="3196321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8" name="Google Shape;9714;p52">
                <a:extLst>
                  <a:ext uri="{FF2B5EF4-FFF2-40B4-BE49-F238E27FC236}">
                    <a16:creationId xmlns:a16="http://schemas.microsoft.com/office/drawing/2014/main" id="{A8199FCF-61B5-4F7C-F4D7-898FB7513E8A}"/>
                  </a:ext>
                </a:extLst>
              </p:cNvPr>
              <p:cNvSpPr/>
              <p:nvPr/>
            </p:nvSpPr>
            <p:spPr>
              <a:xfrm>
                <a:off x="280156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9" name="Google Shape;9715;p52">
                <a:extLst>
                  <a:ext uri="{FF2B5EF4-FFF2-40B4-BE49-F238E27FC236}">
                    <a16:creationId xmlns:a16="http://schemas.microsoft.com/office/drawing/2014/main" id="{2916AF39-0934-1A9F-8A07-CE88E4BE5E1D}"/>
                  </a:ext>
                </a:extLst>
              </p:cNvPr>
              <p:cNvSpPr/>
              <p:nvPr/>
            </p:nvSpPr>
            <p:spPr>
              <a:xfrm>
                <a:off x="280156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0" name="Google Shape;9716;p52">
                <a:extLst>
                  <a:ext uri="{FF2B5EF4-FFF2-40B4-BE49-F238E27FC236}">
                    <a16:creationId xmlns:a16="http://schemas.microsoft.com/office/drawing/2014/main" id="{C729B05A-0C4F-7DAC-0414-AE1B04D1433D}"/>
                  </a:ext>
                </a:extLst>
              </p:cNvPr>
              <p:cNvSpPr/>
              <p:nvPr/>
            </p:nvSpPr>
            <p:spPr>
              <a:xfrm>
                <a:off x="280156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1" name="Google Shape;9717;p52">
                <a:extLst>
                  <a:ext uri="{FF2B5EF4-FFF2-40B4-BE49-F238E27FC236}">
                    <a16:creationId xmlns:a16="http://schemas.microsoft.com/office/drawing/2014/main" id="{16BC76D0-E04F-C58D-4D2E-EA9189EA1EB5}"/>
                  </a:ext>
                </a:extLst>
              </p:cNvPr>
              <p:cNvSpPr/>
              <p:nvPr/>
            </p:nvSpPr>
            <p:spPr>
              <a:xfrm>
                <a:off x="280156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2" name="Google Shape;9718;p52">
                <a:extLst>
                  <a:ext uri="{FF2B5EF4-FFF2-40B4-BE49-F238E27FC236}">
                    <a16:creationId xmlns:a16="http://schemas.microsoft.com/office/drawing/2014/main" id="{7162FE30-F7F8-5E15-A6C2-D507BF4AAC3A}"/>
                  </a:ext>
                </a:extLst>
              </p:cNvPr>
              <p:cNvSpPr/>
              <p:nvPr/>
            </p:nvSpPr>
            <p:spPr>
              <a:xfrm>
                <a:off x="2801007" y="265859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3" name="Google Shape;9719;p52">
                <a:extLst>
                  <a:ext uri="{FF2B5EF4-FFF2-40B4-BE49-F238E27FC236}">
                    <a16:creationId xmlns:a16="http://schemas.microsoft.com/office/drawing/2014/main" id="{2E8273A0-2A76-9340-C73C-2377EB6F5604}"/>
                  </a:ext>
                </a:extLst>
              </p:cNvPr>
              <p:cNvSpPr/>
              <p:nvPr/>
            </p:nvSpPr>
            <p:spPr>
              <a:xfrm>
                <a:off x="2801568" y="265912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4" name="Google Shape;9720;p52">
                <a:extLst>
                  <a:ext uri="{FF2B5EF4-FFF2-40B4-BE49-F238E27FC236}">
                    <a16:creationId xmlns:a16="http://schemas.microsoft.com/office/drawing/2014/main" id="{1A26C8DB-5671-B663-6834-AA05CACC9D8C}"/>
                  </a:ext>
                </a:extLst>
              </p:cNvPr>
              <p:cNvSpPr/>
              <p:nvPr/>
            </p:nvSpPr>
            <p:spPr>
              <a:xfrm>
                <a:off x="274727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5" name="Google Shape;9721;p52">
                <a:extLst>
                  <a:ext uri="{FF2B5EF4-FFF2-40B4-BE49-F238E27FC236}">
                    <a16:creationId xmlns:a16="http://schemas.microsoft.com/office/drawing/2014/main" id="{EE4AC734-8EC0-02A5-B376-85E283B2D19F}"/>
                  </a:ext>
                </a:extLst>
              </p:cNvPr>
              <p:cNvSpPr/>
              <p:nvPr/>
            </p:nvSpPr>
            <p:spPr>
              <a:xfrm>
                <a:off x="274781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6" name="Google Shape;9722;p52">
                <a:extLst>
                  <a:ext uri="{FF2B5EF4-FFF2-40B4-BE49-F238E27FC236}">
                    <a16:creationId xmlns:a16="http://schemas.microsoft.com/office/drawing/2014/main" id="{AB828613-DBD8-7718-5D12-A1A8711EACBE}"/>
                  </a:ext>
                </a:extLst>
              </p:cNvPr>
              <p:cNvSpPr/>
              <p:nvPr/>
            </p:nvSpPr>
            <p:spPr>
              <a:xfrm>
                <a:off x="2747819" y="314264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7" name="Google Shape;9723;p52">
                <a:extLst>
                  <a:ext uri="{FF2B5EF4-FFF2-40B4-BE49-F238E27FC236}">
                    <a16:creationId xmlns:a16="http://schemas.microsoft.com/office/drawing/2014/main" id="{25C4791E-6D1E-4264-2B11-9D7DC5B2431D}"/>
                  </a:ext>
                </a:extLst>
              </p:cNvPr>
              <p:cNvSpPr/>
              <p:nvPr/>
            </p:nvSpPr>
            <p:spPr>
              <a:xfrm>
                <a:off x="2747819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8" name="Google Shape;9724;p52">
                <a:extLst>
                  <a:ext uri="{FF2B5EF4-FFF2-40B4-BE49-F238E27FC236}">
                    <a16:creationId xmlns:a16="http://schemas.microsoft.com/office/drawing/2014/main" id="{C94ACDBE-7BD3-4880-6527-4B01DFD83BB3}"/>
                  </a:ext>
                </a:extLst>
              </p:cNvPr>
              <p:cNvSpPr/>
              <p:nvPr/>
            </p:nvSpPr>
            <p:spPr>
              <a:xfrm>
                <a:off x="2747819" y="2712857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9" name="Google Shape;9725;p52">
                <a:extLst>
                  <a:ext uri="{FF2B5EF4-FFF2-40B4-BE49-F238E27FC236}">
                    <a16:creationId xmlns:a16="http://schemas.microsoft.com/office/drawing/2014/main" id="{8F5D0ECB-D48D-3EE9-34FF-DF038D1F40B5}"/>
                  </a:ext>
                </a:extLst>
              </p:cNvPr>
              <p:cNvSpPr/>
              <p:nvPr/>
            </p:nvSpPr>
            <p:spPr>
              <a:xfrm>
                <a:off x="274727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0" name="Google Shape;9726;p52">
                <a:extLst>
                  <a:ext uri="{FF2B5EF4-FFF2-40B4-BE49-F238E27FC236}">
                    <a16:creationId xmlns:a16="http://schemas.microsoft.com/office/drawing/2014/main" id="{56161233-4D2E-63AB-5A95-A23223185BA5}"/>
                  </a:ext>
                </a:extLst>
              </p:cNvPr>
              <p:cNvSpPr/>
              <p:nvPr/>
            </p:nvSpPr>
            <p:spPr>
              <a:xfrm>
                <a:off x="274781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1" name="Google Shape;9727;p52">
                <a:extLst>
                  <a:ext uri="{FF2B5EF4-FFF2-40B4-BE49-F238E27FC236}">
                    <a16:creationId xmlns:a16="http://schemas.microsoft.com/office/drawing/2014/main" id="{353487E3-50A4-62E4-5A37-C05BC8F40545}"/>
                  </a:ext>
                </a:extLst>
              </p:cNvPr>
              <p:cNvSpPr/>
              <p:nvPr/>
            </p:nvSpPr>
            <p:spPr>
              <a:xfrm>
                <a:off x="2693540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2" name="Google Shape;9728;p52">
                <a:extLst>
                  <a:ext uri="{FF2B5EF4-FFF2-40B4-BE49-F238E27FC236}">
                    <a16:creationId xmlns:a16="http://schemas.microsoft.com/office/drawing/2014/main" id="{AC21B477-855E-25B8-90ED-9FE84BF211C9}"/>
                  </a:ext>
                </a:extLst>
              </p:cNvPr>
              <p:cNvSpPr/>
              <p:nvPr/>
            </p:nvSpPr>
            <p:spPr>
              <a:xfrm>
                <a:off x="269406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3" name="Google Shape;9729;p52">
                <a:extLst>
                  <a:ext uri="{FF2B5EF4-FFF2-40B4-BE49-F238E27FC236}">
                    <a16:creationId xmlns:a16="http://schemas.microsoft.com/office/drawing/2014/main" id="{443CB09F-609E-BA85-BBE4-CB6D3835329C}"/>
                  </a:ext>
                </a:extLst>
              </p:cNvPr>
              <p:cNvSpPr/>
              <p:nvPr/>
            </p:nvSpPr>
            <p:spPr>
              <a:xfrm>
                <a:off x="2694069" y="3196321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4" name="Google Shape;9730;p52">
                <a:extLst>
                  <a:ext uri="{FF2B5EF4-FFF2-40B4-BE49-F238E27FC236}">
                    <a16:creationId xmlns:a16="http://schemas.microsoft.com/office/drawing/2014/main" id="{4085A3FC-531C-5D66-CB91-FBEBF91A3BE4}"/>
                  </a:ext>
                </a:extLst>
              </p:cNvPr>
              <p:cNvSpPr/>
              <p:nvPr/>
            </p:nvSpPr>
            <p:spPr>
              <a:xfrm>
                <a:off x="2694069" y="265912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5" name="Google Shape;9731;p52">
                <a:extLst>
                  <a:ext uri="{FF2B5EF4-FFF2-40B4-BE49-F238E27FC236}">
                    <a16:creationId xmlns:a16="http://schemas.microsoft.com/office/drawing/2014/main" id="{7D5C6276-580E-3C95-E99C-DC39C86F5417}"/>
                  </a:ext>
                </a:extLst>
              </p:cNvPr>
              <p:cNvSpPr/>
              <p:nvPr/>
            </p:nvSpPr>
            <p:spPr>
              <a:xfrm>
                <a:off x="2693540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6" name="Google Shape;9732;p52">
                <a:extLst>
                  <a:ext uri="{FF2B5EF4-FFF2-40B4-BE49-F238E27FC236}">
                    <a16:creationId xmlns:a16="http://schemas.microsoft.com/office/drawing/2014/main" id="{B42C1A9A-6C42-2CD0-DF4B-ED5A910132F2}"/>
                  </a:ext>
                </a:extLst>
              </p:cNvPr>
              <p:cNvSpPr/>
              <p:nvPr/>
            </p:nvSpPr>
            <p:spPr>
              <a:xfrm>
                <a:off x="269406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7" name="Google Shape;9733;p52">
                <a:extLst>
                  <a:ext uri="{FF2B5EF4-FFF2-40B4-BE49-F238E27FC236}">
                    <a16:creationId xmlns:a16="http://schemas.microsoft.com/office/drawing/2014/main" id="{4BB85413-BB26-095E-5556-7026392053CF}"/>
                  </a:ext>
                </a:extLst>
              </p:cNvPr>
              <p:cNvSpPr/>
              <p:nvPr/>
            </p:nvSpPr>
            <p:spPr>
              <a:xfrm>
                <a:off x="263985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8" name="Google Shape;9734;p52">
                <a:extLst>
                  <a:ext uri="{FF2B5EF4-FFF2-40B4-BE49-F238E27FC236}">
                    <a16:creationId xmlns:a16="http://schemas.microsoft.com/office/drawing/2014/main" id="{577D398A-85DE-06B0-5955-EEA7AA85B685}"/>
                  </a:ext>
                </a:extLst>
              </p:cNvPr>
              <p:cNvSpPr/>
              <p:nvPr/>
            </p:nvSpPr>
            <p:spPr>
              <a:xfrm>
                <a:off x="2640382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9" name="Google Shape;9735;p52">
                <a:extLst>
                  <a:ext uri="{FF2B5EF4-FFF2-40B4-BE49-F238E27FC236}">
                    <a16:creationId xmlns:a16="http://schemas.microsoft.com/office/drawing/2014/main" id="{EAFE737B-5E15-21AD-A7A0-87937211E10F}"/>
                  </a:ext>
                </a:extLst>
              </p:cNvPr>
              <p:cNvSpPr/>
              <p:nvPr/>
            </p:nvSpPr>
            <p:spPr>
              <a:xfrm>
                <a:off x="2640382" y="3035213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0" name="Google Shape;9736;p52">
                <a:extLst>
                  <a:ext uri="{FF2B5EF4-FFF2-40B4-BE49-F238E27FC236}">
                    <a16:creationId xmlns:a16="http://schemas.microsoft.com/office/drawing/2014/main" id="{461BCC4B-4DBB-10FA-F4AD-728538A3C997}"/>
                  </a:ext>
                </a:extLst>
              </p:cNvPr>
              <p:cNvSpPr/>
              <p:nvPr/>
            </p:nvSpPr>
            <p:spPr>
              <a:xfrm>
                <a:off x="2640382" y="298147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1" name="Google Shape;9737;p52">
                <a:extLst>
                  <a:ext uri="{FF2B5EF4-FFF2-40B4-BE49-F238E27FC236}">
                    <a16:creationId xmlns:a16="http://schemas.microsoft.com/office/drawing/2014/main" id="{553F4B1C-B8B4-7773-53DD-5C80D5820DF0}"/>
                  </a:ext>
                </a:extLst>
              </p:cNvPr>
              <p:cNvSpPr/>
              <p:nvPr/>
            </p:nvSpPr>
            <p:spPr>
              <a:xfrm>
                <a:off x="2640382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2" name="Google Shape;9738;p52">
                <a:extLst>
                  <a:ext uri="{FF2B5EF4-FFF2-40B4-BE49-F238E27FC236}">
                    <a16:creationId xmlns:a16="http://schemas.microsoft.com/office/drawing/2014/main" id="{11406AAB-5F7F-A371-7EA6-56BEA07127E0}"/>
                  </a:ext>
                </a:extLst>
              </p:cNvPr>
              <p:cNvSpPr/>
              <p:nvPr/>
            </p:nvSpPr>
            <p:spPr>
              <a:xfrm>
                <a:off x="2640382" y="287405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3" name="Google Shape;9739;p52">
                <a:extLst>
                  <a:ext uri="{FF2B5EF4-FFF2-40B4-BE49-F238E27FC236}">
                    <a16:creationId xmlns:a16="http://schemas.microsoft.com/office/drawing/2014/main" id="{3CD770C2-D0F8-5B14-C975-0D79DA35C127}"/>
                  </a:ext>
                </a:extLst>
              </p:cNvPr>
              <p:cNvSpPr/>
              <p:nvPr/>
            </p:nvSpPr>
            <p:spPr>
              <a:xfrm>
                <a:off x="2640382" y="2820294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4" name="Google Shape;9740;p52">
                <a:extLst>
                  <a:ext uri="{FF2B5EF4-FFF2-40B4-BE49-F238E27FC236}">
                    <a16:creationId xmlns:a16="http://schemas.microsoft.com/office/drawing/2014/main" id="{417C9C6C-A5FD-4C37-AF7C-081766CE1382}"/>
                  </a:ext>
                </a:extLst>
              </p:cNvPr>
              <p:cNvSpPr/>
              <p:nvPr/>
            </p:nvSpPr>
            <p:spPr>
              <a:xfrm>
                <a:off x="2640382" y="276656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5" name="Google Shape;9741;p52">
                <a:extLst>
                  <a:ext uri="{FF2B5EF4-FFF2-40B4-BE49-F238E27FC236}">
                    <a16:creationId xmlns:a16="http://schemas.microsoft.com/office/drawing/2014/main" id="{49B008D0-FCAE-F644-CB2C-D2EB3867AB54}"/>
                  </a:ext>
                </a:extLst>
              </p:cNvPr>
              <p:cNvSpPr/>
              <p:nvPr/>
            </p:nvSpPr>
            <p:spPr>
              <a:xfrm>
                <a:off x="263985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6" name="Google Shape;9742;p52">
                <a:extLst>
                  <a:ext uri="{FF2B5EF4-FFF2-40B4-BE49-F238E27FC236}">
                    <a16:creationId xmlns:a16="http://schemas.microsoft.com/office/drawing/2014/main" id="{19A7271B-D3F8-3A3F-35F0-E009154BBF54}"/>
                  </a:ext>
                </a:extLst>
              </p:cNvPr>
              <p:cNvSpPr/>
              <p:nvPr/>
            </p:nvSpPr>
            <p:spPr>
              <a:xfrm>
                <a:off x="2640382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7" name="Google Shape;9743;p52">
                <a:extLst>
                  <a:ext uri="{FF2B5EF4-FFF2-40B4-BE49-F238E27FC236}">
                    <a16:creationId xmlns:a16="http://schemas.microsoft.com/office/drawing/2014/main" id="{1D6D8444-BF06-87D3-5B55-A423B2A6D34A}"/>
                  </a:ext>
                </a:extLst>
              </p:cNvPr>
              <p:cNvSpPr/>
              <p:nvPr/>
            </p:nvSpPr>
            <p:spPr>
              <a:xfrm>
                <a:off x="258610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8" name="Google Shape;9744;p52">
                <a:extLst>
                  <a:ext uri="{FF2B5EF4-FFF2-40B4-BE49-F238E27FC236}">
                    <a16:creationId xmlns:a16="http://schemas.microsoft.com/office/drawing/2014/main" id="{C59BDBAE-C828-698D-9911-E3812C82D93E}"/>
                  </a:ext>
                </a:extLst>
              </p:cNvPr>
              <p:cNvSpPr/>
              <p:nvPr/>
            </p:nvSpPr>
            <p:spPr>
              <a:xfrm>
                <a:off x="258664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9" name="Google Shape;9745;p52">
                <a:extLst>
                  <a:ext uri="{FF2B5EF4-FFF2-40B4-BE49-F238E27FC236}">
                    <a16:creationId xmlns:a16="http://schemas.microsoft.com/office/drawing/2014/main" id="{144C9643-9464-FE6A-C12F-EECD4360F7A1}"/>
                  </a:ext>
                </a:extLst>
              </p:cNvPr>
              <p:cNvSpPr/>
              <p:nvPr/>
            </p:nvSpPr>
            <p:spPr>
              <a:xfrm>
                <a:off x="258664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0" name="Google Shape;9746;p52">
                <a:extLst>
                  <a:ext uri="{FF2B5EF4-FFF2-40B4-BE49-F238E27FC236}">
                    <a16:creationId xmlns:a16="http://schemas.microsoft.com/office/drawing/2014/main" id="{C987E302-63C8-8B7F-BF55-C22D0139512F}"/>
                  </a:ext>
                </a:extLst>
              </p:cNvPr>
              <p:cNvSpPr/>
              <p:nvPr/>
            </p:nvSpPr>
            <p:spPr>
              <a:xfrm>
                <a:off x="258664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1" name="Google Shape;9747;p52">
                <a:extLst>
                  <a:ext uri="{FF2B5EF4-FFF2-40B4-BE49-F238E27FC236}">
                    <a16:creationId xmlns:a16="http://schemas.microsoft.com/office/drawing/2014/main" id="{439E9EE9-FC49-7D79-C741-24151A43505B}"/>
                  </a:ext>
                </a:extLst>
              </p:cNvPr>
              <p:cNvSpPr/>
              <p:nvPr/>
            </p:nvSpPr>
            <p:spPr>
              <a:xfrm>
                <a:off x="258610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2" name="Google Shape;9748;p52">
                <a:extLst>
                  <a:ext uri="{FF2B5EF4-FFF2-40B4-BE49-F238E27FC236}">
                    <a16:creationId xmlns:a16="http://schemas.microsoft.com/office/drawing/2014/main" id="{6FBE6567-0420-6817-BC4F-87C3AA6DB13A}"/>
                  </a:ext>
                </a:extLst>
              </p:cNvPr>
              <p:cNvSpPr/>
              <p:nvPr/>
            </p:nvSpPr>
            <p:spPr>
              <a:xfrm>
                <a:off x="258664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3" name="Google Shape;9749;p52">
                <a:extLst>
                  <a:ext uri="{FF2B5EF4-FFF2-40B4-BE49-F238E27FC236}">
                    <a16:creationId xmlns:a16="http://schemas.microsoft.com/office/drawing/2014/main" id="{50377825-C3C5-A725-098D-905EF64B286C}"/>
                  </a:ext>
                </a:extLst>
              </p:cNvPr>
              <p:cNvSpPr/>
              <p:nvPr/>
            </p:nvSpPr>
            <p:spPr>
              <a:xfrm>
                <a:off x="2532370" y="3249541"/>
                <a:ext cx="54824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4" name="Google Shape;9750;p52">
                <a:extLst>
                  <a:ext uri="{FF2B5EF4-FFF2-40B4-BE49-F238E27FC236}">
                    <a16:creationId xmlns:a16="http://schemas.microsoft.com/office/drawing/2014/main" id="{B4E223E7-46DC-78B4-543E-F1D545AA65A7}"/>
                  </a:ext>
                </a:extLst>
              </p:cNvPr>
              <p:cNvSpPr/>
              <p:nvPr/>
            </p:nvSpPr>
            <p:spPr>
              <a:xfrm>
                <a:off x="253291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5" name="Google Shape;9751;p52">
                <a:extLst>
                  <a:ext uri="{FF2B5EF4-FFF2-40B4-BE49-F238E27FC236}">
                    <a16:creationId xmlns:a16="http://schemas.microsoft.com/office/drawing/2014/main" id="{C915D513-6CFA-A684-7F0B-EC29805A300C}"/>
                  </a:ext>
                </a:extLst>
              </p:cNvPr>
              <p:cNvSpPr/>
              <p:nvPr/>
            </p:nvSpPr>
            <p:spPr>
              <a:xfrm>
                <a:off x="253291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6" name="Google Shape;9752;p52">
                <a:extLst>
                  <a:ext uri="{FF2B5EF4-FFF2-40B4-BE49-F238E27FC236}">
                    <a16:creationId xmlns:a16="http://schemas.microsoft.com/office/drawing/2014/main" id="{74A7A244-733E-F0DA-25ED-78F6F1FFECC5}"/>
                  </a:ext>
                </a:extLst>
              </p:cNvPr>
              <p:cNvSpPr/>
              <p:nvPr/>
            </p:nvSpPr>
            <p:spPr>
              <a:xfrm>
                <a:off x="253291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7" name="Google Shape;9753;p52">
                <a:extLst>
                  <a:ext uri="{FF2B5EF4-FFF2-40B4-BE49-F238E27FC236}">
                    <a16:creationId xmlns:a16="http://schemas.microsoft.com/office/drawing/2014/main" id="{C91C37E5-89BB-3211-5638-B16268C7D3AC}"/>
                  </a:ext>
                </a:extLst>
              </p:cNvPr>
              <p:cNvSpPr/>
              <p:nvPr/>
            </p:nvSpPr>
            <p:spPr>
              <a:xfrm>
                <a:off x="2532370" y="2604860"/>
                <a:ext cx="54824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8" name="Google Shape;9754;p52">
                <a:extLst>
                  <a:ext uri="{FF2B5EF4-FFF2-40B4-BE49-F238E27FC236}">
                    <a16:creationId xmlns:a16="http://schemas.microsoft.com/office/drawing/2014/main" id="{57BB1DDC-DE73-9402-8ECA-3BF43C903A34}"/>
                  </a:ext>
                </a:extLst>
              </p:cNvPr>
              <p:cNvSpPr/>
              <p:nvPr/>
            </p:nvSpPr>
            <p:spPr>
              <a:xfrm>
                <a:off x="253291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9" name="Google Shape;9755;p52">
                <a:extLst>
                  <a:ext uri="{FF2B5EF4-FFF2-40B4-BE49-F238E27FC236}">
                    <a16:creationId xmlns:a16="http://schemas.microsoft.com/office/drawing/2014/main" id="{B2C255C7-73E2-60EB-1CBA-2183646FC06B}"/>
                  </a:ext>
                </a:extLst>
              </p:cNvPr>
              <p:cNvSpPr/>
              <p:nvPr/>
            </p:nvSpPr>
            <p:spPr>
              <a:xfrm>
                <a:off x="247868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0" name="Google Shape;9756;p52">
                <a:extLst>
                  <a:ext uri="{FF2B5EF4-FFF2-40B4-BE49-F238E27FC236}">
                    <a16:creationId xmlns:a16="http://schemas.microsoft.com/office/drawing/2014/main" id="{085E9B3C-5CDE-8FD8-8987-10579693AC9B}"/>
                  </a:ext>
                </a:extLst>
              </p:cNvPr>
              <p:cNvSpPr/>
              <p:nvPr/>
            </p:nvSpPr>
            <p:spPr>
              <a:xfrm>
                <a:off x="247921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1" name="Google Shape;9757;p52">
                <a:extLst>
                  <a:ext uri="{FF2B5EF4-FFF2-40B4-BE49-F238E27FC236}">
                    <a16:creationId xmlns:a16="http://schemas.microsoft.com/office/drawing/2014/main" id="{CF47784A-68A1-B505-B594-D67842147A4F}"/>
                  </a:ext>
                </a:extLst>
              </p:cNvPr>
              <p:cNvSpPr/>
              <p:nvPr/>
            </p:nvSpPr>
            <p:spPr>
              <a:xfrm>
                <a:off x="247921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2" name="Google Shape;9758;p52">
                <a:extLst>
                  <a:ext uri="{FF2B5EF4-FFF2-40B4-BE49-F238E27FC236}">
                    <a16:creationId xmlns:a16="http://schemas.microsoft.com/office/drawing/2014/main" id="{B249390C-9ED3-52C0-BAC4-7B5FAE5BCFB6}"/>
                  </a:ext>
                </a:extLst>
              </p:cNvPr>
              <p:cNvSpPr/>
              <p:nvPr/>
            </p:nvSpPr>
            <p:spPr>
              <a:xfrm>
                <a:off x="247921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3" name="Google Shape;9759;p52">
                <a:extLst>
                  <a:ext uri="{FF2B5EF4-FFF2-40B4-BE49-F238E27FC236}">
                    <a16:creationId xmlns:a16="http://schemas.microsoft.com/office/drawing/2014/main" id="{B18D861F-B635-E988-07FE-301423F4F1E1}"/>
                  </a:ext>
                </a:extLst>
              </p:cNvPr>
              <p:cNvSpPr/>
              <p:nvPr/>
            </p:nvSpPr>
            <p:spPr>
              <a:xfrm>
                <a:off x="247868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4" name="Google Shape;9760;p52">
                <a:extLst>
                  <a:ext uri="{FF2B5EF4-FFF2-40B4-BE49-F238E27FC236}">
                    <a16:creationId xmlns:a16="http://schemas.microsoft.com/office/drawing/2014/main" id="{CAAC380E-857A-0D55-661D-2DDE14AEAFF4}"/>
                  </a:ext>
                </a:extLst>
              </p:cNvPr>
              <p:cNvSpPr/>
              <p:nvPr/>
            </p:nvSpPr>
            <p:spPr>
              <a:xfrm>
                <a:off x="247921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5" name="Google Shape;9761;p52">
                <a:extLst>
                  <a:ext uri="{FF2B5EF4-FFF2-40B4-BE49-F238E27FC236}">
                    <a16:creationId xmlns:a16="http://schemas.microsoft.com/office/drawing/2014/main" id="{7E3413A1-3E9B-7CA5-9CA4-E5A9272D05D8}"/>
                  </a:ext>
                </a:extLst>
              </p:cNvPr>
              <p:cNvSpPr/>
              <p:nvPr/>
            </p:nvSpPr>
            <p:spPr>
              <a:xfrm>
                <a:off x="2424949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6" name="Google Shape;9762;p52">
                <a:extLst>
                  <a:ext uri="{FF2B5EF4-FFF2-40B4-BE49-F238E27FC236}">
                    <a16:creationId xmlns:a16="http://schemas.microsoft.com/office/drawing/2014/main" id="{BD806E97-DB26-A236-B7D9-8AF9F666A5C7}"/>
                  </a:ext>
                </a:extLst>
              </p:cNvPr>
              <p:cNvSpPr/>
              <p:nvPr/>
            </p:nvSpPr>
            <p:spPr>
              <a:xfrm>
                <a:off x="242547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7" name="Google Shape;9763;p52">
                <a:extLst>
                  <a:ext uri="{FF2B5EF4-FFF2-40B4-BE49-F238E27FC236}">
                    <a16:creationId xmlns:a16="http://schemas.microsoft.com/office/drawing/2014/main" id="{F61059C6-ED2A-E37C-D574-9379901BD470}"/>
                  </a:ext>
                </a:extLst>
              </p:cNvPr>
              <p:cNvSpPr/>
              <p:nvPr/>
            </p:nvSpPr>
            <p:spPr>
              <a:xfrm>
                <a:off x="242547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8" name="Google Shape;9764;p52">
                <a:extLst>
                  <a:ext uri="{FF2B5EF4-FFF2-40B4-BE49-F238E27FC236}">
                    <a16:creationId xmlns:a16="http://schemas.microsoft.com/office/drawing/2014/main" id="{6FEE4C0E-2E9F-8574-BE57-2C65497B2677}"/>
                  </a:ext>
                </a:extLst>
              </p:cNvPr>
              <p:cNvSpPr/>
              <p:nvPr/>
            </p:nvSpPr>
            <p:spPr>
              <a:xfrm>
                <a:off x="242547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9" name="Google Shape;9765;p52">
                <a:extLst>
                  <a:ext uri="{FF2B5EF4-FFF2-40B4-BE49-F238E27FC236}">
                    <a16:creationId xmlns:a16="http://schemas.microsoft.com/office/drawing/2014/main" id="{4AA1B34A-5FB6-8143-4106-B5344A07789D}"/>
                  </a:ext>
                </a:extLst>
              </p:cNvPr>
              <p:cNvSpPr/>
              <p:nvPr/>
            </p:nvSpPr>
            <p:spPr>
              <a:xfrm>
                <a:off x="2424949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0" name="Google Shape;9766;p52">
                <a:extLst>
                  <a:ext uri="{FF2B5EF4-FFF2-40B4-BE49-F238E27FC236}">
                    <a16:creationId xmlns:a16="http://schemas.microsoft.com/office/drawing/2014/main" id="{C4033522-C0CF-48D3-540D-164DD9EF6D13}"/>
                  </a:ext>
                </a:extLst>
              </p:cNvPr>
              <p:cNvSpPr/>
              <p:nvPr/>
            </p:nvSpPr>
            <p:spPr>
              <a:xfrm>
                <a:off x="242547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1" name="Google Shape;9767;p52">
                <a:extLst>
                  <a:ext uri="{FF2B5EF4-FFF2-40B4-BE49-F238E27FC236}">
                    <a16:creationId xmlns:a16="http://schemas.microsoft.com/office/drawing/2014/main" id="{4D1C2B77-46D0-A0B8-9DC7-89E18EFF505D}"/>
                  </a:ext>
                </a:extLst>
              </p:cNvPr>
              <p:cNvSpPr/>
              <p:nvPr/>
            </p:nvSpPr>
            <p:spPr>
              <a:xfrm>
                <a:off x="2371184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2" name="Google Shape;9768;p52">
                <a:extLst>
                  <a:ext uri="{FF2B5EF4-FFF2-40B4-BE49-F238E27FC236}">
                    <a16:creationId xmlns:a16="http://schemas.microsoft.com/office/drawing/2014/main" id="{0E962897-316F-F605-47B3-925D22065A4E}"/>
                  </a:ext>
                </a:extLst>
              </p:cNvPr>
              <p:cNvSpPr/>
              <p:nvPr/>
            </p:nvSpPr>
            <p:spPr>
              <a:xfrm>
                <a:off x="237174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3" name="Google Shape;9769;p52">
                <a:extLst>
                  <a:ext uri="{FF2B5EF4-FFF2-40B4-BE49-F238E27FC236}">
                    <a16:creationId xmlns:a16="http://schemas.microsoft.com/office/drawing/2014/main" id="{C76656F1-8E42-29B0-E5CE-6FE1D9DB42D8}"/>
                  </a:ext>
                </a:extLst>
              </p:cNvPr>
              <p:cNvSpPr/>
              <p:nvPr/>
            </p:nvSpPr>
            <p:spPr>
              <a:xfrm>
                <a:off x="237174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4" name="Google Shape;9770;p52">
                <a:extLst>
                  <a:ext uri="{FF2B5EF4-FFF2-40B4-BE49-F238E27FC236}">
                    <a16:creationId xmlns:a16="http://schemas.microsoft.com/office/drawing/2014/main" id="{F05C0925-5CF3-9B39-E6ED-378A0855435B}"/>
                  </a:ext>
                </a:extLst>
              </p:cNvPr>
              <p:cNvSpPr/>
              <p:nvPr/>
            </p:nvSpPr>
            <p:spPr>
              <a:xfrm>
                <a:off x="237174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5" name="Google Shape;9771;p52">
                <a:extLst>
                  <a:ext uri="{FF2B5EF4-FFF2-40B4-BE49-F238E27FC236}">
                    <a16:creationId xmlns:a16="http://schemas.microsoft.com/office/drawing/2014/main" id="{89FDC4EA-3E52-70C7-849A-0E368D1896E2}"/>
                  </a:ext>
                </a:extLst>
              </p:cNvPr>
              <p:cNvSpPr/>
              <p:nvPr/>
            </p:nvSpPr>
            <p:spPr>
              <a:xfrm>
                <a:off x="2371184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6" name="Google Shape;9772;p52">
                <a:extLst>
                  <a:ext uri="{FF2B5EF4-FFF2-40B4-BE49-F238E27FC236}">
                    <a16:creationId xmlns:a16="http://schemas.microsoft.com/office/drawing/2014/main" id="{892837B7-80D7-7708-0929-E4F4A9239094}"/>
                  </a:ext>
                </a:extLst>
              </p:cNvPr>
              <p:cNvSpPr/>
              <p:nvPr/>
            </p:nvSpPr>
            <p:spPr>
              <a:xfrm>
                <a:off x="237174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7" name="Google Shape;9773;p52">
                <a:extLst>
                  <a:ext uri="{FF2B5EF4-FFF2-40B4-BE49-F238E27FC236}">
                    <a16:creationId xmlns:a16="http://schemas.microsoft.com/office/drawing/2014/main" id="{903C3B5A-917A-86DB-C836-301A3BDE2855}"/>
                  </a:ext>
                </a:extLst>
              </p:cNvPr>
              <p:cNvSpPr/>
              <p:nvPr/>
            </p:nvSpPr>
            <p:spPr>
              <a:xfrm>
                <a:off x="231751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8" name="Google Shape;9774;p52">
                <a:extLst>
                  <a:ext uri="{FF2B5EF4-FFF2-40B4-BE49-F238E27FC236}">
                    <a16:creationId xmlns:a16="http://schemas.microsoft.com/office/drawing/2014/main" id="{A84EC7E5-51EE-4D51-70FE-323866103B94}"/>
                  </a:ext>
                </a:extLst>
              </p:cNvPr>
              <p:cNvSpPr/>
              <p:nvPr/>
            </p:nvSpPr>
            <p:spPr>
              <a:xfrm>
                <a:off x="231804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9" name="Google Shape;9775;p52">
                <a:extLst>
                  <a:ext uri="{FF2B5EF4-FFF2-40B4-BE49-F238E27FC236}">
                    <a16:creationId xmlns:a16="http://schemas.microsoft.com/office/drawing/2014/main" id="{5C6D5717-713C-E364-9E4F-29FC17892CE9}"/>
                  </a:ext>
                </a:extLst>
              </p:cNvPr>
              <p:cNvSpPr/>
              <p:nvPr/>
            </p:nvSpPr>
            <p:spPr>
              <a:xfrm>
                <a:off x="231804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0" name="Google Shape;9776;p52">
                <a:extLst>
                  <a:ext uri="{FF2B5EF4-FFF2-40B4-BE49-F238E27FC236}">
                    <a16:creationId xmlns:a16="http://schemas.microsoft.com/office/drawing/2014/main" id="{C5DA1840-4314-FC82-0EEE-A16B2E3184C7}"/>
                  </a:ext>
                </a:extLst>
              </p:cNvPr>
              <p:cNvSpPr/>
              <p:nvPr/>
            </p:nvSpPr>
            <p:spPr>
              <a:xfrm>
                <a:off x="231804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1" name="Google Shape;9777;p52">
                <a:extLst>
                  <a:ext uri="{FF2B5EF4-FFF2-40B4-BE49-F238E27FC236}">
                    <a16:creationId xmlns:a16="http://schemas.microsoft.com/office/drawing/2014/main" id="{56228322-9D8D-0158-36A5-D87D55058476}"/>
                  </a:ext>
                </a:extLst>
              </p:cNvPr>
              <p:cNvSpPr/>
              <p:nvPr/>
            </p:nvSpPr>
            <p:spPr>
              <a:xfrm>
                <a:off x="231751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2" name="Google Shape;9778;p52">
                <a:extLst>
                  <a:ext uri="{FF2B5EF4-FFF2-40B4-BE49-F238E27FC236}">
                    <a16:creationId xmlns:a16="http://schemas.microsoft.com/office/drawing/2014/main" id="{3F735959-5BE5-F196-5D04-B94D953DB782}"/>
                  </a:ext>
                </a:extLst>
              </p:cNvPr>
              <p:cNvSpPr/>
              <p:nvPr/>
            </p:nvSpPr>
            <p:spPr>
              <a:xfrm>
                <a:off x="231804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3" name="Google Shape;9779;p52">
                <a:extLst>
                  <a:ext uri="{FF2B5EF4-FFF2-40B4-BE49-F238E27FC236}">
                    <a16:creationId xmlns:a16="http://schemas.microsoft.com/office/drawing/2014/main" id="{E121643C-2176-9089-F035-95FFBB1C8BD2}"/>
                  </a:ext>
                </a:extLst>
              </p:cNvPr>
              <p:cNvSpPr/>
              <p:nvPr/>
            </p:nvSpPr>
            <p:spPr>
              <a:xfrm>
                <a:off x="2263748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4" name="Google Shape;9780;p52">
                <a:extLst>
                  <a:ext uri="{FF2B5EF4-FFF2-40B4-BE49-F238E27FC236}">
                    <a16:creationId xmlns:a16="http://schemas.microsoft.com/office/drawing/2014/main" id="{8109741C-8028-AE72-E8A5-E377831B387C}"/>
                  </a:ext>
                </a:extLst>
              </p:cNvPr>
              <p:cNvSpPr/>
              <p:nvPr/>
            </p:nvSpPr>
            <p:spPr>
              <a:xfrm>
                <a:off x="226430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5" name="Google Shape;9781;p52">
                <a:extLst>
                  <a:ext uri="{FF2B5EF4-FFF2-40B4-BE49-F238E27FC236}">
                    <a16:creationId xmlns:a16="http://schemas.microsoft.com/office/drawing/2014/main" id="{A055D96C-903F-9FC3-9A9C-C8100267E222}"/>
                  </a:ext>
                </a:extLst>
              </p:cNvPr>
              <p:cNvSpPr/>
              <p:nvPr/>
            </p:nvSpPr>
            <p:spPr>
              <a:xfrm>
                <a:off x="226430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6" name="Google Shape;9782;p52">
                <a:extLst>
                  <a:ext uri="{FF2B5EF4-FFF2-40B4-BE49-F238E27FC236}">
                    <a16:creationId xmlns:a16="http://schemas.microsoft.com/office/drawing/2014/main" id="{435CBC37-774B-46CB-A2CE-7339D66A95AD}"/>
                  </a:ext>
                </a:extLst>
              </p:cNvPr>
              <p:cNvSpPr/>
              <p:nvPr/>
            </p:nvSpPr>
            <p:spPr>
              <a:xfrm>
                <a:off x="2264308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7" name="Google Shape;9783;p52">
                <a:extLst>
                  <a:ext uri="{FF2B5EF4-FFF2-40B4-BE49-F238E27FC236}">
                    <a16:creationId xmlns:a16="http://schemas.microsoft.com/office/drawing/2014/main" id="{D92A7138-6E3E-6988-6259-A52BFB8EE109}"/>
                  </a:ext>
                </a:extLst>
              </p:cNvPr>
              <p:cNvSpPr/>
              <p:nvPr/>
            </p:nvSpPr>
            <p:spPr>
              <a:xfrm>
                <a:off x="2263748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8" name="Google Shape;9784;p52">
                <a:extLst>
                  <a:ext uri="{FF2B5EF4-FFF2-40B4-BE49-F238E27FC236}">
                    <a16:creationId xmlns:a16="http://schemas.microsoft.com/office/drawing/2014/main" id="{5F213DC0-2130-6413-C9C2-4C607E36217E}"/>
                  </a:ext>
                </a:extLst>
              </p:cNvPr>
              <p:cNvSpPr/>
              <p:nvPr/>
            </p:nvSpPr>
            <p:spPr>
              <a:xfrm>
                <a:off x="226430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9" name="Google Shape;9785;p52">
                <a:extLst>
                  <a:ext uri="{FF2B5EF4-FFF2-40B4-BE49-F238E27FC236}">
                    <a16:creationId xmlns:a16="http://schemas.microsoft.com/office/drawing/2014/main" id="{C594FB6D-5D3C-0E00-3F65-114111C85004}"/>
                  </a:ext>
                </a:extLst>
              </p:cNvPr>
              <p:cNvSpPr/>
              <p:nvPr/>
            </p:nvSpPr>
            <p:spPr>
              <a:xfrm>
                <a:off x="221007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0" name="Google Shape;9786;p52">
                <a:extLst>
                  <a:ext uri="{FF2B5EF4-FFF2-40B4-BE49-F238E27FC236}">
                    <a16:creationId xmlns:a16="http://schemas.microsoft.com/office/drawing/2014/main" id="{2F8DBCE0-B4F9-0B6B-C795-C2D89B30E9A6}"/>
                  </a:ext>
                </a:extLst>
              </p:cNvPr>
              <p:cNvSpPr/>
              <p:nvPr/>
            </p:nvSpPr>
            <p:spPr>
              <a:xfrm>
                <a:off x="221062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1" name="Google Shape;9787;p52">
                <a:extLst>
                  <a:ext uri="{FF2B5EF4-FFF2-40B4-BE49-F238E27FC236}">
                    <a16:creationId xmlns:a16="http://schemas.microsoft.com/office/drawing/2014/main" id="{3052A8B3-1185-1E62-074B-3FFE5F735982}"/>
                  </a:ext>
                </a:extLst>
              </p:cNvPr>
              <p:cNvSpPr/>
              <p:nvPr/>
            </p:nvSpPr>
            <p:spPr>
              <a:xfrm>
                <a:off x="2210621" y="308890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2" name="Google Shape;9788;p52">
                <a:extLst>
                  <a:ext uri="{FF2B5EF4-FFF2-40B4-BE49-F238E27FC236}">
                    <a16:creationId xmlns:a16="http://schemas.microsoft.com/office/drawing/2014/main" id="{4A2AE0DF-0B70-C743-78BA-248C621CAB18}"/>
                  </a:ext>
                </a:extLst>
              </p:cNvPr>
              <p:cNvSpPr/>
              <p:nvPr/>
            </p:nvSpPr>
            <p:spPr>
              <a:xfrm>
                <a:off x="221062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3" name="Google Shape;9789;p52">
                <a:extLst>
                  <a:ext uri="{FF2B5EF4-FFF2-40B4-BE49-F238E27FC236}">
                    <a16:creationId xmlns:a16="http://schemas.microsoft.com/office/drawing/2014/main" id="{0B9D60FF-26CF-70EF-C534-ADE3A7452127}"/>
                  </a:ext>
                </a:extLst>
              </p:cNvPr>
              <p:cNvSpPr/>
              <p:nvPr/>
            </p:nvSpPr>
            <p:spPr>
              <a:xfrm>
                <a:off x="221007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4" name="Google Shape;9790;p52">
                <a:extLst>
                  <a:ext uri="{FF2B5EF4-FFF2-40B4-BE49-F238E27FC236}">
                    <a16:creationId xmlns:a16="http://schemas.microsoft.com/office/drawing/2014/main" id="{1924E546-98AB-6AF5-B85F-ECBECA25C85A}"/>
                  </a:ext>
                </a:extLst>
              </p:cNvPr>
              <p:cNvSpPr/>
              <p:nvPr/>
            </p:nvSpPr>
            <p:spPr>
              <a:xfrm>
                <a:off x="221062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5" name="Google Shape;9791;p52">
                <a:extLst>
                  <a:ext uri="{FF2B5EF4-FFF2-40B4-BE49-F238E27FC236}">
                    <a16:creationId xmlns:a16="http://schemas.microsoft.com/office/drawing/2014/main" id="{B1343E40-11F3-9441-09FA-ADC8D6B53BF7}"/>
                  </a:ext>
                </a:extLst>
              </p:cNvPr>
              <p:cNvSpPr/>
              <p:nvPr/>
            </p:nvSpPr>
            <p:spPr>
              <a:xfrm>
                <a:off x="215634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6" name="Google Shape;9792;p52">
                <a:extLst>
                  <a:ext uri="{FF2B5EF4-FFF2-40B4-BE49-F238E27FC236}">
                    <a16:creationId xmlns:a16="http://schemas.microsoft.com/office/drawing/2014/main" id="{E16AB366-673D-5026-39A4-C1B3F498EA68}"/>
                  </a:ext>
                </a:extLst>
              </p:cNvPr>
              <p:cNvSpPr/>
              <p:nvPr/>
            </p:nvSpPr>
            <p:spPr>
              <a:xfrm>
                <a:off x="2156872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7" name="Google Shape;9793;p52">
                <a:extLst>
                  <a:ext uri="{FF2B5EF4-FFF2-40B4-BE49-F238E27FC236}">
                    <a16:creationId xmlns:a16="http://schemas.microsoft.com/office/drawing/2014/main" id="{33A1AEE4-A4E7-EFB1-3CD0-6D1026F9D9FC}"/>
                  </a:ext>
                </a:extLst>
              </p:cNvPr>
              <p:cNvSpPr/>
              <p:nvPr/>
            </p:nvSpPr>
            <p:spPr>
              <a:xfrm>
                <a:off x="2156872" y="3035213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8" name="Google Shape;9794;p52">
                <a:extLst>
                  <a:ext uri="{FF2B5EF4-FFF2-40B4-BE49-F238E27FC236}">
                    <a16:creationId xmlns:a16="http://schemas.microsoft.com/office/drawing/2014/main" id="{02C4C2A4-C5E8-2AAE-8233-9C2365048DA5}"/>
                  </a:ext>
                </a:extLst>
              </p:cNvPr>
              <p:cNvSpPr/>
              <p:nvPr/>
            </p:nvSpPr>
            <p:spPr>
              <a:xfrm>
                <a:off x="2156872" y="298147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9" name="Google Shape;9795;p52">
                <a:extLst>
                  <a:ext uri="{FF2B5EF4-FFF2-40B4-BE49-F238E27FC236}">
                    <a16:creationId xmlns:a16="http://schemas.microsoft.com/office/drawing/2014/main" id="{E3941231-912A-6D02-7386-F925FAAD1DA7}"/>
                  </a:ext>
                </a:extLst>
              </p:cNvPr>
              <p:cNvSpPr/>
              <p:nvPr/>
            </p:nvSpPr>
            <p:spPr>
              <a:xfrm>
                <a:off x="2156872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0" name="Google Shape;9796;p52">
                <a:extLst>
                  <a:ext uri="{FF2B5EF4-FFF2-40B4-BE49-F238E27FC236}">
                    <a16:creationId xmlns:a16="http://schemas.microsoft.com/office/drawing/2014/main" id="{64EC1C71-89E0-BB5E-A0CC-F5A178AB2B73}"/>
                  </a:ext>
                </a:extLst>
              </p:cNvPr>
              <p:cNvSpPr/>
              <p:nvPr/>
            </p:nvSpPr>
            <p:spPr>
              <a:xfrm>
                <a:off x="2156872" y="287405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1" name="Google Shape;9797;p52">
                <a:extLst>
                  <a:ext uri="{FF2B5EF4-FFF2-40B4-BE49-F238E27FC236}">
                    <a16:creationId xmlns:a16="http://schemas.microsoft.com/office/drawing/2014/main" id="{ACCE2B23-9D05-B204-8675-AFD3B938AC9B}"/>
                  </a:ext>
                </a:extLst>
              </p:cNvPr>
              <p:cNvSpPr/>
              <p:nvPr/>
            </p:nvSpPr>
            <p:spPr>
              <a:xfrm>
                <a:off x="2156872" y="282029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2" name="Google Shape;9798;p52">
                <a:extLst>
                  <a:ext uri="{FF2B5EF4-FFF2-40B4-BE49-F238E27FC236}">
                    <a16:creationId xmlns:a16="http://schemas.microsoft.com/office/drawing/2014/main" id="{DB450E30-9596-E8BB-328E-D4CFD1517C6F}"/>
                  </a:ext>
                </a:extLst>
              </p:cNvPr>
              <p:cNvSpPr/>
              <p:nvPr/>
            </p:nvSpPr>
            <p:spPr>
              <a:xfrm>
                <a:off x="2156872" y="276656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3" name="Google Shape;9799;p52">
                <a:extLst>
                  <a:ext uri="{FF2B5EF4-FFF2-40B4-BE49-F238E27FC236}">
                    <a16:creationId xmlns:a16="http://schemas.microsoft.com/office/drawing/2014/main" id="{E366EEC1-AC2D-C413-DF28-4FC7C345BF71}"/>
                  </a:ext>
                </a:extLst>
              </p:cNvPr>
              <p:cNvSpPr/>
              <p:nvPr/>
            </p:nvSpPr>
            <p:spPr>
              <a:xfrm>
                <a:off x="215634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4" name="Google Shape;9800;p52">
                <a:extLst>
                  <a:ext uri="{FF2B5EF4-FFF2-40B4-BE49-F238E27FC236}">
                    <a16:creationId xmlns:a16="http://schemas.microsoft.com/office/drawing/2014/main" id="{914587B3-A55D-9F8C-B479-76F6AA7C0CBE}"/>
                  </a:ext>
                </a:extLst>
              </p:cNvPr>
              <p:cNvSpPr/>
              <p:nvPr/>
            </p:nvSpPr>
            <p:spPr>
              <a:xfrm>
                <a:off x="2156872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5" name="Google Shape;9801;p52">
                <a:extLst>
                  <a:ext uri="{FF2B5EF4-FFF2-40B4-BE49-F238E27FC236}">
                    <a16:creationId xmlns:a16="http://schemas.microsoft.com/office/drawing/2014/main" id="{871ECC4E-F6E3-DE9E-F4EF-C246CE22AA42}"/>
                  </a:ext>
                </a:extLst>
              </p:cNvPr>
              <p:cNvSpPr/>
              <p:nvPr/>
            </p:nvSpPr>
            <p:spPr>
              <a:xfrm>
                <a:off x="210259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6" name="Google Shape;9802;p52">
                <a:extLst>
                  <a:ext uri="{FF2B5EF4-FFF2-40B4-BE49-F238E27FC236}">
                    <a16:creationId xmlns:a16="http://schemas.microsoft.com/office/drawing/2014/main" id="{ECCCCEBE-B361-0C42-35A6-9910A06E18C4}"/>
                  </a:ext>
                </a:extLst>
              </p:cNvPr>
              <p:cNvSpPr/>
              <p:nvPr/>
            </p:nvSpPr>
            <p:spPr>
              <a:xfrm>
                <a:off x="210313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7" name="Google Shape;9803;p52">
                <a:extLst>
                  <a:ext uri="{FF2B5EF4-FFF2-40B4-BE49-F238E27FC236}">
                    <a16:creationId xmlns:a16="http://schemas.microsoft.com/office/drawing/2014/main" id="{A48CC248-E3A9-E713-AFBC-EE948D69BB02}"/>
                  </a:ext>
                </a:extLst>
              </p:cNvPr>
              <p:cNvSpPr/>
              <p:nvPr/>
            </p:nvSpPr>
            <p:spPr>
              <a:xfrm>
                <a:off x="210313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8" name="Google Shape;9804;p52">
                <a:extLst>
                  <a:ext uri="{FF2B5EF4-FFF2-40B4-BE49-F238E27FC236}">
                    <a16:creationId xmlns:a16="http://schemas.microsoft.com/office/drawing/2014/main" id="{002D50F5-279A-FA11-E790-DF39FD18E9EF}"/>
                  </a:ext>
                </a:extLst>
              </p:cNvPr>
              <p:cNvSpPr/>
              <p:nvPr/>
            </p:nvSpPr>
            <p:spPr>
              <a:xfrm>
                <a:off x="210313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9" name="Google Shape;9805;p52">
                <a:extLst>
                  <a:ext uri="{FF2B5EF4-FFF2-40B4-BE49-F238E27FC236}">
                    <a16:creationId xmlns:a16="http://schemas.microsoft.com/office/drawing/2014/main" id="{A2D336B3-57D3-D265-9BD0-59DD1E248D70}"/>
                  </a:ext>
                </a:extLst>
              </p:cNvPr>
              <p:cNvSpPr/>
              <p:nvPr/>
            </p:nvSpPr>
            <p:spPr>
              <a:xfrm>
                <a:off x="210259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0" name="Google Shape;9806;p52">
                <a:extLst>
                  <a:ext uri="{FF2B5EF4-FFF2-40B4-BE49-F238E27FC236}">
                    <a16:creationId xmlns:a16="http://schemas.microsoft.com/office/drawing/2014/main" id="{760F3576-C1AD-0863-40AD-A0ACC1CBEAF0}"/>
                  </a:ext>
                </a:extLst>
              </p:cNvPr>
              <p:cNvSpPr/>
              <p:nvPr/>
            </p:nvSpPr>
            <p:spPr>
              <a:xfrm>
                <a:off x="210313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1" name="Google Shape;9807;p52">
                <a:extLst>
                  <a:ext uri="{FF2B5EF4-FFF2-40B4-BE49-F238E27FC236}">
                    <a16:creationId xmlns:a16="http://schemas.microsoft.com/office/drawing/2014/main" id="{CE84C2E5-E07F-2C12-B841-4323D04269F1}"/>
                  </a:ext>
                </a:extLst>
              </p:cNvPr>
              <p:cNvSpPr/>
              <p:nvPr/>
            </p:nvSpPr>
            <p:spPr>
              <a:xfrm>
                <a:off x="204890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2" name="Google Shape;9808;p52">
                <a:extLst>
                  <a:ext uri="{FF2B5EF4-FFF2-40B4-BE49-F238E27FC236}">
                    <a16:creationId xmlns:a16="http://schemas.microsoft.com/office/drawing/2014/main" id="{B2D1A4C4-B5BB-4CB5-9735-90AEF7E7EC96}"/>
                  </a:ext>
                </a:extLst>
              </p:cNvPr>
              <p:cNvSpPr/>
              <p:nvPr/>
            </p:nvSpPr>
            <p:spPr>
              <a:xfrm>
                <a:off x="204945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3" name="Google Shape;9809;p52">
                <a:extLst>
                  <a:ext uri="{FF2B5EF4-FFF2-40B4-BE49-F238E27FC236}">
                    <a16:creationId xmlns:a16="http://schemas.microsoft.com/office/drawing/2014/main" id="{D4536213-F5E1-63AB-3140-9341B2C7EF67}"/>
                  </a:ext>
                </a:extLst>
              </p:cNvPr>
              <p:cNvSpPr/>
              <p:nvPr/>
            </p:nvSpPr>
            <p:spPr>
              <a:xfrm>
                <a:off x="2049451" y="314264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4" name="Google Shape;9810;p52">
                <a:extLst>
                  <a:ext uri="{FF2B5EF4-FFF2-40B4-BE49-F238E27FC236}">
                    <a16:creationId xmlns:a16="http://schemas.microsoft.com/office/drawing/2014/main" id="{9BE75DD3-09A7-BA03-FF35-9BC1D0986D13}"/>
                  </a:ext>
                </a:extLst>
              </p:cNvPr>
              <p:cNvSpPr/>
              <p:nvPr/>
            </p:nvSpPr>
            <p:spPr>
              <a:xfrm>
                <a:off x="2049451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5" name="Google Shape;9811;p52">
                <a:extLst>
                  <a:ext uri="{FF2B5EF4-FFF2-40B4-BE49-F238E27FC236}">
                    <a16:creationId xmlns:a16="http://schemas.microsoft.com/office/drawing/2014/main" id="{5E7F404D-DB3C-DBBC-2A6E-35A674CFCFDC}"/>
                  </a:ext>
                </a:extLst>
              </p:cNvPr>
              <p:cNvSpPr/>
              <p:nvPr/>
            </p:nvSpPr>
            <p:spPr>
              <a:xfrm>
                <a:off x="204945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6" name="Google Shape;9812;p52">
                <a:extLst>
                  <a:ext uri="{FF2B5EF4-FFF2-40B4-BE49-F238E27FC236}">
                    <a16:creationId xmlns:a16="http://schemas.microsoft.com/office/drawing/2014/main" id="{1DE500D3-2D06-80CF-273F-B3736946CA9F}"/>
                  </a:ext>
                </a:extLst>
              </p:cNvPr>
              <p:cNvSpPr/>
              <p:nvPr/>
            </p:nvSpPr>
            <p:spPr>
              <a:xfrm>
                <a:off x="204890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7" name="Google Shape;9813;p52">
                <a:extLst>
                  <a:ext uri="{FF2B5EF4-FFF2-40B4-BE49-F238E27FC236}">
                    <a16:creationId xmlns:a16="http://schemas.microsoft.com/office/drawing/2014/main" id="{EDEDF5FB-DFB5-CCFE-7384-9FDF95103BD2}"/>
                  </a:ext>
                </a:extLst>
              </p:cNvPr>
              <p:cNvSpPr/>
              <p:nvPr/>
            </p:nvSpPr>
            <p:spPr>
              <a:xfrm>
                <a:off x="204945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8" name="Google Shape;9814;p52">
                <a:extLst>
                  <a:ext uri="{FF2B5EF4-FFF2-40B4-BE49-F238E27FC236}">
                    <a16:creationId xmlns:a16="http://schemas.microsoft.com/office/drawing/2014/main" id="{A0876FD7-1B2B-28A9-B187-E9C07F5B683D}"/>
                  </a:ext>
                </a:extLst>
              </p:cNvPr>
              <p:cNvSpPr/>
              <p:nvPr/>
            </p:nvSpPr>
            <p:spPr>
              <a:xfrm>
                <a:off x="1995157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9" name="Google Shape;9815;p52">
                <a:extLst>
                  <a:ext uri="{FF2B5EF4-FFF2-40B4-BE49-F238E27FC236}">
                    <a16:creationId xmlns:a16="http://schemas.microsoft.com/office/drawing/2014/main" id="{8D7CA5CB-D186-42E8-D810-E0113FB10685}"/>
                  </a:ext>
                </a:extLst>
              </p:cNvPr>
              <p:cNvSpPr/>
              <p:nvPr/>
            </p:nvSpPr>
            <p:spPr>
              <a:xfrm>
                <a:off x="199571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0" name="Google Shape;9816;p52">
                <a:extLst>
                  <a:ext uri="{FF2B5EF4-FFF2-40B4-BE49-F238E27FC236}">
                    <a16:creationId xmlns:a16="http://schemas.microsoft.com/office/drawing/2014/main" id="{7B557113-F522-ACFC-5AAD-30C3C785B638}"/>
                  </a:ext>
                </a:extLst>
              </p:cNvPr>
              <p:cNvSpPr/>
              <p:nvPr/>
            </p:nvSpPr>
            <p:spPr>
              <a:xfrm>
                <a:off x="199515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1" name="Google Shape;9817;p52">
                <a:extLst>
                  <a:ext uri="{FF2B5EF4-FFF2-40B4-BE49-F238E27FC236}">
                    <a16:creationId xmlns:a16="http://schemas.microsoft.com/office/drawing/2014/main" id="{9ED1DEFE-2955-AA67-97DC-8FD5DFD50962}"/>
                  </a:ext>
                </a:extLst>
              </p:cNvPr>
              <p:cNvSpPr/>
              <p:nvPr/>
            </p:nvSpPr>
            <p:spPr>
              <a:xfrm>
                <a:off x="199571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2" name="Google Shape;9818;p52">
                <a:extLst>
                  <a:ext uri="{FF2B5EF4-FFF2-40B4-BE49-F238E27FC236}">
                    <a16:creationId xmlns:a16="http://schemas.microsoft.com/office/drawing/2014/main" id="{071D18DF-1A19-CC87-3BB4-9CC3F1EA6CE3}"/>
                  </a:ext>
                </a:extLst>
              </p:cNvPr>
              <p:cNvSpPr/>
              <p:nvPr/>
            </p:nvSpPr>
            <p:spPr>
              <a:xfrm>
                <a:off x="199571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3" name="Google Shape;9819;p52">
                <a:extLst>
                  <a:ext uri="{FF2B5EF4-FFF2-40B4-BE49-F238E27FC236}">
                    <a16:creationId xmlns:a16="http://schemas.microsoft.com/office/drawing/2014/main" id="{C64DFB46-D2F7-C8F2-90EA-D10A07004E5D}"/>
                  </a:ext>
                </a:extLst>
              </p:cNvPr>
              <p:cNvSpPr/>
              <p:nvPr/>
            </p:nvSpPr>
            <p:spPr>
              <a:xfrm>
                <a:off x="199571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4" name="Google Shape;9820;p52">
                <a:extLst>
                  <a:ext uri="{FF2B5EF4-FFF2-40B4-BE49-F238E27FC236}">
                    <a16:creationId xmlns:a16="http://schemas.microsoft.com/office/drawing/2014/main" id="{9A8388DE-56D1-3E8C-1790-6F673563924D}"/>
                  </a:ext>
                </a:extLst>
              </p:cNvPr>
              <p:cNvSpPr/>
              <p:nvPr/>
            </p:nvSpPr>
            <p:spPr>
              <a:xfrm>
                <a:off x="199571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5" name="Google Shape;9821;p52">
                <a:extLst>
                  <a:ext uri="{FF2B5EF4-FFF2-40B4-BE49-F238E27FC236}">
                    <a16:creationId xmlns:a16="http://schemas.microsoft.com/office/drawing/2014/main" id="{7F07E408-4468-454D-C003-8510AED0876C}"/>
                  </a:ext>
                </a:extLst>
              </p:cNvPr>
              <p:cNvSpPr/>
              <p:nvPr/>
            </p:nvSpPr>
            <p:spPr>
              <a:xfrm>
                <a:off x="199571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6" name="Google Shape;9822;p52">
                <a:extLst>
                  <a:ext uri="{FF2B5EF4-FFF2-40B4-BE49-F238E27FC236}">
                    <a16:creationId xmlns:a16="http://schemas.microsoft.com/office/drawing/2014/main" id="{A3D7E970-4838-09A0-C969-6A205DC7D173}"/>
                  </a:ext>
                </a:extLst>
              </p:cNvPr>
              <p:cNvSpPr/>
              <p:nvPr/>
            </p:nvSpPr>
            <p:spPr>
              <a:xfrm>
                <a:off x="199571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7" name="Google Shape;9823;p52">
                <a:extLst>
                  <a:ext uri="{FF2B5EF4-FFF2-40B4-BE49-F238E27FC236}">
                    <a16:creationId xmlns:a16="http://schemas.microsoft.com/office/drawing/2014/main" id="{6EDCAD36-D82C-6AF5-7048-42137560B50D}"/>
                  </a:ext>
                </a:extLst>
              </p:cNvPr>
              <p:cNvSpPr/>
              <p:nvPr/>
            </p:nvSpPr>
            <p:spPr>
              <a:xfrm>
                <a:off x="1941423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8" name="Google Shape;9824;p52">
                <a:extLst>
                  <a:ext uri="{FF2B5EF4-FFF2-40B4-BE49-F238E27FC236}">
                    <a16:creationId xmlns:a16="http://schemas.microsoft.com/office/drawing/2014/main" id="{7F00F49B-6175-9FE1-2B89-6C59B386C797}"/>
                  </a:ext>
                </a:extLst>
              </p:cNvPr>
              <p:cNvSpPr/>
              <p:nvPr/>
            </p:nvSpPr>
            <p:spPr>
              <a:xfrm>
                <a:off x="1941953" y="3196321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9" name="Google Shape;9825;p52">
                <a:extLst>
                  <a:ext uri="{FF2B5EF4-FFF2-40B4-BE49-F238E27FC236}">
                    <a16:creationId xmlns:a16="http://schemas.microsoft.com/office/drawing/2014/main" id="{6C6E9B2D-B795-ECE4-678C-541447183777}"/>
                  </a:ext>
                </a:extLst>
              </p:cNvPr>
              <p:cNvSpPr/>
              <p:nvPr/>
            </p:nvSpPr>
            <p:spPr>
              <a:xfrm>
                <a:off x="1941423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0" name="Google Shape;9826;p52">
                <a:extLst>
                  <a:ext uri="{FF2B5EF4-FFF2-40B4-BE49-F238E27FC236}">
                    <a16:creationId xmlns:a16="http://schemas.microsoft.com/office/drawing/2014/main" id="{707DDBBC-C28C-8474-A452-2424057E94EE}"/>
                  </a:ext>
                </a:extLst>
              </p:cNvPr>
              <p:cNvSpPr/>
              <p:nvPr/>
            </p:nvSpPr>
            <p:spPr>
              <a:xfrm>
                <a:off x="194195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1" name="Google Shape;9827;p52">
                <a:extLst>
                  <a:ext uri="{FF2B5EF4-FFF2-40B4-BE49-F238E27FC236}">
                    <a16:creationId xmlns:a16="http://schemas.microsoft.com/office/drawing/2014/main" id="{AE5F1CA4-1B70-B952-E148-C22633F69356}"/>
                  </a:ext>
                </a:extLst>
              </p:cNvPr>
              <p:cNvSpPr/>
              <p:nvPr/>
            </p:nvSpPr>
            <p:spPr>
              <a:xfrm>
                <a:off x="1941953" y="292773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2" name="Google Shape;9828;p52">
                <a:extLst>
                  <a:ext uri="{FF2B5EF4-FFF2-40B4-BE49-F238E27FC236}">
                    <a16:creationId xmlns:a16="http://schemas.microsoft.com/office/drawing/2014/main" id="{7673A3FC-1827-F3E8-AF61-12676FE4066B}"/>
                  </a:ext>
                </a:extLst>
              </p:cNvPr>
              <p:cNvSpPr/>
              <p:nvPr/>
            </p:nvSpPr>
            <p:spPr>
              <a:xfrm>
                <a:off x="194195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3" name="Google Shape;9829;p52">
                <a:extLst>
                  <a:ext uri="{FF2B5EF4-FFF2-40B4-BE49-F238E27FC236}">
                    <a16:creationId xmlns:a16="http://schemas.microsoft.com/office/drawing/2014/main" id="{423D919C-FFC7-2EA8-BF16-753D0F91942A}"/>
                  </a:ext>
                </a:extLst>
              </p:cNvPr>
              <p:cNvSpPr/>
              <p:nvPr/>
            </p:nvSpPr>
            <p:spPr>
              <a:xfrm>
                <a:off x="1941953" y="2659124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4" name="Google Shape;9830;p52">
                <a:extLst>
                  <a:ext uri="{FF2B5EF4-FFF2-40B4-BE49-F238E27FC236}">
                    <a16:creationId xmlns:a16="http://schemas.microsoft.com/office/drawing/2014/main" id="{74B09CFE-B331-6D5A-D36F-6A71CEA85A54}"/>
                  </a:ext>
                </a:extLst>
              </p:cNvPr>
              <p:cNvSpPr/>
              <p:nvPr/>
            </p:nvSpPr>
            <p:spPr>
              <a:xfrm>
                <a:off x="1888281" y="314264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5" name="Google Shape;9831;p52">
                <a:extLst>
                  <a:ext uri="{FF2B5EF4-FFF2-40B4-BE49-F238E27FC236}">
                    <a16:creationId xmlns:a16="http://schemas.microsoft.com/office/drawing/2014/main" id="{BAC8F804-05D8-B78F-1944-51E38F6BE5DE}"/>
                  </a:ext>
                </a:extLst>
              </p:cNvPr>
              <p:cNvSpPr/>
              <p:nvPr/>
            </p:nvSpPr>
            <p:spPr>
              <a:xfrm>
                <a:off x="1887752" y="3088355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6" name="Google Shape;9832;p52">
                <a:extLst>
                  <a:ext uri="{FF2B5EF4-FFF2-40B4-BE49-F238E27FC236}">
                    <a16:creationId xmlns:a16="http://schemas.microsoft.com/office/drawing/2014/main" id="{1FF26641-A54E-29D5-61E2-79F290BE3924}"/>
                  </a:ext>
                </a:extLst>
              </p:cNvPr>
              <p:cNvSpPr/>
              <p:nvPr/>
            </p:nvSpPr>
            <p:spPr>
              <a:xfrm>
                <a:off x="1888281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7" name="Google Shape;9833;p52">
                <a:extLst>
                  <a:ext uri="{FF2B5EF4-FFF2-40B4-BE49-F238E27FC236}">
                    <a16:creationId xmlns:a16="http://schemas.microsoft.com/office/drawing/2014/main" id="{8FE8FC2B-DC97-F2C6-D037-73EE82CF4A98}"/>
                  </a:ext>
                </a:extLst>
              </p:cNvPr>
              <p:cNvSpPr/>
              <p:nvPr/>
            </p:nvSpPr>
            <p:spPr>
              <a:xfrm>
                <a:off x="1888281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8" name="Google Shape;9834;p52">
                <a:extLst>
                  <a:ext uri="{FF2B5EF4-FFF2-40B4-BE49-F238E27FC236}">
                    <a16:creationId xmlns:a16="http://schemas.microsoft.com/office/drawing/2014/main" id="{51ACAE22-D24D-095A-3FAB-0C73E28A31FD}"/>
                  </a:ext>
                </a:extLst>
              </p:cNvPr>
              <p:cNvSpPr/>
              <p:nvPr/>
            </p:nvSpPr>
            <p:spPr>
              <a:xfrm>
                <a:off x="1888281" y="2712857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9" name="Google Shape;9835;p52">
                <a:extLst>
                  <a:ext uri="{FF2B5EF4-FFF2-40B4-BE49-F238E27FC236}">
                    <a16:creationId xmlns:a16="http://schemas.microsoft.com/office/drawing/2014/main" id="{517CE6F4-82D4-0833-6B6C-C0AA6EDDC145}"/>
                  </a:ext>
                </a:extLst>
              </p:cNvPr>
              <p:cNvSpPr/>
              <p:nvPr/>
            </p:nvSpPr>
            <p:spPr>
              <a:xfrm>
                <a:off x="183398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0" name="Google Shape;9836;p52">
                <a:extLst>
                  <a:ext uri="{FF2B5EF4-FFF2-40B4-BE49-F238E27FC236}">
                    <a16:creationId xmlns:a16="http://schemas.microsoft.com/office/drawing/2014/main" id="{DD7E48D7-D5CD-5547-AEAC-BB7263E9B1BC}"/>
                  </a:ext>
                </a:extLst>
              </p:cNvPr>
              <p:cNvSpPr/>
              <p:nvPr/>
            </p:nvSpPr>
            <p:spPr>
              <a:xfrm>
                <a:off x="183454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1" name="Google Shape;9837;p52">
                <a:extLst>
                  <a:ext uri="{FF2B5EF4-FFF2-40B4-BE49-F238E27FC236}">
                    <a16:creationId xmlns:a16="http://schemas.microsoft.com/office/drawing/2014/main" id="{EF9893B3-805A-7083-58EB-929698F9FB8E}"/>
                  </a:ext>
                </a:extLst>
              </p:cNvPr>
              <p:cNvSpPr/>
              <p:nvPr/>
            </p:nvSpPr>
            <p:spPr>
              <a:xfrm>
                <a:off x="1833987" y="3034684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2" name="Google Shape;9838;p52">
                <a:extLst>
                  <a:ext uri="{FF2B5EF4-FFF2-40B4-BE49-F238E27FC236}">
                    <a16:creationId xmlns:a16="http://schemas.microsoft.com/office/drawing/2014/main" id="{DAE98B4B-F887-48AB-1077-B85B65AD373F}"/>
                  </a:ext>
                </a:extLst>
              </p:cNvPr>
              <p:cNvSpPr/>
              <p:nvPr/>
            </p:nvSpPr>
            <p:spPr>
              <a:xfrm>
                <a:off x="1834548" y="3035213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3" name="Google Shape;9839;p52">
                <a:extLst>
                  <a:ext uri="{FF2B5EF4-FFF2-40B4-BE49-F238E27FC236}">
                    <a16:creationId xmlns:a16="http://schemas.microsoft.com/office/drawing/2014/main" id="{47F81D67-431D-2518-35B7-526064414657}"/>
                  </a:ext>
                </a:extLst>
              </p:cNvPr>
              <p:cNvSpPr/>
              <p:nvPr/>
            </p:nvSpPr>
            <p:spPr>
              <a:xfrm>
                <a:off x="1833987" y="2980919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4" name="Google Shape;9840;p52">
                <a:extLst>
                  <a:ext uri="{FF2B5EF4-FFF2-40B4-BE49-F238E27FC236}">
                    <a16:creationId xmlns:a16="http://schemas.microsoft.com/office/drawing/2014/main" id="{A6186C3B-686B-3FA2-BD98-8840B41C082E}"/>
                  </a:ext>
                </a:extLst>
              </p:cNvPr>
              <p:cNvSpPr/>
              <p:nvPr/>
            </p:nvSpPr>
            <p:spPr>
              <a:xfrm>
                <a:off x="183454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5" name="Google Shape;9841;p52">
                <a:extLst>
                  <a:ext uri="{FF2B5EF4-FFF2-40B4-BE49-F238E27FC236}">
                    <a16:creationId xmlns:a16="http://schemas.microsoft.com/office/drawing/2014/main" id="{6A4DA74E-97A3-3380-0ACA-7BB6B7AC2CA6}"/>
                  </a:ext>
                </a:extLst>
              </p:cNvPr>
              <p:cNvSpPr/>
              <p:nvPr/>
            </p:nvSpPr>
            <p:spPr>
              <a:xfrm>
                <a:off x="1833987" y="292718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6" name="Google Shape;9842;p52">
                <a:extLst>
                  <a:ext uri="{FF2B5EF4-FFF2-40B4-BE49-F238E27FC236}">
                    <a16:creationId xmlns:a16="http://schemas.microsoft.com/office/drawing/2014/main" id="{E469191A-05D3-21E8-122B-37087E65F5D4}"/>
                  </a:ext>
                </a:extLst>
              </p:cNvPr>
              <p:cNvSpPr/>
              <p:nvPr/>
            </p:nvSpPr>
            <p:spPr>
              <a:xfrm>
                <a:off x="183454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7" name="Google Shape;9843;p52">
                <a:extLst>
                  <a:ext uri="{FF2B5EF4-FFF2-40B4-BE49-F238E27FC236}">
                    <a16:creationId xmlns:a16="http://schemas.microsoft.com/office/drawing/2014/main" id="{8B6C92E3-B11C-5635-E740-4C14C062EF12}"/>
                  </a:ext>
                </a:extLst>
              </p:cNvPr>
              <p:cNvSpPr/>
              <p:nvPr/>
            </p:nvSpPr>
            <p:spPr>
              <a:xfrm>
                <a:off x="1833987" y="2873498"/>
                <a:ext cx="54840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8" name="Google Shape;9844;p52">
                <a:extLst>
                  <a:ext uri="{FF2B5EF4-FFF2-40B4-BE49-F238E27FC236}">
                    <a16:creationId xmlns:a16="http://schemas.microsoft.com/office/drawing/2014/main" id="{2DA79F62-A1E2-F0CB-5599-2B4B05146FDA}"/>
                  </a:ext>
                </a:extLst>
              </p:cNvPr>
              <p:cNvSpPr/>
              <p:nvPr/>
            </p:nvSpPr>
            <p:spPr>
              <a:xfrm>
                <a:off x="183454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9" name="Google Shape;9845;p52">
                <a:extLst>
                  <a:ext uri="{FF2B5EF4-FFF2-40B4-BE49-F238E27FC236}">
                    <a16:creationId xmlns:a16="http://schemas.microsoft.com/office/drawing/2014/main" id="{56D00DAA-10C8-50A4-5F2A-BE6953D747C8}"/>
                  </a:ext>
                </a:extLst>
              </p:cNvPr>
              <p:cNvSpPr/>
              <p:nvPr/>
            </p:nvSpPr>
            <p:spPr>
              <a:xfrm>
                <a:off x="1833987" y="281976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0" name="Google Shape;9846;p52">
                <a:extLst>
                  <a:ext uri="{FF2B5EF4-FFF2-40B4-BE49-F238E27FC236}">
                    <a16:creationId xmlns:a16="http://schemas.microsoft.com/office/drawing/2014/main" id="{C5C89363-CF57-1907-9BEF-2386D29E9A69}"/>
                  </a:ext>
                </a:extLst>
              </p:cNvPr>
              <p:cNvSpPr/>
              <p:nvPr/>
            </p:nvSpPr>
            <p:spPr>
              <a:xfrm>
                <a:off x="1834548" y="282029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1" name="Google Shape;9847;p52">
                <a:extLst>
                  <a:ext uri="{FF2B5EF4-FFF2-40B4-BE49-F238E27FC236}">
                    <a16:creationId xmlns:a16="http://schemas.microsoft.com/office/drawing/2014/main" id="{0852FB14-44AF-4060-0A29-A1102DAC5529}"/>
                  </a:ext>
                </a:extLst>
              </p:cNvPr>
              <p:cNvSpPr/>
              <p:nvPr/>
            </p:nvSpPr>
            <p:spPr>
              <a:xfrm>
                <a:off x="1833987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2" name="Google Shape;9848;p52">
                <a:extLst>
                  <a:ext uri="{FF2B5EF4-FFF2-40B4-BE49-F238E27FC236}">
                    <a16:creationId xmlns:a16="http://schemas.microsoft.com/office/drawing/2014/main" id="{98B442D1-6094-AAE5-0621-DFE733E6D579}"/>
                  </a:ext>
                </a:extLst>
              </p:cNvPr>
              <p:cNvSpPr/>
              <p:nvPr/>
            </p:nvSpPr>
            <p:spPr>
              <a:xfrm>
                <a:off x="183454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Retro Video Games Newsletter Purple Variant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B8FF66"/>
      </a:accent1>
      <a:accent2>
        <a:srgbClr val="67C91B"/>
      </a:accent2>
      <a:accent3>
        <a:srgbClr val="ACF132"/>
      </a:accent3>
      <a:accent4>
        <a:srgbClr val="C6FF99"/>
      </a:accent4>
      <a:accent5>
        <a:srgbClr val="00BF20"/>
      </a:accent5>
      <a:accent6>
        <a:srgbClr val="871C68"/>
      </a:accent6>
      <a:hlink>
        <a:srgbClr val="B8FF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86</Words>
  <Application>Microsoft Office PowerPoint</Application>
  <PresentationFormat>Apresentação na tela (16:9)</PresentationFormat>
  <Paragraphs>27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Advent Pro Medium</vt:lpstr>
      <vt:lpstr>Lato Black</vt:lpstr>
      <vt:lpstr>Arial</vt:lpstr>
      <vt:lpstr>Lato</vt:lpstr>
      <vt:lpstr>Advent Pro</vt:lpstr>
      <vt:lpstr>Orbitron ExtraBold</vt:lpstr>
      <vt:lpstr>Retro Video Games Newsletter Purple Variant by Slidesgo</vt:lpstr>
      <vt:lpstr>PAINEL DE ADMINISTRAÇÃO</vt:lpstr>
      <vt:lpstr>CONTEÚDO</vt:lpstr>
      <vt:lpstr>01</vt:lpstr>
      <vt:lpstr>Apresentação do PowerPoint</vt:lpstr>
      <vt:lpstr>02</vt:lpstr>
      <vt:lpstr>Apresentação do PowerPoint</vt:lpstr>
      <vt:lpstr>Apresentação do PowerPoint</vt:lpstr>
      <vt:lpstr>03</vt:lpstr>
      <vt:lpstr>Apresentação do PowerPoint</vt:lpstr>
      <vt:lpstr>04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Juliano Aleixo</dc:creator>
  <cp:lastModifiedBy>Juliano Aleixo</cp:lastModifiedBy>
  <cp:revision>7</cp:revision>
  <dcterms:modified xsi:type="dcterms:W3CDTF">2026-05-26T23:49:22Z</dcterms:modified>
</cp:coreProperties>
</file>