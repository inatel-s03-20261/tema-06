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3"/>
  </p:notesMasterIdLst>
  <p:sldIdLst>
    <p:sldId id="256" r:id="rId2"/>
    <p:sldId id="258" r:id="rId3"/>
    <p:sldId id="267" r:id="rId4"/>
    <p:sldId id="268" r:id="rId5"/>
    <p:sldId id="259" r:id="rId6"/>
    <p:sldId id="260" r:id="rId7"/>
    <p:sldId id="262" r:id="rId8"/>
    <p:sldId id="280" r:id="rId9"/>
    <p:sldId id="281" r:id="rId10"/>
    <p:sldId id="282" r:id="rId11"/>
    <p:sldId id="278" r:id="rId12"/>
  </p:sldIdLst>
  <p:sldSz cx="9144000" cy="5143500" type="screen16x9"/>
  <p:notesSz cx="6858000" cy="9144000"/>
  <p:embeddedFontLst>
    <p:embeddedFont>
      <p:font typeface="Advent Pro" panose="020B0604020202020204" charset="0"/>
      <p:regular r:id="rId14"/>
      <p:bold r:id="rId15"/>
      <p:italic r:id="rId16"/>
      <p:boldItalic r:id="rId17"/>
    </p:embeddedFont>
    <p:embeddedFont>
      <p:font typeface="Advent Pro Medium" panose="020B0604020202020204" charset="0"/>
      <p:regular r:id="rId18"/>
      <p:bold r:id="rId19"/>
      <p:italic r:id="rId20"/>
      <p:boldItalic r:id="rId21"/>
    </p:embeddedFon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Lato Black" panose="020F0502020204030203" pitchFamily="34" charset="0"/>
      <p:bold r:id="rId26"/>
      <p:boldItalic r:id="rId27"/>
    </p:embeddedFont>
    <p:embeddedFont>
      <p:font typeface="Orbitron ExtraBold" panose="020B0604020202020204" charset="0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42C7648-B5A4-4FC1-931E-797F0ADB556B}">
  <a:tblStyle styleId="{842C7648-B5A4-4FC1-931E-797F0ADB55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194" y="3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0" name="Google Shape;54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1" name="Google Shape;54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7" name="Google Shape;5597;g6e7e45355d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8" name="Google Shape;5598;g6e7e45355d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" name="Google Shape;6021;g6edfa80311_0_1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2" name="Google Shape;6022;g6edfa80311_0_15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5" name="Google Shape;6115;g6edfa80311_0_19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6" name="Google Shape;6116;g6edfa80311_0_19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2" name="Google Shape;5622;g6e7e45355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3" name="Google Shape;5623;g6e7e45355d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5" name="Google Shape;5715;g6e7e45355d_0_27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6" name="Google Shape;5716;g6e7e45355d_0_27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2" name="Google Shape;5792;g6edfa80311_0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3" name="Google Shape;5793;g6edfa80311_0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4">
          <a:extLst>
            <a:ext uri="{FF2B5EF4-FFF2-40B4-BE49-F238E27FC236}">
              <a16:creationId xmlns:a16="http://schemas.microsoft.com/office/drawing/2014/main" id="{D177DFC5-F59F-FEAC-9136-D485546AC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5" name="Google Shape;5715;g6e7e45355d_0_2764:notes">
            <a:extLst>
              <a:ext uri="{FF2B5EF4-FFF2-40B4-BE49-F238E27FC236}">
                <a16:creationId xmlns:a16="http://schemas.microsoft.com/office/drawing/2014/main" id="{4462A122-D3C0-51D8-08E8-2416C1213B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6" name="Google Shape;5716;g6e7e45355d_0_2764:notes">
            <a:extLst>
              <a:ext uri="{FF2B5EF4-FFF2-40B4-BE49-F238E27FC236}">
                <a16:creationId xmlns:a16="http://schemas.microsoft.com/office/drawing/2014/main" id="{8E1F3D5C-72B1-E2EE-7158-F33FB396CA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6562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0">
          <a:extLst>
            <a:ext uri="{FF2B5EF4-FFF2-40B4-BE49-F238E27FC236}">
              <a16:creationId xmlns:a16="http://schemas.microsoft.com/office/drawing/2014/main" id="{760A5D76-FABD-C5D9-3D5A-12892A390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" name="Google Shape;6021;g6edfa80311_0_1568:notes">
            <a:extLst>
              <a:ext uri="{FF2B5EF4-FFF2-40B4-BE49-F238E27FC236}">
                <a16:creationId xmlns:a16="http://schemas.microsoft.com/office/drawing/2014/main" id="{FBEA5E0C-9555-20DD-C1C1-AA8B4332A4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2" name="Google Shape;6022;g6edfa80311_0_1568:notes">
            <a:extLst>
              <a:ext uri="{FF2B5EF4-FFF2-40B4-BE49-F238E27FC236}">
                <a16:creationId xmlns:a16="http://schemas.microsoft.com/office/drawing/2014/main" id="{DD35550B-B0C7-8A3F-4653-FFF57350D3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543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4">
          <a:extLst>
            <a:ext uri="{FF2B5EF4-FFF2-40B4-BE49-F238E27FC236}">
              <a16:creationId xmlns:a16="http://schemas.microsoft.com/office/drawing/2014/main" id="{787FC665-60D6-A4C5-F916-9A8A054C1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5" name="Google Shape;5715;g6e7e45355d_0_2764:notes">
            <a:extLst>
              <a:ext uri="{FF2B5EF4-FFF2-40B4-BE49-F238E27FC236}">
                <a16:creationId xmlns:a16="http://schemas.microsoft.com/office/drawing/2014/main" id="{7A7C2DBA-909D-FBC6-8E7C-6491FFBD8F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6" name="Google Shape;5716;g6e7e45355d_0_2764:notes">
            <a:extLst>
              <a:ext uri="{FF2B5EF4-FFF2-40B4-BE49-F238E27FC236}">
                <a16:creationId xmlns:a16="http://schemas.microsoft.com/office/drawing/2014/main" id="{DBDACA8B-5BF0-0314-23FF-882F2F0A2A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69778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8" name="Google Shape;7138;g6edfa80311_0_37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9" name="Google Shape;7139;g6edfa80311_0_37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19350" y="243900"/>
            <a:ext cx="8505300" cy="46557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589700" y="2044500"/>
            <a:ext cx="5964600" cy="182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753050" y="375737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6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13;p3"/>
          <p:cNvGrpSpPr/>
          <p:nvPr/>
        </p:nvGrpSpPr>
        <p:grpSpPr>
          <a:xfrm>
            <a:off x="-259862" y="786553"/>
            <a:ext cx="1443946" cy="721968"/>
            <a:chOff x="311697" y="-12"/>
            <a:chExt cx="4437449" cy="2218709"/>
          </a:xfrm>
        </p:grpSpPr>
        <p:sp>
          <p:nvSpPr>
            <p:cNvPr id="14" name="Google Shape;14;p3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3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3"/>
          <p:cNvGrpSpPr/>
          <p:nvPr/>
        </p:nvGrpSpPr>
        <p:grpSpPr>
          <a:xfrm>
            <a:off x="7969738" y="1388253"/>
            <a:ext cx="1443946" cy="721968"/>
            <a:chOff x="311697" y="-12"/>
            <a:chExt cx="4437449" cy="2218709"/>
          </a:xfrm>
        </p:grpSpPr>
        <p:sp>
          <p:nvSpPr>
            <p:cNvPr id="344" name="Google Shape;344;p3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3"/>
          <p:cNvGrpSpPr/>
          <p:nvPr/>
        </p:nvGrpSpPr>
        <p:grpSpPr>
          <a:xfrm>
            <a:off x="-98650" y="3310126"/>
            <a:ext cx="9242700" cy="2002824"/>
            <a:chOff x="-98650" y="3310126"/>
            <a:chExt cx="9242700" cy="2002824"/>
          </a:xfrm>
        </p:grpSpPr>
        <p:grpSp>
          <p:nvGrpSpPr>
            <p:cNvPr id="674" name="Google Shape;674;p3"/>
            <p:cNvGrpSpPr/>
            <p:nvPr/>
          </p:nvGrpSpPr>
          <p:grpSpPr>
            <a:xfrm>
              <a:off x="2788951" y="3310126"/>
              <a:ext cx="831787" cy="721972"/>
              <a:chOff x="2788951" y="3310126"/>
              <a:chExt cx="831787" cy="721972"/>
            </a:xfrm>
          </p:grpSpPr>
          <p:sp>
            <p:nvSpPr>
              <p:cNvPr id="675" name="Google Shape;675;p3"/>
              <p:cNvSpPr/>
              <p:nvPr/>
            </p:nvSpPr>
            <p:spPr>
              <a:xfrm>
                <a:off x="3412729" y="3947714"/>
                <a:ext cx="110973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3176" y="2415"/>
                    </a:lnTo>
                    <a:lnTo>
                      <a:pt x="3176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"/>
              <p:cNvSpPr/>
              <p:nvPr/>
            </p:nvSpPr>
            <p:spPr>
              <a:xfrm>
                <a:off x="3315694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2779" y="2415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"/>
              <p:cNvSpPr/>
              <p:nvPr/>
            </p:nvSpPr>
            <p:spPr>
              <a:xfrm>
                <a:off x="3204826" y="3947714"/>
                <a:ext cx="110903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416" extrusionOk="0">
                    <a:moveTo>
                      <a:pt x="0" y="1"/>
                    </a:moveTo>
                    <a:lnTo>
                      <a:pt x="0" y="2415"/>
                    </a:lnTo>
                    <a:lnTo>
                      <a:pt x="3175" y="2415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"/>
              <p:cNvSpPr/>
              <p:nvPr/>
            </p:nvSpPr>
            <p:spPr>
              <a:xfrm>
                <a:off x="3107791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0" y="1"/>
                    </a:moveTo>
                    <a:lnTo>
                      <a:pt x="0" y="2415"/>
                    </a:lnTo>
                    <a:lnTo>
                      <a:pt x="2778" y="2415"/>
                    </a:lnTo>
                    <a:lnTo>
                      <a:pt x="2778" y="1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"/>
              <p:cNvSpPr/>
              <p:nvPr/>
            </p:nvSpPr>
            <p:spPr>
              <a:xfrm>
                <a:off x="2996888" y="3947714"/>
                <a:ext cx="110938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3175" y="2415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"/>
              <p:cNvSpPr/>
              <p:nvPr/>
            </p:nvSpPr>
            <p:spPr>
              <a:xfrm>
                <a:off x="2899853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2779" y="2415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"/>
              <p:cNvSpPr/>
              <p:nvPr/>
            </p:nvSpPr>
            <p:spPr>
              <a:xfrm>
                <a:off x="3412729" y="3836850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"/>
              <p:cNvSpPr/>
              <p:nvPr/>
            </p:nvSpPr>
            <p:spPr>
              <a:xfrm>
                <a:off x="3315694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"/>
              <p:cNvSpPr/>
              <p:nvPr/>
            </p:nvSpPr>
            <p:spPr>
              <a:xfrm>
                <a:off x="3204826" y="3836850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"/>
              <p:cNvSpPr/>
              <p:nvPr/>
            </p:nvSpPr>
            <p:spPr>
              <a:xfrm>
                <a:off x="3107791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"/>
              <p:cNvSpPr/>
              <p:nvPr/>
            </p:nvSpPr>
            <p:spPr>
              <a:xfrm>
                <a:off x="2996888" y="3836850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"/>
              <p:cNvSpPr/>
              <p:nvPr/>
            </p:nvSpPr>
            <p:spPr>
              <a:xfrm>
                <a:off x="2899853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"/>
              <p:cNvSpPr/>
              <p:nvPr/>
            </p:nvSpPr>
            <p:spPr>
              <a:xfrm>
                <a:off x="3412729" y="3739819"/>
                <a:ext cx="11097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"/>
              <p:cNvSpPr/>
              <p:nvPr/>
            </p:nvSpPr>
            <p:spPr>
              <a:xfrm>
                <a:off x="3315694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"/>
              <p:cNvSpPr/>
              <p:nvPr/>
            </p:nvSpPr>
            <p:spPr>
              <a:xfrm>
                <a:off x="3204826" y="3739819"/>
                <a:ext cx="11090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"/>
              <p:cNvSpPr/>
              <p:nvPr/>
            </p:nvSpPr>
            <p:spPr>
              <a:xfrm>
                <a:off x="3107791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"/>
              <p:cNvSpPr/>
              <p:nvPr/>
            </p:nvSpPr>
            <p:spPr>
              <a:xfrm>
                <a:off x="2996888" y="3739819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"/>
              <p:cNvSpPr/>
              <p:nvPr/>
            </p:nvSpPr>
            <p:spPr>
              <a:xfrm>
                <a:off x="2899853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3"/>
              <p:cNvSpPr/>
              <p:nvPr/>
            </p:nvSpPr>
            <p:spPr>
              <a:xfrm>
                <a:off x="3412729" y="3628885"/>
                <a:ext cx="110973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3176" y="3176"/>
                    </a:lnTo>
                    <a:lnTo>
                      <a:pt x="3176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"/>
              <p:cNvSpPr/>
              <p:nvPr/>
            </p:nvSpPr>
            <p:spPr>
              <a:xfrm>
                <a:off x="3315694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2779" y="3176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"/>
              <p:cNvSpPr/>
              <p:nvPr/>
            </p:nvSpPr>
            <p:spPr>
              <a:xfrm>
                <a:off x="3204826" y="3628885"/>
                <a:ext cx="110903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7" extrusionOk="0">
                    <a:moveTo>
                      <a:pt x="0" y="1"/>
                    </a:moveTo>
                    <a:lnTo>
                      <a:pt x="0" y="3176"/>
                    </a:lnTo>
                    <a:lnTo>
                      <a:pt x="3175" y="3176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"/>
              <p:cNvSpPr/>
              <p:nvPr/>
            </p:nvSpPr>
            <p:spPr>
              <a:xfrm>
                <a:off x="3107791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0" y="1"/>
                    </a:moveTo>
                    <a:lnTo>
                      <a:pt x="0" y="3176"/>
                    </a:lnTo>
                    <a:lnTo>
                      <a:pt x="2778" y="3176"/>
                    </a:lnTo>
                    <a:lnTo>
                      <a:pt x="2778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"/>
              <p:cNvSpPr/>
              <p:nvPr/>
            </p:nvSpPr>
            <p:spPr>
              <a:xfrm>
                <a:off x="2996888" y="3628885"/>
                <a:ext cx="110938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3175" y="3176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"/>
              <p:cNvSpPr/>
              <p:nvPr/>
            </p:nvSpPr>
            <p:spPr>
              <a:xfrm>
                <a:off x="2899853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2779" y="3176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"/>
              <p:cNvSpPr/>
              <p:nvPr/>
            </p:nvSpPr>
            <p:spPr>
              <a:xfrm>
                <a:off x="3523667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3"/>
              <p:cNvSpPr/>
              <p:nvPr/>
            </p:nvSpPr>
            <p:spPr>
              <a:xfrm>
                <a:off x="3412729" y="3518022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"/>
              <p:cNvSpPr/>
              <p:nvPr/>
            </p:nvSpPr>
            <p:spPr>
              <a:xfrm>
                <a:off x="3315694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3"/>
              <p:cNvSpPr/>
              <p:nvPr/>
            </p:nvSpPr>
            <p:spPr>
              <a:xfrm>
                <a:off x="3204826" y="3518022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3"/>
              <p:cNvSpPr/>
              <p:nvPr/>
            </p:nvSpPr>
            <p:spPr>
              <a:xfrm>
                <a:off x="3107791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"/>
              <p:cNvSpPr/>
              <p:nvPr/>
            </p:nvSpPr>
            <p:spPr>
              <a:xfrm>
                <a:off x="2996888" y="3518022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"/>
              <p:cNvSpPr/>
              <p:nvPr/>
            </p:nvSpPr>
            <p:spPr>
              <a:xfrm>
                <a:off x="2899853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"/>
              <p:cNvSpPr/>
              <p:nvPr/>
            </p:nvSpPr>
            <p:spPr>
              <a:xfrm>
                <a:off x="2788951" y="3518022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"/>
              <p:cNvSpPr/>
              <p:nvPr/>
            </p:nvSpPr>
            <p:spPr>
              <a:xfrm>
                <a:off x="3523667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3"/>
              <p:cNvSpPr/>
              <p:nvPr/>
            </p:nvSpPr>
            <p:spPr>
              <a:xfrm>
                <a:off x="3412729" y="3420990"/>
                <a:ext cx="11097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3"/>
              <p:cNvSpPr/>
              <p:nvPr/>
            </p:nvSpPr>
            <p:spPr>
              <a:xfrm>
                <a:off x="3315694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"/>
              <p:cNvSpPr/>
              <p:nvPr/>
            </p:nvSpPr>
            <p:spPr>
              <a:xfrm>
                <a:off x="3204826" y="3420990"/>
                <a:ext cx="11090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"/>
              <p:cNvSpPr/>
              <p:nvPr/>
            </p:nvSpPr>
            <p:spPr>
              <a:xfrm>
                <a:off x="3107791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"/>
              <p:cNvSpPr/>
              <p:nvPr/>
            </p:nvSpPr>
            <p:spPr>
              <a:xfrm>
                <a:off x="2996888" y="3420990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3"/>
              <p:cNvSpPr/>
              <p:nvPr/>
            </p:nvSpPr>
            <p:spPr>
              <a:xfrm>
                <a:off x="2899853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3"/>
              <p:cNvSpPr/>
              <p:nvPr/>
            </p:nvSpPr>
            <p:spPr>
              <a:xfrm>
                <a:off x="2788951" y="3420990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3"/>
              <p:cNvSpPr/>
              <p:nvPr/>
            </p:nvSpPr>
            <p:spPr>
              <a:xfrm>
                <a:off x="3523667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2778" y="3174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"/>
              <p:cNvSpPr/>
              <p:nvPr/>
            </p:nvSpPr>
            <p:spPr>
              <a:xfrm>
                <a:off x="3412729" y="3310126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3176" y="3174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"/>
              <p:cNvSpPr/>
              <p:nvPr/>
            </p:nvSpPr>
            <p:spPr>
              <a:xfrm>
                <a:off x="3315694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2779" y="3174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"/>
              <p:cNvSpPr/>
              <p:nvPr/>
            </p:nvSpPr>
            <p:spPr>
              <a:xfrm>
                <a:off x="3204826" y="3310126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3175" y="3174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"/>
              <p:cNvSpPr/>
              <p:nvPr/>
            </p:nvSpPr>
            <p:spPr>
              <a:xfrm>
                <a:off x="3107791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2778" y="3174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"/>
              <p:cNvSpPr/>
              <p:nvPr/>
            </p:nvSpPr>
            <p:spPr>
              <a:xfrm>
                <a:off x="2996888" y="3310126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3175" y="3174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"/>
              <p:cNvSpPr/>
              <p:nvPr/>
            </p:nvSpPr>
            <p:spPr>
              <a:xfrm>
                <a:off x="2899853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2779" y="3174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"/>
              <p:cNvSpPr/>
              <p:nvPr/>
            </p:nvSpPr>
            <p:spPr>
              <a:xfrm>
                <a:off x="2788951" y="3310126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3176" y="3174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3" name="Google Shape;723;p3"/>
            <p:cNvGrpSpPr/>
            <p:nvPr/>
          </p:nvGrpSpPr>
          <p:grpSpPr>
            <a:xfrm>
              <a:off x="-98650" y="4010850"/>
              <a:ext cx="9242700" cy="1302100"/>
              <a:chOff x="-98650" y="4010850"/>
              <a:chExt cx="9242700" cy="1302100"/>
            </a:xfrm>
          </p:grpSpPr>
          <p:sp>
            <p:nvSpPr>
              <p:cNvPr id="724" name="Google Shape;724;p3"/>
              <p:cNvSpPr/>
              <p:nvPr/>
            </p:nvSpPr>
            <p:spPr>
              <a:xfrm>
                <a:off x="-98650" y="4010850"/>
                <a:ext cx="92427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"/>
              <p:cNvSpPr/>
              <p:nvPr/>
            </p:nvSpPr>
            <p:spPr>
              <a:xfrm>
                <a:off x="-98650" y="4584050"/>
                <a:ext cx="92427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"/>
              <p:cNvSpPr/>
              <p:nvPr/>
            </p:nvSpPr>
            <p:spPr>
              <a:xfrm>
                <a:off x="-98650" y="4745950"/>
                <a:ext cx="9242700" cy="5670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27" name="Google Shape;727;p3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8" name="Google Shape;728;p3"/>
          <p:cNvSpPr txBox="1">
            <a:spLocks noGrp="1"/>
          </p:cNvSpPr>
          <p:nvPr>
            <p:ph type="title" idx="2" hasCustomPrompt="1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729" name="Google Shape;729;p3"/>
          <p:cNvSpPr txBox="1">
            <a:spLocks noGrp="1"/>
          </p:cNvSpPr>
          <p:nvPr>
            <p:ph type="subTitle" idx="1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"/>
          <p:cNvSpPr txBox="1">
            <a:spLocks noGrp="1"/>
          </p:cNvSpPr>
          <p:nvPr>
            <p:ph type="subTitle" idx="1"/>
          </p:nvPr>
        </p:nvSpPr>
        <p:spPr>
          <a:xfrm>
            <a:off x="1524000" y="3286279"/>
            <a:ext cx="2743200" cy="274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5" name="Google Shape;735;p5"/>
          <p:cNvSpPr txBox="1">
            <a:spLocks noGrp="1"/>
          </p:cNvSpPr>
          <p:nvPr>
            <p:ph type="subTitle" idx="2"/>
          </p:nvPr>
        </p:nvSpPr>
        <p:spPr>
          <a:xfrm>
            <a:off x="1524000" y="3642360"/>
            <a:ext cx="2743200" cy="83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36" name="Google Shape;736;p5"/>
          <p:cNvSpPr txBox="1">
            <a:spLocks noGrp="1"/>
          </p:cNvSpPr>
          <p:nvPr>
            <p:ph type="subTitle" idx="3"/>
          </p:nvPr>
        </p:nvSpPr>
        <p:spPr>
          <a:xfrm>
            <a:off x="4876800" y="3286279"/>
            <a:ext cx="2743200" cy="274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7" name="Google Shape;737;p5"/>
          <p:cNvSpPr txBox="1">
            <a:spLocks noGrp="1"/>
          </p:cNvSpPr>
          <p:nvPr>
            <p:ph type="subTitle" idx="4"/>
          </p:nvPr>
        </p:nvSpPr>
        <p:spPr>
          <a:xfrm>
            <a:off x="4876800" y="3642360"/>
            <a:ext cx="2743200" cy="83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38" name="Google Shape;738;p5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6"/>
        </a:solidFill>
        <a:effectLst/>
      </p:bgPr>
    </p:bg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7"/>
          <p:cNvSpPr txBox="1">
            <a:spLocks noGrp="1"/>
          </p:cNvSpPr>
          <p:nvPr>
            <p:ph type="body" idx="1"/>
          </p:nvPr>
        </p:nvSpPr>
        <p:spPr>
          <a:xfrm>
            <a:off x="3038700" y="1995800"/>
            <a:ext cx="3066600" cy="19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2pPr>
            <a:lvl3pPr marL="1371600" lvl="2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3pPr>
            <a:lvl4pPr marL="1828800" lvl="3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4pPr>
            <a:lvl5pPr marL="2286000" lvl="4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5pPr>
            <a:lvl6pPr marL="2743200" lvl="5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6pPr>
            <a:lvl7pPr marL="3200400" lvl="6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7pPr>
            <a:lvl8pPr marL="3657600" lvl="7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8pPr>
            <a:lvl9pPr marL="4114800" lvl="8" indent="-330200" algn="ctr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43" name="Google Shape;743;p7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8"/>
          <p:cNvGrpSpPr/>
          <p:nvPr/>
        </p:nvGrpSpPr>
        <p:grpSpPr>
          <a:xfrm flipH="1">
            <a:off x="3794690" y="3966899"/>
            <a:ext cx="882039" cy="932704"/>
            <a:chOff x="7230575" y="3501811"/>
            <a:chExt cx="1540410" cy="1636035"/>
          </a:xfrm>
        </p:grpSpPr>
        <p:grpSp>
          <p:nvGrpSpPr>
            <p:cNvPr id="746" name="Google Shape;746;p8"/>
            <p:cNvGrpSpPr/>
            <p:nvPr/>
          </p:nvGrpSpPr>
          <p:grpSpPr>
            <a:xfrm>
              <a:off x="7655512" y="4362305"/>
              <a:ext cx="775528" cy="775540"/>
              <a:chOff x="7655512" y="4362305"/>
              <a:chExt cx="775528" cy="775540"/>
            </a:xfrm>
          </p:grpSpPr>
          <p:sp>
            <p:nvSpPr>
              <p:cNvPr id="747" name="Google Shape;747;p8"/>
              <p:cNvSpPr/>
              <p:nvPr/>
            </p:nvSpPr>
            <p:spPr>
              <a:xfrm flipH="1">
                <a:off x="7825485" y="5042204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8"/>
              <p:cNvSpPr/>
              <p:nvPr/>
            </p:nvSpPr>
            <p:spPr>
              <a:xfrm flipH="1">
                <a:off x="7921094" y="5042204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8"/>
              <p:cNvSpPr/>
              <p:nvPr/>
            </p:nvSpPr>
            <p:spPr>
              <a:xfrm flipH="1">
                <a:off x="7995449" y="5042204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8"/>
              <p:cNvSpPr/>
              <p:nvPr/>
            </p:nvSpPr>
            <p:spPr>
              <a:xfrm flipH="1">
                <a:off x="8080438" y="5042204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8"/>
              <p:cNvSpPr/>
              <p:nvPr/>
            </p:nvSpPr>
            <p:spPr>
              <a:xfrm flipH="1">
                <a:off x="7825485" y="495721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8"/>
              <p:cNvSpPr/>
              <p:nvPr/>
            </p:nvSpPr>
            <p:spPr>
              <a:xfrm flipH="1">
                <a:off x="7921094" y="495721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8"/>
              <p:cNvSpPr/>
              <p:nvPr/>
            </p:nvSpPr>
            <p:spPr>
              <a:xfrm flipH="1">
                <a:off x="7995449" y="495721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8"/>
              <p:cNvSpPr/>
              <p:nvPr/>
            </p:nvSpPr>
            <p:spPr>
              <a:xfrm flipH="1">
                <a:off x="8080438" y="495721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8"/>
              <p:cNvSpPr/>
              <p:nvPr/>
            </p:nvSpPr>
            <p:spPr>
              <a:xfrm flipH="1">
                <a:off x="7825485" y="4872228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8"/>
              <p:cNvSpPr/>
              <p:nvPr/>
            </p:nvSpPr>
            <p:spPr>
              <a:xfrm flipH="1">
                <a:off x="7921094" y="4872228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8"/>
              <p:cNvSpPr/>
              <p:nvPr/>
            </p:nvSpPr>
            <p:spPr>
              <a:xfrm flipH="1">
                <a:off x="7995449" y="4872228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8"/>
              <p:cNvSpPr/>
              <p:nvPr/>
            </p:nvSpPr>
            <p:spPr>
              <a:xfrm flipH="1">
                <a:off x="8080438" y="4872228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8"/>
              <p:cNvSpPr/>
              <p:nvPr/>
            </p:nvSpPr>
            <p:spPr>
              <a:xfrm flipH="1">
                <a:off x="7825485" y="4787235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8"/>
              <p:cNvSpPr/>
              <p:nvPr/>
            </p:nvSpPr>
            <p:spPr>
              <a:xfrm flipH="1">
                <a:off x="7921094" y="4787235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8"/>
              <p:cNvSpPr/>
              <p:nvPr/>
            </p:nvSpPr>
            <p:spPr>
              <a:xfrm flipH="1">
                <a:off x="7995449" y="478723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8"/>
              <p:cNvSpPr/>
              <p:nvPr/>
            </p:nvSpPr>
            <p:spPr>
              <a:xfrm flipH="1">
                <a:off x="8080438" y="4787235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8"/>
              <p:cNvSpPr/>
              <p:nvPr/>
            </p:nvSpPr>
            <p:spPr>
              <a:xfrm flipH="1">
                <a:off x="7825485" y="4702251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8"/>
              <p:cNvSpPr/>
              <p:nvPr/>
            </p:nvSpPr>
            <p:spPr>
              <a:xfrm flipH="1">
                <a:off x="7921094" y="4702251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8"/>
              <p:cNvSpPr/>
              <p:nvPr/>
            </p:nvSpPr>
            <p:spPr>
              <a:xfrm flipH="1">
                <a:off x="7995449" y="4702251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8"/>
              <p:cNvSpPr/>
              <p:nvPr/>
            </p:nvSpPr>
            <p:spPr>
              <a:xfrm flipH="1">
                <a:off x="8080438" y="4702251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8"/>
              <p:cNvSpPr/>
              <p:nvPr/>
            </p:nvSpPr>
            <p:spPr>
              <a:xfrm flipH="1">
                <a:off x="7655512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8"/>
              <p:cNvSpPr/>
              <p:nvPr/>
            </p:nvSpPr>
            <p:spPr>
              <a:xfrm flipH="1">
                <a:off x="7740496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8"/>
              <p:cNvSpPr/>
              <p:nvPr/>
            </p:nvSpPr>
            <p:spPr>
              <a:xfrm flipH="1">
                <a:off x="7825485" y="4617267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8"/>
              <p:cNvSpPr/>
              <p:nvPr/>
            </p:nvSpPr>
            <p:spPr>
              <a:xfrm flipH="1">
                <a:off x="7921094" y="4617267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8"/>
              <p:cNvSpPr/>
              <p:nvPr/>
            </p:nvSpPr>
            <p:spPr>
              <a:xfrm flipH="1">
                <a:off x="7995449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8"/>
              <p:cNvSpPr/>
              <p:nvPr/>
            </p:nvSpPr>
            <p:spPr>
              <a:xfrm flipH="1">
                <a:off x="8080438" y="4617267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8"/>
              <p:cNvSpPr/>
              <p:nvPr/>
            </p:nvSpPr>
            <p:spPr>
              <a:xfrm flipH="1">
                <a:off x="8176054" y="4617267"/>
                <a:ext cx="7439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8"/>
              <p:cNvSpPr/>
              <p:nvPr/>
            </p:nvSpPr>
            <p:spPr>
              <a:xfrm flipH="1">
                <a:off x="8250417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8"/>
              <p:cNvSpPr/>
              <p:nvPr/>
            </p:nvSpPr>
            <p:spPr>
              <a:xfrm flipH="1">
                <a:off x="8335399" y="4617267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8"/>
              <p:cNvSpPr/>
              <p:nvPr/>
            </p:nvSpPr>
            <p:spPr>
              <a:xfrm flipH="1">
                <a:off x="7655512" y="4532274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8"/>
              <p:cNvSpPr/>
              <p:nvPr/>
            </p:nvSpPr>
            <p:spPr>
              <a:xfrm flipH="1">
                <a:off x="7995449" y="4532274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8"/>
              <p:cNvSpPr/>
              <p:nvPr/>
            </p:nvSpPr>
            <p:spPr>
              <a:xfrm flipH="1">
                <a:off x="8335399" y="4532274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8"/>
              <p:cNvSpPr/>
              <p:nvPr/>
            </p:nvSpPr>
            <p:spPr>
              <a:xfrm flipH="1">
                <a:off x="7655512" y="4447290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8"/>
              <p:cNvSpPr/>
              <p:nvPr/>
            </p:nvSpPr>
            <p:spPr>
              <a:xfrm flipH="1">
                <a:off x="7995449" y="4447290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8"/>
              <p:cNvSpPr/>
              <p:nvPr/>
            </p:nvSpPr>
            <p:spPr>
              <a:xfrm flipH="1">
                <a:off x="8335399" y="4447290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8"/>
              <p:cNvSpPr/>
              <p:nvPr/>
            </p:nvSpPr>
            <p:spPr>
              <a:xfrm flipH="1">
                <a:off x="7655512" y="4362305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8"/>
              <p:cNvSpPr/>
              <p:nvPr/>
            </p:nvSpPr>
            <p:spPr>
              <a:xfrm flipH="1">
                <a:off x="7995449" y="436230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8"/>
              <p:cNvSpPr/>
              <p:nvPr/>
            </p:nvSpPr>
            <p:spPr>
              <a:xfrm flipH="1">
                <a:off x="8335399" y="4362305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85" name="Google Shape;785;p8"/>
            <p:cNvSpPr/>
            <p:nvPr/>
          </p:nvSpPr>
          <p:spPr>
            <a:xfrm flipH="1">
              <a:off x="7315559" y="3767391"/>
              <a:ext cx="85020" cy="8502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8"/>
            <p:cNvSpPr/>
            <p:nvPr/>
          </p:nvSpPr>
          <p:spPr>
            <a:xfrm flipH="1">
              <a:off x="7655512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8"/>
            <p:cNvSpPr/>
            <p:nvPr/>
          </p:nvSpPr>
          <p:spPr>
            <a:xfrm flipH="1">
              <a:off x="8080438" y="3671779"/>
              <a:ext cx="95649" cy="95641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8"/>
            <p:cNvSpPr/>
            <p:nvPr/>
          </p:nvSpPr>
          <p:spPr>
            <a:xfrm flipH="1">
              <a:off x="8685973" y="3597414"/>
              <a:ext cx="85012" cy="95641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8"/>
            <p:cNvSpPr/>
            <p:nvPr/>
          </p:nvSpPr>
          <p:spPr>
            <a:xfrm flipH="1">
              <a:off x="8685973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8"/>
            <p:cNvSpPr/>
            <p:nvPr/>
          </p:nvSpPr>
          <p:spPr>
            <a:xfrm flipH="1">
              <a:off x="8176054" y="3501811"/>
              <a:ext cx="74390" cy="95633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8"/>
            <p:cNvSpPr/>
            <p:nvPr/>
          </p:nvSpPr>
          <p:spPr>
            <a:xfrm flipH="1">
              <a:off x="8250417" y="3501811"/>
              <a:ext cx="85012" cy="95633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2" name="Google Shape;792;p8"/>
            <p:cNvGrpSpPr/>
            <p:nvPr/>
          </p:nvGrpSpPr>
          <p:grpSpPr>
            <a:xfrm>
              <a:off x="7230575" y="3501811"/>
              <a:ext cx="1540410" cy="860514"/>
              <a:chOff x="7230575" y="3501811"/>
              <a:chExt cx="1540410" cy="860514"/>
            </a:xfrm>
          </p:grpSpPr>
          <p:sp>
            <p:nvSpPr>
              <p:cNvPr id="793" name="Google Shape;793;p8"/>
              <p:cNvSpPr/>
              <p:nvPr/>
            </p:nvSpPr>
            <p:spPr>
              <a:xfrm flipH="1">
                <a:off x="731555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8"/>
              <p:cNvSpPr/>
              <p:nvPr/>
            </p:nvSpPr>
            <p:spPr>
              <a:xfrm flipH="1">
                <a:off x="7400551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8"/>
              <p:cNvSpPr/>
              <p:nvPr/>
            </p:nvSpPr>
            <p:spPr>
              <a:xfrm flipH="1">
                <a:off x="7485535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8"/>
              <p:cNvSpPr/>
              <p:nvPr/>
            </p:nvSpPr>
            <p:spPr>
              <a:xfrm flipH="1">
                <a:off x="7570520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8"/>
              <p:cNvSpPr/>
              <p:nvPr/>
            </p:nvSpPr>
            <p:spPr>
              <a:xfrm flipH="1">
                <a:off x="7655512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8"/>
              <p:cNvSpPr/>
              <p:nvPr/>
            </p:nvSpPr>
            <p:spPr>
              <a:xfrm flipH="1">
                <a:off x="7740496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8"/>
              <p:cNvSpPr/>
              <p:nvPr/>
            </p:nvSpPr>
            <p:spPr>
              <a:xfrm flipH="1">
                <a:off x="7825485" y="4277321"/>
                <a:ext cx="95633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8"/>
              <p:cNvSpPr/>
              <p:nvPr/>
            </p:nvSpPr>
            <p:spPr>
              <a:xfrm flipH="1">
                <a:off x="7921094" y="4277321"/>
                <a:ext cx="7438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8"/>
              <p:cNvSpPr/>
              <p:nvPr/>
            </p:nvSpPr>
            <p:spPr>
              <a:xfrm flipH="1">
                <a:off x="799544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8"/>
              <p:cNvSpPr/>
              <p:nvPr/>
            </p:nvSpPr>
            <p:spPr>
              <a:xfrm flipH="1">
                <a:off x="8080438" y="4277321"/>
                <a:ext cx="95649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8"/>
              <p:cNvSpPr/>
              <p:nvPr/>
            </p:nvSpPr>
            <p:spPr>
              <a:xfrm flipH="1">
                <a:off x="8176054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8"/>
              <p:cNvSpPr/>
              <p:nvPr/>
            </p:nvSpPr>
            <p:spPr>
              <a:xfrm flipH="1">
                <a:off x="825041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8"/>
              <p:cNvSpPr/>
              <p:nvPr/>
            </p:nvSpPr>
            <p:spPr>
              <a:xfrm flipH="1">
                <a:off x="833539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8"/>
              <p:cNvSpPr/>
              <p:nvPr/>
            </p:nvSpPr>
            <p:spPr>
              <a:xfrm flipH="1">
                <a:off x="8431015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8"/>
              <p:cNvSpPr/>
              <p:nvPr/>
            </p:nvSpPr>
            <p:spPr>
              <a:xfrm flipH="1">
                <a:off x="850537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8"/>
              <p:cNvSpPr/>
              <p:nvPr/>
            </p:nvSpPr>
            <p:spPr>
              <a:xfrm flipH="1">
                <a:off x="859035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8"/>
              <p:cNvSpPr/>
              <p:nvPr/>
            </p:nvSpPr>
            <p:spPr>
              <a:xfrm flipH="1">
                <a:off x="731555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8"/>
              <p:cNvSpPr/>
              <p:nvPr/>
            </p:nvSpPr>
            <p:spPr>
              <a:xfrm flipH="1">
                <a:off x="7400551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8"/>
              <p:cNvSpPr/>
              <p:nvPr/>
            </p:nvSpPr>
            <p:spPr>
              <a:xfrm flipH="1">
                <a:off x="7485535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8"/>
              <p:cNvSpPr/>
              <p:nvPr/>
            </p:nvSpPr>
            <p:spPr>
              <a:xfrm flipH="1">
                <a:off x="7570520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8"/>
              <p:cNvSpPr/>
              <p:nvPr/>
            </p:nvSpPr>
            <p:spPr>
              <a:xfrm flipH="1">
                <a:off x="7655512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8"/>
              <p:cNvSpPr/>
              <p:nvPr/>
            </p:nvSpPr>
            <p:spPr>
              <a:xfrm flipH="1">
                <a:off x="7740496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8"/>
              <p:cNvSpPr/>
              <p:nvPr/>
            </p:nvSpPr>
            <p:spPr>
              <a:xfrm flipH="1">
                <a:off x="7825485" y="4181710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8"/>
              <p:cNvSpPr/>
              <p:nvPr/>
            </p:nvSpPr>
            <p:spPr>
              <a:xfrm flipH="1">
                <a:off x="7921094" y="4181710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8"/>
              <p:cNvSpPr/>
              <p:nvPr/>
            </p:nvSpPr>
            <p:spPr>
              <a:xfrm flipH="1">
                <a:off x="799544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8"/>
              <p:cNvSpPr/>
              <p:nvPr/>
            </p:nvSpPr>
            <p:spPr>
              <a:xfrm flipH="1">
                <a:off x="8080438" y="4181710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8"/>
              <p:cNvSpPr/>
              <p:nvPr/>
            </p:nvSpPr>
            <p:spPr>
              <a:xfrm flipH="1">
                <a:off x="8176054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8"/>
              <p:cNvSpPr/>
              <p:nvPr/>
            </p:nvSpPr>
            <p:spPr>
              <a:xfrm flipH="1">
                <a:off x="825041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8"/>
              <p:cNvSpPr/>
              <p:nvPr/>
            </p:nvSpPr>
            <p:spPr>
              <a:xfrm flipH="1">
                <a:off x="833539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8"/>
              <p:cNvSpPr/>
              <p:nvPr/>
            </p:nvSpPr>
            <p:spPr>
              <a:xfrm flipH="1">
                <a:off x="8431015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8"/>
              <p:cNvSpPr/>
              <p:nvPr/>
            </p:nvSpPr>
            <p:spPr>
              <a:xfrm flipH="1">
                <a:off x="850537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8"/>
              <p:cNvSpPr/>
              <p:nvPr/>
            </p:nvSpPr>
            <p:spPr>
              <a:xfrm flipH="1">
                <a:off x="859035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8"/>
              <p:cNvSpPr/>
              <p:nvPr/>
            </p:nvSpPr>
            <p:spPr>
              <a:xfrm flipH="1">
                <a:off x="731555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8"/>
              <p:cNvSpPr/>
              <p:nvPr/>
            </p:nvSpPr>
            <p:spPr>
              <a:xfrm flipH="1">
                <a:off x="7400551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8"/>
              <p:cNvSpPr/>
              <p:nvPr/>
            </p:nvSpPr>
            <p:spPr>
              <a:xfrm flipH="1">
                <a:off x="7485535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8"/>
              <p:cNvSpPr/>
              <p:nvPr/>
            </p:nvSpPr>
            <p:spPr>
              <a:xfrm flipH="1">
                <a:off x="7570520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8"/>
              <p:cNvSpPr/>
              <p:nvPr/>
            </p:nvSpPr>
            <p:spPr>
              <a:xfrm flipH="1">
                <a:off x="7655512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8"/>
              <p:cNvSpPr/>
              <p:nvPr/>
            </p:nvSpPr>
            <p:spPr>
              <a:xfrm flipH="1">
                <a:off x="7740496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8"/>
              <p:cNvSpPr/>
              <p:nvPr/>
            </p:nvSpPr>
            <p:spPr>
              <a:xfrm flipH="1">
                <a:off x="7825485" y="4107344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8"/>
              <p:cNvSpPr/>
              <p:nvPr/>
            </p:nvSpPr>
            <p:spPr>
              <a:xfrm flipH="1">
                <a:off x="7921094" y="4107344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8"/>
              <p:cNvSpPr/>
              <p:nvPr/>
            </p:nvSpPr>
            <p:spPr>
              <a:xfrm flipH="1">
                <a:off x="799544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8"/>
              <p:cNvSpPr/>
              <p:nvPr/>
            </p:nvSpPr>
            <p:spPr>
              <a:xfrm flipH="1">
                <a:off x="8080438" y="410734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8"/>
              <p:cNvSpPr/>
              <p:nvPr/>
            </p:nvSpPr>
            <p:spPr>
              <a:xfrm flipH="1">
                <a:off x="8176054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8"/>
              <p:cNvSpPr/>
              <p:nvPr/>
            </p:nvSpPr>
            <p:spPr>
              <a:xfrm flipH="1">
                <a:off x="825041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8"/>
              <p:cNvSpPr/>
              <p:nvPr/>
            </p:nvSpPr>
            <p:spPr>
              <a:xfrm flipH="1">
                <a:off x="833539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8"/>
              <p:cNvSpPr/>
              <p:nvPr/>
            </p:nvSpPr>
            <p:spPr>
              <a:xfrm flipH="1">
                <a:off x="8431015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8"/>
              <p:cNvSpPr/>
              <p:nvPr/>
            </p:nvSpPr>
            <p:spPr>
              <a:xfrm flipH="1">
                <a:off x="850537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8"/>
              <p:cNvSpPr/>
              <p:nvPr/>
            </p:nvSpPr>
            <p:spPr>
              <a:xfrm flipH="1">
                <a:off x="859035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8"/>
              <p:cNvSpPr/>
              <p:nvPr/>
            </p:nvSpPr>
            <p:spPr>
              <a:xfrm flipH="1">
                <a:off x="731555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8"/>
              <p:cNvSpPr/>
              <p:nvPr/>
            </p:nvSpPr>
            <p:spPr>
              <a:xfrm flipH="1">
                <a:off x="7400551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8"/>
              <p:cNvSpPr/>
              <p:nvPr/>
            </p:nvSpPr>
            <p:spPr>
              <a:xfrm flipH="1">
                <a:off x="7485535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8"/>
              <p:cNvSpPr/>
              <p:nvPr/>
            </p:nvSpPr>
            <p:spPr>
              <a:xfrm flipH="1">
                <a:off x="7570520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8"/>
              <p:cNvSpPr/>
              <p:nvPr/>
            </p:nvSpPr>
            <p:spPr>
              <a:xfrm flipH="1">
                <a:off x="7655512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8"/>
              <p:cNvSpPr/>
              <p:nvPr/>
            </p:nvSpPr>
            <p:spPr>
              <a:xfrm flipH="1">
                <a:off x="7740496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8"/>
              <p:cNvSpPr/>
              <p:nvPr/>
            </p:nvSpPr>
            <p:spPr>
              <a:xfrm flipH="1">
                <a:off x="7825485" y="402235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8"/>
              <p:cNvSpPr/>
              <p:nvPr/>
            </p:nvSpPr>
            <p:spPr>
              <a:xfrm flipH="1">
                <a:off x="7921094" y="402235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8"/>
              <p:cNvSpPr/>
              <p:nvPr/>
            </p:nvSpPr>
            <p:spPr>
              <a:xfrm flipH="1">
                <a:off x="799544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8"/>
              <p:cNvSpPr/>
              <p:nvPr/>
            </p:nvSpPr>
            <p:spPr>
              <a:xfrm flipH="1">
                <a:off x="8080438" y="402235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8"/>
              <p:cNvSpPr/>
              <p:nvPr/>
            </p:nvSpPr>
            <p:spPr>
              <a:xfrm flipH="1">
                <a:off x="8176054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8"/>
              <p:cNvSpPr/>
              <p:nvPr/>
            </p:nvSpPr>
            <p:spPr>
              <a:xfrm flipH="1">
                <a:off x="825041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8"/>
              <p:cNvSpPr/>
              <p:nvPr/>
            </p:nvSpPr>
            <p:spPr>
              <a:xfrm flipH="1">
                <a:off x="833539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8"/>
              <p:cNvSpPr/>
              <p:nvPr/>
            </p:nvSpPr>
            <p:spPr>
              <a:xfrm flipH="1">
                <a:off x="8431015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8"/>
              <p:cNvSpPr/>
              <p:nvPr/>
            </p:nvSpPr>
            <p:spPr>
              <a:xfrm flipH="1">
                <a:off x="850537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8"/>
              <p:cNvSpPr/>
              <p:nvPr/>
            </p:nvSpPr>
            <p:spPr>
              <a:xfrm flipH="1">
                <a:off x="859035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8"/>
              <p:cNvSpPr/>
              <p:nvPr/>
            </p:nvSpPr>
            <p:spPr>
              <a:xfrm flipH="1">
                <a:off x="731555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8"/>
              <p:cNvSpPr/>
              <p:nvPr/>
            </p:nvSpPr>
            <p:spPr>
              <a:xfrm flipH="1">
                <a:off x="7400551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8"/>
              <p:cNvSpPr/>
              <p:nvPr/>
            </p:nvSpPr>
            <p:spPr>
              <a:xfrm flipH="1">
                <a:off x="7485535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8"/>
              <p:cNvSpPr/>
              <p:nvPr/>
            </p:nvSpPr>
            <p:spPr>
              <a:xfrm flipH="1">
                <a:off x="7570520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8"/>
              <p:cNvSpPr/>
              <p:nvPr/>
            </p:nvSpPr>
            <p:spPr>
              <a:xfrm flipH="1">
                <a:off x="7655512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8"/>
              <p:cNvSpPr/>
              <p:nvPr/>
            </p:nvSpPr>
            <p:spPr>
              <a:xfrm flipH="1">
                <a:off x="7740496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8"/>
              <p:cNvSpPr/>
              <p:nvPr/>
            </p:nvSpPr>
            <p:spPr>
              <a:xfrm flipH="1">
                <a:off x="7825485" y="3926748"/>
                <a:ext cx="95633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8"/>
              <p:cNvSpPr/>
              <p:nvPr/>
            </p:nvSpPr>
            <p:spPr>
              <a:xfrm flipH="1">
                <a:off x="7921094" y="3926748"/>
                <a:ext cx="7438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8"/>
              <p:cNvSpPr/>
              <p:nvPr/>
            </p:nvSpPr>
            <p:spPr>
              <a:xfrm flipH="1">
                <a:off x="799544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8"/>
              <p:cNvSpPr/>
              <p:nvPr/>
            </p:nvSpPr>
            <p:spPr>
              <a:xfrm flipH="1">
                <a:off x="8080438" y="3926748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8"/>
              <p:cNvSpPr/>
              <p:nvPr/>
            </p:nvSpPr>
            <p:spPr>
              <a:xfrm flipH="1">
                <a:off x="8176054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8"/>
              <p:cNvSpPr/>
              <p:nvPr/>
            </p:nvSpPr>
            <p:spPr>
              <a:xfrm flipH="1">
                <a:off x="825041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8"/>
              <p:cNvSpPr/>
              <p:nvPr/>
            </p:nvSpPr>
            <p:spPr>
              <a:xfrm flipH="1">
                <a:off x="833539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8"/>
              <p:cNvSpPr/>
              <p:nvPr/>
            </p:nvSpPr>
            <p:spPr>
              <a:xfrm flipH="1">
                <a:off x="8431015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8"/>
              <p:cNvSpPr/>
              <p:nvPr/>
            </p:nvSpPr>
            <p:spPr>
              <a:xfrm flipH="1">
                <a:off x="850537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8"/>
              <p:cNvSpPr/>
              <p:nvPr/>
            </p:nvSpPr>
            <p:spPr>
              <a:xfrm flipH="1">
                <a:off x="859035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8"/>
              <p:cNvSpPr/>
              <p:nvPr/>
            </p:nvSpPr>
            <p:spPr>
              <a:xfrm flipH="1">
                <a:off x="731555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8"/>
              <p:cNvSpPr/>
              <p:nvPr/>
            </p:nvSpPr>
            <p:spPr>
              <a:xfrm flipH="1">
                <a:off x="7400551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8"/>
              <p:cNvSpPr/>
              <p:nvPr/>
            </p:nvSpPr>
            <p:spPr>
              <a:xfrm flipH="1">
                <a:off x="7485535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8"/>
              <p:cNvSpPr/>
              <p:nvPr/>
            </p:nvSpPr>
            <p:spPr>
              <a:xfrm flipH="1">
                <a:off x="7570520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8"/>
              <p:cNvSpPr/>
              <p:nvPr/>
            </p:nvSpPr>
            <p:spPr>
              <a:xfrm flipH="1">
                <a:off x="7655512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8"/>
              <p:cNvSpPr/>
              <p:nvPr/>
            </p:nvSpPr>
            <p:spPr>
              <a:xfrm flipH="1">
                <a:off x="7740496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8"/>
              <p:cNvSpPr/>
              <p:nvPr/>
            </p:nvSpPr>
            <p:spPr>
              <a:xfrm flipH="1">
                <a:off x="7825485" y="3852383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8"/>
              <p:cNvSpPr/>
              <p:nvPr/>
            </p:nvSpPr>
            <p:spPr>
              <a:xfrm flipH="1">
                <a:off x="7921094" y="3852383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8"/>
              <p:cNvSpPr/>
              <p:nvPr/>
            </p:nvSpPr>
            <p:spPr>
              <a:xfrm flipH="1">
                <a:off x="799544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8"/>
              <p:cNvSpPr/>
              <p:nvPr/>
            </p:nvSpPr>
            <p:spPr>
              <a:xfrm flipH="1">
                <a:off x="8080438" y="3852383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8"/>
              <p:cNvSpPr/>
              <p:nvPr/>
            </p:nvSpPr>
            <p:spPr>
              <a:xfrm flipH="1">
                <a:off x="8176054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8"/>
              <p:cNvSpPr/>
              <p:nvPr/>
            </p:nvSpPr>
            <p:spPr>
              <a:xfrm flipH="1">
                <a:off x="825041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8"/>
              <p:cNvSpPr/>
              <p:nvPr/>
            </p:nvSpPr>
            <p:spPr>
              <a:xfrm flipH="1">
                <a:off x="833539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8"/>
              <p:cNvSpPr/>
              <p:nvPr/>
            </p:nvSpPr>
            <p:spPr>
              <a:xfrm flipH="1">
                <a:off x="8431015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8"/>
              <p:cNvSpPr/>
              <p:nvPr/>
            </p:nvSpPr>
            <p:spPr>
              <a:xfrm flipH="1">
                <a:off x="850537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8"/>
              <p:cNvSpPr/>
              <p:nvPr/>
            </p:nvSpPr>
            <p:spPr>
              <a:xfrm flipH="1">
                <a:off x="859035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8"/>
              <p:cNvSpPr/>
              <p:nvPr/>
            </p:nvSpPr>
            <p:spPr>
              <a:xfrm flipH="1">
                <a:off x="7230575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8"/>
              <p:cNvSpPr/>
              <p:nvPr/>
            </p:nvSpPr>
            <p:spPr>
              <a:xfrm flipH="1">
                <a:off x="7230575" y="411796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8"/>
              <p:cNvSpPr/>
              <p:nvPr/>
            </p:nvSpPr>
            <p:spPr>
              <a:xfrm flipH="1">
                <a:off x="7230575" y="4022352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8"/>
              <p:cNvSpPr/>
              <p:nvPr/>
            </p:nvSpPr>
            <p:spPr>
              <a:xfrm flipH="1">
                <a:off x="7230575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8"/>
              <p:cNvSpPr/>
              <p:nvPr/>
            </p:nvSpPr>
            <p:spPr>
              <a:xfrm flipH="1">
                <a:off x="7230575" y="3863002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8"/>
              <p:cNvSpPr/>
              <p:nvPr/>
            </p:nvSpPr>
            <p:spPr>
              <a:xfrm flipH="1">
                <a:off x="7400551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8"/>
              <p:cNvSpPr/>
              <p:nvPr/>
            </p:nvSpPr>
            <p:spPr>
              <a:xfrm flipH="1">
                <a:off x="7485535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8"/>
              <p:cNvSpPr/>
              <p:nvPr/>
            </p:nvSpPr>
            <p:spPr>
              <a:xfrm flipH="1">
                <a:off x="7570520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8"/>
              <p:cNvSpPr/>
              <p:nvPr/>
            </p:nvSpPr>
            <p:spPr>
              <a:xfrm flipH="1">
                <a:off x="7740496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8"/>
              <p:cNvSpPr/>
              <p:nvPr/>
            </p:nvSpPr>
            <p:spPr>
              <a:xfrm flipH="1">
                <a:off x="7825485" y="3767391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8"/>
              <p:cNvSpPr/>
              <p:nvPr/>
            </p:nvSpPr>
            <p:spPr>
              <a:xfrm flipH="1">
                <a:off x="7921094" y="3767391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8"/>
              <p:cNvSpPr/>
              <p:nvPr/>
            </p:nvSpPr>
            <p:spPr>
              <a:xfrm flipH="1">
                <a:off x="799544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8"/>
              <p:cNvSpPr/>
              <p:nvPr/>
            </p:nvSpPr>
            <p:spPr>
              <a:xfrm flipH="1">
                <a:off x="8080438" y="3767391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8"/>
              <p:cNvSpPr/>
              <p:nvPr/>
            </p:nvSpPr>
            <p:spPr>
              <a:xfrm flipH="1">
                <a:off x="8176054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8"/>
              <p:cNvSpPr/>
              <p:nvPr/>
            </p:nvSpPr>
            <p:spPr>
              <a:xfrm flipH="1">
                <a:off x="825041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8"/>
              <p:cNvSpPr/>
              <p:nvPr/>
            </p:nvSpPr>
            <p:spPr>
              <a:xfrm flipH="1">
                <a:off x="833539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8"/>
              <p:cNvSpPr/>
              <p:nvPr/>
            </p:nvSpPr>
            <p:spPr>
              <a:xfrm flipH="1">
                <a:off x="8431015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8"/>
              <p:cNvSpPr/>
              <p:nvPr/>
            </p:nvSpPr>
            <p:spPr>
              <a:xfrm flipH="1">
                <a:off x="850537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8"/>
              <p:cNvSpPr/>
              <p:nvPr/>
            </p:nvSpPr>
            <p:spPr>
              <a:xfrm flipH="1">
                <a:off x="859035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8"/>
              <p:cNvSpPr/>
              <p:nvPr/>
            </p:nvSpPr>
            <p:spPr>
              <a:xfrm flipH="1">
                <a:off x="8176054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8"/>
              <p:cNvSpPr/>
              <p:nvPr/>
            </p:nvSpPr>
            <p:spPr>
              <a:xfrm flipH="1">
                <a:off x="825041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8"/>
              <p:cNvSpPr/>
              <p:nvPr/>
            </p:nvSpPr>
            <p:spPr>
              <a:xfrm flipH="1">
                <a:off x="833539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8"/>
              <p:cNvSpPr/>
              <p:nvPr/>
            </p:nvSpPr>
            <p:spPr>
              <a:xfrm flipH="1">
                <a:off x="8431015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8"/>
              <p:cNvSpPr/>
              <p:nvPr/>
            </p:nvSpPr>
            <p:spPr>
              <a:xfrm flipH="1">
                <a:off x="850537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8"/>
              <p:cNvSpPr/>
              <p:nvPr/>
            </p:nvSpPr>
            <p:spPr>
              <a:xfrm flipH="1">
                <a:off x="859035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8"/>
              <p:cNvSpPr/>
              <p:nvPr/>
            </p:nvSpPr>
            <p:spPr>
              <a:xfrm flipH="1">
                <a:off x="8080438" y="359741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8"/>
              <p:cNvSpPr/>
              <p:nvPr/>
            </p:nvSpPr>
            <p:spPr>
              <a:xfrm flipH="1">
                <a:off x="8176054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8"/>
              <p:cNvSpPr/>
              <p:nvPr/>
            </p:nvSpPr>
            <p:spPr>
              <a:xfrm flipH="1">
                <a:off x="825041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8"/>
              <p:cNvSpPr/>
              <p:nvPr/>
            </p:nvSpPr>
            <p:spPr>
              <a:xfrm flipH="1">
                <a:off x="833539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8"/>
              <p:cNvSpPr/>
              <p:nvPr/>
            </p:nvSpPr>
            <p:spPr>
              <a:xfrm flipH="1">
                <a:off x="8431015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8"/>
              <p:cNvSpPr/>
              <p:nvPr/>
            </p:nvSpPr>
            <p:spPr>
              <a:xfrm flipH="1">
                <a:off x="850537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8"/>
              <p:cNvSpPr/>
              <p:nvPr/>
            </p:nvSpPr>
            <p:spPr>
              <a:xfrm flipH="1">
                <a:off x="859035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8"/>
              <p:cNvSpPr/>
              <p:nvPr/>
            </p:nvSpPr>
            <p:spPr>
              <a:xfrm flipH="1">
                <a:off x="8685973" y="3693026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8"/>
              <p:cNvSpPr/>
              <p:nvPr/>
            </p:nvSpPr>
            <p:spPr>
              <a:xfrm flipH="1">
                <a:off x="8685973" y="3852383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8"/>
              <p:cNvSpPr/>
              <p:nvPr/>
            </p:nvSpPr>
            <p:spPr>
              <a:xfrm flipH="1">
                <a:off x="8685973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8"/>
              <p:cNvSpPr/>
              <p:nvPr/>
            </p:nvSpPr>
            <p:spPr>
              <a:xfrm flipH="1">
                <a:off x="8685973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8"/>
              <p:cNvSpPr/>
              <p:nvPr/>
            </p:nvSpPr>
            <p:spPr>
              <a:xfrm flipH="1">
                <a:off x="8685973" y="4107344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8"/>
              <p:cNvSpPr/>
              <p:nvPr/>
            </p:nvSpPr>
            <p:spPr>
              <a:xfrm flipH="1">
                <a:off x="8685973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8"/>
              <p:cNvSpPr/>
              <p:nvPr/>
            </p:nvSpPr>
            <p:spPr>
              <a:xfrm flipH="1">
                <a:off x="8080438" y="3501811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8"/>
              <p:cNvSpPr/>
              <p:nvPr/>
            </p:nvSpPr>
            <p:spPr>
              <a:xfrm flipH="1">
                <a:off x="833539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8"/>
              <p:cNvSpPr/>
              <p:nvPr/>
            </p:nvSpPr>
            <p:spPr>
              <a:xfrm flipH="1">
                <a:off x="8431015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8"/>
              <p:cNvSpPr/>
              <p:nvPr/>
            </p:nvSpPr>
            <p:spPr>
              <a:xfrm flipH="1">
                <a:off x="850537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8"/>
              <p:cNvSpPr/>
              <p:nvPr/>
            </p:nvSpPr>
            <p:spPr>
              <a:xfrm flipH="1">
                <a:off x="859035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32" name="Google Shape;932;p8"/>
          <p:cNvGrpSpPr/>
          <p:nvPr/>
        </p:nvGrpSpPr>
        <p:grpSpPr>
          <a:xfrm flipH="1">
            <a:off x="4772527" y="4289713"/>
            <a:ext cx="576768" cy="609899"/>
            <a:chOff x="6163859" y="4325295"/>
            <a:chExt cx="1007280" cy="1069810"/>
          </a:xfrm>
        </p:grpSpPr>
        <p:sp>
          <p:nvSpPr>
            <p:cNvPr id="933" name="Google Shape;933;p8"/>
            <p:cNvSpPr/>
            <p:nvPr/>
          </p:nvSpPr>
          <p:spPr>
            <a:xfrm>
              <a:off x="6719586" y="5332558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8"/>
            <p:cNvSpPr/>
            <p:nvPr/>
          </p:nvSpPr>
          <p:spPr>
            <a:xfrm>
              <a:off x="6670963" y="5332558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8"/>
            <p:cNvSpPr/>
            <p:nvPr/>
          </p:nvSpPr>
          <p:spPr>
            <a:xfrm>
              <a:off x="6615387" y="5332558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8"/>
            <p:cNvSpPr/>
            <p:nvPr/>
          </p:nvSpPr>
          <p:spPr>
            <a:xfrm>
              <a:off x="6552862" y="5332558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8"/>
            <p:cNvSpPr/>
            <p:nvPr/>
          </p:nvSpPr>
          <p:spPr>
            <a:xfrm>
              <a:off x="6719586" y="5276982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8"/>
            <p:cNvSpPr/>
            <p:nvPr/>
          </p:nvSpPr>
          <p:spPr>
            <a:xfrm>
              <a:off x="6670963" y="5276982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8"/>
            <p:cNvSpPr/>
            <p:nvPr/>
          </p:nvSpPr>
          <p:spPr>
            <a:xfrm>
              <a:off x="6615387" y="527698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8"/>
            <p:cNvSpPr/>
            <p:nvPr/>
          </p:nvSpPr>
          <p:spPr>
            <a:xfrm>
              <a:off x="6552862" y="5276982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8"/>
            <p:cNvSpPr/>
            <p:nvPr/>
          </p:nvSpPr>
          <p:spPr>
            <a:xfrm>
              <a:off x="6719586" y="522141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8"/>
            <p:cNvSpPr/>
            <p:nvPr/>
          </p:nvSpPr>
          <p:spPr>
            <a:xfrm>
              <a:off x="6670963" y="522141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8"/>
            <p:cNvSpPr/>
            <p:nvPr/>
          </p:nvSpPr>
          <p:spPr>
            <a:xfrm>
              <a:off x="6615387" y="522141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8"/>
            <p:cNvSpPr/>
            <p:nvPr/>
          </p:nvSpPr>
          <p:spPr>
            <a:xfrm>
              <a:off x="6552862" y="522141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8"/>
            <p:cNvSpPr/>
            <p:nvPr/>
          </p:nvSpPr>
          <p:spPr>
            <a:xfrm>
              <a:off x="6719586" y="5165834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8"/>
            <p:cNvSpPr/>
            <p:nvPr/>
          </p:nvSpPr>
          <p:spPr>
            <a:xfrm>
              <a:off x="6670963" y="5165834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8"/>
            <p:cNvSpPr/>
            <p:nvPr/>
          </p:nvSpPr>
          <p:spPr>
            <a:xfrm>
              <a:off x="6615387" y="5165834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8"/>
            <p:cNvSpPr/>
            <p:nvPr/>
          </p:nvSpPr>
          <p:spPr>
            <a:xfrm>
              <a:off x="6552862" y="5165834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8"/>
            <p:cNvSpPr/>
            <p:nvPr/>
          </p:nvSpPr>
          <p:spPr>
            <a:xfrm>
              <a:off x="6719586" y="5110263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8"/>
            <p:cNvSpPr/>
            <p:nvPr/>
          </p:nvSpPr>
          <p:spPr>
            <a:xfrm>
              <a:off x="6670963" y="5110263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8"/>
            <p:cNvSpPr/>
            <p:nvPr/>
          </p:nvSpPr>
          <p:spPr>
            <a:xfrm>
              <a:off x="6615387" y="5110263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8"/>
            <p:cNvSpPr/>
            <p:nvPr/>
          </p:nvSpPr>
          <p:spPr>
            <a:xfrm>
              <a:off x="6552862" y="5110263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8"/>
            <p:cNvSpPr/>
            <p:nvPr/>
          </p:nvSpPr>
          <p:spPr>
            <a:xfrm>
              <a:off x="6837677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8"/>
            <p:cNvSpPr/>
            <p:nvPr/>
          </p:nvSpPr>
          <p:spPr>
            <a:xfrm>
              <a:off x="6782101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8"/>
            <p:cNvSpPr/>
            <p:nvPr/>
          </p:nvSpPr>
          <p:spPr>
            <a:xfrm>
              <a:off x="6719586" y="505469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8"/>
            <p:cNvSpPr/>
            <p:nvPr/>
          </p:nvSpPr>
          <p:spPr>
            <a:xfrm>
              <a:off x="6670963" y="505469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8"/>
            <p:cNvSpPr/>
            <p:nvPr/>
          </p:nvSpPr>
          <p:spPr>
            <a:xfrm>
              <a:off x="6615387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8"/>
            <p:cNvSpPr/>
            <p:nvPr/>
          </p:nvSpPr>
          <p:spPr>
            <a:xfrm>
              <a:off x="6552862" y="505469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8"/>
            <p:cNvSpPr/>
            <p:nvPr/>
          </p:nvSpPr>
          <p:spPr>
            <a:xfrm>
              <a:off x="6504240" y="5054691"/>
              <a:ext cx="48649" cy="55595"/>
            </a:xfrm>
            <a:custGeom>
              <a:avLst/>
              <a:gdLst/>
              <a:ahLst/>
              <a:cxnLst/>
              <a:rect l="l" t="t" r="r" b="b"/>
              <a:pathLst>
                <a:path w="9525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8"/>
            <p:cNvSpPr/>
            <p:nvPr/>
          </p:nvSpPr>
          <p:spPr>
            <a:xfrm>
              <a:off x="6448669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8"/>
            <p:cNvSpPr/>
            <p:nvPr/>
          </p:nvSpPr>
          <p:spPr>
            <a:xfrm>
              <a:off x="6386148" y="5054691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8"/>
            <p:cNvSpPr/>
            <p:nvPr/>
          </p:nvSpPr>
          <p:spPr>
            <a:xfrm>
              <a:off x="6837677" y="499911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8"/>
            <p:cNvSpPr/>
            <p:nvPr/>
          </p:nvSpPr>
          <p:spPr>
            <a:xfrm>
              <a:off x="6615387" y="4999115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8"/>
            <p:cNvSpPr/>
            <p:nvPr/>
          </p:nvSpPr>
          <p:spPr>
            <a:xfrm>
              <a:off x="6386148" y="4999115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8"/>
            <p:cNvSpPr/>
            <p:nvPr/>
          </p:nvSpPr>
          <p:spPr>
            <a:xfrm>
              <a:off x="6837677" y="494354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8"/>
            <p:cNvSpPr/>
            <p:nvPr/>
          </p:nvSpPr>
          <p:spPr>
            <a:xfrm>
              <a:off x="6615387" y="4943544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8"/>
            <p:cNvSpPr/>
            <p:nvPr/>
          </p:nvSpPr>
          <p:spPr>
            <a:xfrm>
              <a:off x="6386148" y="4943544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8"/>
            <p:cNvSpPr/>
            <p:nvPr/>
          </p:nvSpPr>
          <p:spPr>
            <a:xfrm>
              <a:off x="6837677" y="4887972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8"/>
            <p:cNvSpPr/>
            <p:nvPr/>
          </p:nvSpPr>
          <p:spPr>
            <a:xfrm>
              <a:off x="6615387" y="488797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8"/>
            <p:cNvSpPr/>
            <p:nvPr/>
          </p:nvSpPr>
          <p:spPr>
            <a:xfrm>
              <a:off x="6386148" y="4887972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8"/>
            <p:cNvSpPr/>
            <p:nvPr/>
          </p:nvSpPr>
          <p:spPr>
            <a:xfrm>
              <a:off x="705996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8"/>
            <p:cNvSpPr/>
            <p:nvPr/>
          </p:nvSpPr>
          <p:spPr>
            <a:xfrm>
              <a:off x="7004396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8"/>
            <p:cNvSpPr/>
            <p:nvPr/>
          </p:nvSpPr>
          <p:spPr>
            <a:xfrm>
              <a:off x="6948824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4" y="1088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8"/>
            <p:cNvSpPr/>
            <p:nvPr/>
          </p:nvSpPr>
          <p:spPr>
            <a:xfrm>
              <a:off x="6893248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8"/>
            <p:cNvSpPr/>
            <p:nvPr/>
          </p:nvSpPr>
          <p:spPr>
            <a:xfrm>
              <a:off x="6837677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8"/>
            <p:cNvSpPr/>
            <p:nvPr/>
          </p:nvSpPr>
          <p:spPr>
            <a:xfrm>
              <a:off x="6782101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8"/>
            <p:cNvSpPr/>
            <p:nvPr/>
          </p:nvSpPr>
          <p:spPr>
            <a:xfrm>
              <a:off x="6719586" y="4832401"/>
              <a:ext cx="62541" cy="55590"/>
            </a:xfrm>
            <a:custGeom>
              <a:avLst/>
              <a:gdLst/>
              <a:ahLst/>
              <a:cxnLst/>
              <a:rect l="l" t="t" r="r" b="b"/>
              <a:pathLst>
                <a:path w="1224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8"/>
            <p:cNvSpPr/>
            <p:nvPr/>
          </p:nvSpPr>
          <p:spPr>
            <a:xfrm>
              <a:off x="6670963" y="4832401"/>
              <a:ext cx="48644" cy="55590"/>
            </a:xfrm>
            <a:custGeom>
              <a:avLst/>
              <a:gdLst/>
              <a:ahLst/>
              <a:cxnLst/>
              <a:rect l="l" t="t" r="r" b="b"/>
              <a:pathLst>
                <a:path w="9524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9523" y="1088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8"/>
            <p:cNvSpPr/>
            <p:nvPr/>
          </p:nvSpPr>
          <p:spPr>
            <a:xfrm>
              <a:off x="661538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8"/>
            <p:cNvSpPr/>
            <p:nvPr/>
          </p:nvSpPr>
          <p:spPr>
            <a:xfrm>
              <a:off x="6552862" y="4832401"/>
              <a:ext cx="62552" cy="55590"/>
            </a:xfrm>
            <a:custGeom>
              <a:avLst/>
              <a:gdLst/>
              <a:ahLst/>
              <a:cxnLst/>
              <a:rect l="l" t="t" r="r" b="b"/>
              <a:pathLst>
                <a:path w="12247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7" y="1088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8"/>
            <p:cNvSpPr/>
            <p:nvPr/>
          </p:nvSpPr>
          <p:spPr>
            <a:xfrm>
              <a:off x="6504240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8"/>
            <p:cNvSpPr/>
            <p:nvPr/>
          </p:nvSpPr>
          <p:spPr>
            <a:xfrm>
              <a:off x="6448669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8"/>
            <p:cNvSpPr/>
            <p:nvPr/>
          </p:nvSpPr>
          <p:spPr>
            <a:xfrm>
              <a:off x="6386148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8"/>
            <p:cNvSpPr/>
            <p:nvPr/>
          </p:nvSpPr>
          <p:spPr>
            <a:xfrm>
              <a:off x="6337521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8"/>
            <p:cNvSpPr/>
            <p:nvPr/>
          </p:nvSpPr>
          <p:spPr>
            <a:xfrm>
              <a:off x="6281950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8"/>
            <p:cNvSpPr/>
            <p:nvPr/>
          </p:nvSpPr>
          <p:spPr>
            <a:xfrm>
              <a:off x="6219430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8"/>
            <p:cNvSpPr/>
            <p:nvPr/>
          </p:nvSpPr>
          <p:spPr>
            <a:xfrm>
              <a:off x="705996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8"/>
            <p:cNvSpPr/>
            <p:nvPr/>
          </p:nvSpPr>
          <p:spPr>
            <a:xfrm>
              <a:off x="7004396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8"/>
            <p:cNvSpPr/>
            <p:nvPr/>
          </p:nvSpPr>
          <p:spPr>
            <a:xfrm>
              <a:off x="6948824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8"/>
            <p:cNvSpPr/>
            <p:nvPr/>
          </p:nvSpPr>
          <p:spPr>
            <a:xfrm>
              <a:off x="6893248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8"/>
            <p:cNvSpPr/>
            <p:nvPr/>
          </p:nvSpPr>
          <p:spPr>
            <a:xfrm>
              <a:off x="6837677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8"/>
            <p:cNvSpPr/>
            <p:nvPr/>
          </p:nvSpPr>
          <p:spPr>
            <a:xfrm>
              <a:off x="6782101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8"/>
            <p:cNvSpPr/>
            <p:nvPr/>
          </p:nvSpPr>
          <p:spPr>
            <a:xfrm>
              <a:off x="6719586" y="4769881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8"/>
            <p:cNvSpPr/>
            <p:nvPr/>
          </p:nvSpPr>
          <p:spPr>
            <a:xfrm>
              <a:off x="6670963" y="4769881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8"/>
            <p:cNvSpPr/>
            <p:nvPr/>
          </p:nvSpPr>
          <p:spPr>
            <a:xfrm>
              <a:off x="661538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8"/>
            <p:cNvSpPr/>
            <p:nvPr/>
          </p:nvSpPr>
          <p:spPr>
            <a:xfrm>
              <a:off x="6552862" y="4769881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8"/>
            <p:cNvSpPr/>
            <p:nvPr/>
          </p:nvSpPr>
          <p:spPr>
            <a:xfrm>
              <a:off x="6504240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8"/>
            <p:cNvSpPr/>
            <p:nvPr/>
          </p:nvSpPr>
          <p:spPr>
            <a:xfrm>
              <a:off x="6448669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8"/>
            <p:cNvSpPr/>
            <p:nvPr/>
          </p:nvSpPr>
          <p:spPr>
            <a:xfrm>
              <a:off x="6386148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8"/>
            <p:cNvSpPr/>
            <p:nvPr/>
          </p:nvSpPr>
          <p:spPr>
            <a:xfrm>
              <a:off x="6337521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8"/>
            <p:cNvSpPr/>
            <p:nvPr/>
          </p:nvSpPr>
          <p:spPr>
            <a:xfrm>
              <a:off x="6281950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8"/>
            <p:cNvSpPr/>
            <p:nvPr/>
          </p:nvSpPr>
          <p:spPr>
            <a:xfrm>
              <a:off x="6219430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8"/>
            <p:cNvSpPr/>
            <p:nvPr/>
          </p:nvSpPr>
          <p:spPr>
            <a:xfrm>
              <a:off x="705996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8"/>
            <p:cNvSpPr/>
            <p:nvPr/>
          </p:nvSpPr>
          <p:spPr>
            <a:xfrm>
              <a:off x="7004396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8"/>
            <p:cNvSpPr/>
            <p:nvPr/>
          </p:nvSpPr>
          <p:spPr>
            <a:xfrm>
              <a:off x="6948824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8"/>
            <p:cNvSpPr/>
            <p:nvPr/>
          </p:nvSpPr>
          <p:spPr>
            <a:xfrm>
              <a:off x="6893248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8"/>
            <p:cNvSpPr/>
            <p:nvPr/>
          </p:nvSpPr>
          <p:spPr>
            <a:xfrm>
              <a:off x="6837677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8"/>
            <p:cNvSpPr/>
            <p:nvPr/>
          </p:nvSpPr>
          <p:spPr>
            <a:xfrm>
              <a:off x="6782101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8"/>
            <p:cNvSpPr/>
            <p:nvPr/>
          </p:nvSpPr>
          <p:spPr>
            <a:xfrm>
              <a:off x="6719586" y="4721253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8"/>
            <p:cNvSpPr/>
            <p:nvPr/>
          </p:nvSpPr>
          <p:spPr>
            <a:xfrm>
              <a:off x="6670963" y="4721253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9523" y="952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8"/>
            <p:cNvSpPr/>
            <p:nvPr/>
          </p:nvSpPr>
          <p:spPr>
            <a:xfrm>
              <a:off x="661538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8"/>
            <p:cNvSpPr/>
            <p:nvPr/>
          </p:nvSpPr>
          <p:spPr>
            <a:xfrm>
              <a:off x="6552862" y="4721253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8"/>
            <p:cNvSpPr/>
            <p:nvPr/>
          </p:nvSpPr>
          <p:spPr>
            <a:xfrm>
              <a:off x="6504240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8"/>
            <p:cNvSpPr/>
            <p:nvPr/>
          </p:nvSpPr>
          <p:spPr>
            <a:xfrm>
              <a:off x="6448669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8"/>
            <p:cNvSpPr/>
            <p:nvPr/>
          </p:nvSpPr>
          <p:spPr>
            <a:xfrm>
              <a:off x="6386148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8"/>
            <p:cNvSpPr/>
            <p:nvPr/>
          </p:nvSpPr>
          <p:spPr>
            <a:xfrm>
              <a:off x="6337521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8"/>
            <p:cNvSpPr/>
            <p:nvPr/>
          </p:nvSpPr>
          <p:spPr>
            <a:xfrm>
              <a:off x="6281950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8"/>
            <p:cNvSpPr/>
            <p:nvPr/>
          </p:nvSpPr>
          <p:spPr>
            <a:xfrm>
              <a:off x="6219430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8"/>
            <p:cNvSpPr/>
            <p:nvPr/>
          </p:nvSpPr>
          <p:spPr>
            <a:xfrm>
              <a:off x="705996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8"/>
            <p:cNvSpPr/>
            <p:nvPr/>
          </p:nvSpPr>
          <p:spPr>
            <a:xfrm>
              <a:off x="7004396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8"/>
            <p:cNvSpPr/>
            <p:nvPr/>
          </p:nvSpPr>
          <p:spPr>
            <a:xfrm>
              <a:off x="6948824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8"/>
            <p:cNvSpPr/>
            <p:nvPr/>
          </p:nvSpPr>
          <p:spPr>
            <a:xfrm>
              <a:off x="6893248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8"/>
            <p:cNvSpPr/>
            <p:nvPr/>
          </p:nvSpPr>
          <p:spPr>
            <a:xfrm>
              <a:off x="6837677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8"/>
            <p:cNvSpPr/>
            <p:nvPr/>
          </p:nvSpPr>
          <p:spPr>
            <a:xfrm>
              <a:off x="6782101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8"/>
            <p:cNvSpPr/>
            <p:nvPr/>
          </p:nvSpPr>
          <p:spPr>
            <a:xfrm>
              <a:off x="6719586" y="4665677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8"/>
            <p:cNvSpPr/>
            <p:nvPr/>
          </p:nvSpPr>
          <p:spPr>
            <a:xfrm>
              <a:off x="6670963" y="4665677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8"/>
            <p:cNvSpPr/>
            <p:nvPr/>
          </p:nvSpPr>
          <p:spPr>
            <a:xfrm>
              <a:off x="661538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8"/>
            <p:cNvSpPr/>
            <p:nvPr/>
          </p:nvSpPr>
          <p:spPr>
            <a:xfrm>
              <a:off x="6552862" y="4665677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8"/>
            <p:cNvSpPr/>
            <p:nvPr/>
          </p:nvSpPr>
          <p:spPr>
            <a:xfrm>
              <a:off x="6504240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8"/>
            <p:cNvSpPr/>
            <p:nvPr/>
          </p:nvSpPr>
          <p:spPr>
            <a:xfrm>
              <a:off x="644866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8"/>
            <p:cNvSpPr/>
            <p:nvPr/>
          </p:nvSpPr>
          <p:spPr>
            <a:xfrm>
              <a:off x="6386148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8"/>
            <p:cNvSpPr/>
            <p:nvPr/>
          </p:nvSpPr>
          <p:spPr>
            <a:xfrm>
              <a:off x="6337521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8"/>
            <p:cNvSpPr/>
            <p:nvPr/>
          </p:nvSpPr>
          <p:spPr>
            <a:xfrm>
              <a:off x="6281950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8"/>
            <p:cNvSpPr/>
            <p:nvPr/>
          </p:nvSpPr>
          <p:spPr>
            <a:xfrm>
              <a:off x="6219430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8"/>
            <p:cNvSpPr/>
            <p:nvPr/>
          </p:nvSpPr>
          <p:spPr>
            <a:xfrm>
              <a:off x="705996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8"/>
            <p:cNvSpPr/>
            <p:nvPr/>
          </p:nvSpPr>
          <p:spPr>
            <a:xfrm>
              <a:off x="7004396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8"/>
            <p:cNvSpPr/>
            <p:nvPr/>
          </p:nvSpPr>
          <p:spPr>
            <a:xfrm>
              <a:off x="6948824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8"/>
            <p:cNvSpPr/>
            <p:nvPr/>
          </p:nvSpPr>
          <p:spPr>
            <a:xfrm>
              <a:off x="6893248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8"/>
            <p:cNvSpPr/>
            <p:nvPr/>
          </p:nvSpPr>
          <p:spPr>
            <a:xfrm>
              <a:off x="6837677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8"/>
            <p:cNvSpPr/>
            <p:nvPr/>
          </p:nvSpPr>
          <p:spPr>
            <a:xfrm>
              <a:off x="6782101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8"/>
            <p:cNvSpPr/>
            <p:nvPr/>
          </p:nvSpPr>
          <p:spPr>
            <a:xfrm>
              <a:off x="6719586" y="4603162"/>
              <a:ext cx="62541" cy="62541"/>
            </a:xfrm>
            <a:custGeom>
              <a:avLst/>
              <a:gdLst/>
              <a:ahLst/>
              <a:cxnLst/>
              <a:rect l="l" t="t" r="r" b="b"/>
              <a:pathLst>
                <a:path w="1224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8"/>
            <p:cNvSpPr/>
            <p:nvPr/>
          </p:nvSpPr>
          <p:spPr>
            <a:xfrm>
              <a:off x="6670963" y="4603162"/>
              <a:ext cx="48644" cy="62541"/>
            </a:xfrm>
            <a:custGeom>
              <a:avLst/>
              <a:gdLst/>
              <a:ahLst/>
              <a:cxnLst/>
              <a:rect l="l" t="t" r="r" b="b"/>
              <a:pathLst>
                <a:path w="9524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8"/>
            <p:cNvSpPr/>
            <p:nvPr/>
          </p:nvSpPr>
          <p:spPr>
            <a:xfrm>
              <a:off x="661538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8"/>
            <p:cNvSpPr/>
            <p:nvPr/>
          </p:nvSpPr>
          <p:spPr>
            <a:xfrm>
              <a:off x="6552862" y="4603162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8"/>
            <p:cNvSpPr/>
            <p:nvPr/>
          </p:nvSpPr>
          <p:spPr>
            <a:xfrm>
              <a:off x="6504240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8"/>
            <p:cNvSpPr/>
            <p:nvPr/>
          </p:nvSpPr>
          <p:spPr>
            <a:xfrm>
              <a:off x="6448669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8"/>
            <p:cNvSpPr/>
            <p:nvPr/>
          </p:nvSpPr>
          <p:spPr>
            <a:xfrm>
              <a:off x="6386148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8"/>
            <p:cNvSpPr/>
            <p:nvPr/>
          </p:nvSpPr>
          <p:spPr>
            <a:xfrm>
              <a:off x="6337521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8"/>
            <p:cNvSpPr/>
            <p:nvPr/>
          </p:nvSpPr>
          <p:spPr>
            <a:xfrm>
              <a:off x="6281950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8"/>
            <p:cNvSpPr/>
            <p:nvPr/>
          </p:nvSpPr>
          <p:spPr>
            <a:xfrm>
              <a:off x="6219430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8"/>
            <p:cNvSpPr/>
            <p:nvPr/>
          </p:nvSpPr>
          <p:spPr>
            <a:xfrm>
              <a:off x="705996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8"/>
            <p:cNvSpPr/>
            <p:nvPr/>
          </p:nvSpPr>
          <p:spPr>
            <a:xfrm>
              <a:off x="7004396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8"/>
            <p:cNvSpPr/>
            <p:nvPr/>
          </p:nvSpPr>
          <p:spPr>
            <a:xfrm>
              <a:off x="6948824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4" y="952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8"/>
            <p:cNvSpPr/>
            <p:nvPr/>
          </p:nvSpPr>
          <p:spPr>
            <a:xfrm>
              <a:off x="6893248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8"/>
            <p:cNvSpPr/>
            <p:nvPr/>
          </p:nvSpPr>
          <p:spPr>
            <a:xfrm>
              <a:off x="6837677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8"/>
            <p:cNvSpPr/>
            <p:nvPr/>
          </p:nvSpPr>
          <p:spPr>
            <a:xfrm>
              <a:off x="6782101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8"/>
            <p:cNvSpPr/>
            <p:nvPr/>
          </p:nvSpPr>
          <p:spPr>
            <a:xfrm>
              <a:off x="6719586" y="4554534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8"/>
            <p:cNvSpPr/>
            <p:nvPr/>
          </p:nvSpPr>
          <p:spPr>
            <a:xfrm>
              <a:off x="6670963" y="4554534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8"/>
            <p:cNvSpPr/>
            <p:nvPr/>
          </p:nvSpPr>
          <p:spPr>
            <a:xfrm>
              <a:off x="661538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8"/>
            <p:cNvSpPr/>
            <p:nvPr/>
          </p:nvSpPr>
          <p:spPr>
            <a:xfrm>
              <a:off x="6552862" y="4554534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7" y="952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8"/>
            <p:cNvSpPr/>
            <p:nvPr/>
          </p:nvSpPr>
          <p:spPr>
            <a:xfrm>
              <a:off x="6504240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8"/>
            <p:cNvSpPr/>
            <p:nvPr/>
          </p:nvSpPr>
          <p:spPr>
            <a:xfrm>
              <a:off x="6448669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8"/>
            <p:cNvSpPr/>
            <p:nvPr/>
          </p:nvSpPr>
          <p:spPr>
            <a:xfrm>
              <a:off x="6386148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8"/>
            <p:cNvSpPr/>
            <p:nvPr/>
          </p:nvSpPr>
          <p:spPr>
            <a:xfrm>
              <a:off x="6337521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8"/>
            <p:cNvSpPr/>
            <p:nvPr/>
          </p:nvSpPr>
          <p:spPr>
            <a:xfrm>
              <a:off x="6281950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8"/>
            <p:cNvSpPr/>
            <p:nvPr/>
          </p:nvSpPr>
          <p:spPr>
            <a:xfrm>
              <a:off x="6219430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8"/>
            <p:cNvSpPr/>
            <p:nvPr/>
          </p:nvSpPr>
          <p:spPr>
            <a:xfrm>
              <a:off x="705996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8"/>
            <p:cNvSpPr/>
            <p:nvPr/>
          </p:nvSpPr>
          <p:spPr>
            <a:xfrm>
              <a:off x="7115543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8"/>
            <p:cNvSpPr/>
            <p:nvPr/>
          </p:nvSpPr>
          <p:spPr>
            <a:xfrm>
              <a:off x="7115543" y="4728197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8"/>
            <p:cNvSpPr/>
            <p:nvPr/>
          </p:nvSpPr>
          <p:spPr>
            <a:xfrm>
              <a:off x="7115543" y="466567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8"/>
            <p:cNvSpPr/>
            <p:nvPr/>
          </p:nvSpPr>
          <p:spPr>
            <a:xfrm>
              <a:off x="7115543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8"/>
            <p:cNvSpPr/>
            <p:nvPr/>
          </p:nvSpPr>
          <p:spPr>
            <a:xfrm>
              <a:off x="7115543" y="4561478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8"/>
            <p:cNvSpPr/>
            <p:nvPr/>
          </p:nvSpPr>
          <p:spPr>
            <a:xfrm>
              <a:off x="7004396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8"/>
            <p:cNvSpPr/>
            <p:nvPr/>
          </p:nvSpPr>
          <p:spPr>
            <a:xfrm>
              <a:off x="6948824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8"/>
            <p:cNvSpPr/>
            <p:nvPr/>
          </p:nvSpPr>
          <p:spPr>
            <a:xfrm>
              <a:off x="6893248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8"/>
            <p:cNvSpPr/>
            <p:nvPr/>
          </p:nvSpPr>
          <p:spPr>
            <a:xfrm>
              <a:off x="6837677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8"/>
            <p:cNvSpPr/>
            <p:nvPr/>
          </p:nvSpPr>
          <p:spPr>
            <a:xfrm>
              <a:off x="6782101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8"/>
            <p:cNvSpPr/>
            <p:nvPr/>
          </p:nvSpPr>
          <p:spPr>
            <a:xfrm>
              <a:off x="6719586" y="4498958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8"/>
            <p:cNvSpPr/>
            <p:nvPr/>
          </p:nvSpPr>
          <p:spPr>
            <a:xfrm>
              <a:off x="6670963" y="4498958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8"/>
            <p:cNvSpPr/>
            <p:nvPr/>
          </p:nvSpPr>
          <p:spPr>
            <a:xfrm>
              <a:off x="661538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8"/>
            <p:cNvSpPr/>
            <p:nvPr/>
          </p:nvSpPr>
          <p:spPr>
            <a:xfrm>
              <a:off x="6552862" y="4498958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8"/>
            <p:cNvSpPr/>
            <p:nvPr/>
          </p:nvSpPr>
          <p:spPr>
            <a:xfrm>
              <a:off x="6504240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8"/>
            <p:cNvSpPr/>
            <p:nvPr/>
          </p:nvSpPr>
          <p:spPr>
            <a:xfrm>
              <a:off x="644866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8"/>
            <p:cNvSpPr/>
            <p:nvPr/>
          </p:nvSpPr>
          <p:spPr>
            <a:xfrm>
              <a:off x="6386148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8"/>
            <p:cNvSpPr/>
            <p:nvPr/>
          </p:nvSpPr>
          <p:spPr>
            <a:xfrm>
              <a:off x="6337521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8"/>
            <p:cNvSpPr/>
            <p:nvPr/>
          </p:nvSpPr>
          <p:spPr>
            <a:xfrm>
              <a:off x="6281950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8"/>
            <p:cNvSpPr/>
            <p:nvPr/>
          </p:nvSpPr>
          <p:spPr>
            <a:xfrm>
              <a:off x="6219430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8"/>
            <p:cNvSpPr/>
            <p:nvPr/>
          </p:nvSpPr>
          <p:spPr>
            <a:xfrm>
              <a:off x="6552862" y="4436437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8"/>
            <p:cNvSpPr/>
            <p:nvPr/>
          </p:nvSpPr>
          <p:spPr>
            <a:xfrm>
              <a:off x="6504240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8"/>
            <p:cNvSpPr/>
            <p:nvPr/>
          </p:nvSpPr>
          <p:spPr>
            <a:xfrm>
              <a:off x="6448669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8"/>
            <p:cNvSpPr/>
            <p:nvPr/>
          </p:nvSpPr>
          <p:spPr>
            <a:xfrm>
              <a:off x="6386148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8"/>
            <p:cNvSpPr/>
            <p:nvPr/>
          </p:nvSpPr>
          <p:spPr>
            <a:xfrm>
              <a:off x="6337521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8"/>
            <p:cNvSpPr/>
            <p:nvPr/>
          </p:nvSpPr>
          <p:spPr>
            <a:xfrm>
              <a:off x="6281950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8"/>
            <p:cNvSpPr/>
            <p:nvPr/>
          </p:nvSpPr>
          <p:spPr>
            <a:xfrm>
              <a:off x="6219430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8"/>
            <p:cNvSpPr/>
            <p:nvPr/>
          </p:nvSpPr>
          <p:spPr>
            <a:xfrm>
              <a:off x="6552862" y="4387810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8"/>
            <p:cNvSpPr/>
            <p:nvPr/>
          </p:nvSpPr>
          <p:spPr>
            <a:xfrm>
              <a:off x="6504240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8"/>
            <p:cNvSpPr/>
            <p:nvPr/>
          </p:nvSpPr>
          <p:spPr>
            <a:xfrm>
              <a:off x="6448669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8"/>
            <p:cNvSpPr/>
            <p:nvPr/>
          </p:nvSpPr>
          <p:spPr>
            <a:xfrm>
              <a:off x="6386148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8"/>
            <p:cNvSpPr/>
            <p:nvPr/>
          </p:nvSpPr>
          <p:spPr>
            <a:xfrm>
              <a:off x="6337521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8"/>
            <p:cNvSpPr/>
            <p:nvPr/>
          </p:nvSpPr>
          <p:spPr>
            <a:xfrm>
              <a:off x="6281950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8"/>
            <p:cNvSpPr/>
            <p:nvPr/>
          </p:nvSpPr>
          <p:spPr>
            <a:xfrm>
              <a:off x="6219430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8"/>
            <p:cNvSpPr/>
            <p:nvPr/>
          </p:nvSpPr>
          <p:spPr>
            <a:xfrm>
              <a:off x="6163859" y="4387810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8"/>
            <p:cNvSpPr/>
            <p:nvPr/>
          </p:nvSpPr>
          <p:spPr>
            <a:xfrm>
              <a:off x="6163859" y="445033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8"/>
            <p:cNvSpPr/>
            <p:nvPr/>
          </p:nvSpPr>
          <p:spPr>
            <a:xfrm>
              <a:off x="616385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8"/>
            <p:cNvSpPr/>
            <p:nvPr/>
          </p:nvSpPr>
          <p:spPr>
            <a:xfrm>
              <a:off x="6163859" y="455453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8"/>
            <p:cNvSpPr/>
            <p:nvPr/>
          </p:nvSpPr>
          <p:spPr>
            <a:xfrm>
              <a:off x="6163859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8"/>
            <p:cNvSpPr/>
            <p:nvPr/>
          </p:nvSpPr>
          <p:spPr>
            <a:xfrm>
              <a:off x="616385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8"/>
            <p:cNvSpPr/>
            <p:nvPr/>
          </p:nvSpPr>
          <p:spPr>
            <a:xfrm>
              <a:off x="6163859" y="4721253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8"/>
            <p:cNvSpPr/>
            <p:nvPr/>
          </p:nvSpPr>
          <p:spPr>
            <a:xfrm>
              <a:off x="6163859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8"/>
            <p:cNvSpPr/>
            <p:nvPr/>
          </p:nvSpPr>
          <p:spPr>
            <a:xfrm>
              <a:off x="6552862" y="4325295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8"/>
            <p:cNvSpPr/>
            <p:nvPr/>
          </p:nvSpPr>
          <p:spPr>
            <a:xfrm>
              <a:off x="6504240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8"/>
            <p:cNvSpPr/>
            <p:nvPr/>
          </p:nvSpPr>
          <p:spPr>
            <a:xfrm>
              <a:off x="6448669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8"/>
            <p:cNvSpPr/>
            <p:nvPr/>
          </p:nvSpPr>
          <p:spPr>
            <a:xfrm>
              <a:off x="6386148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8"/>
            <p:cNvSpPr/>
            <p:nvPr/>
          </p:nvSpPr>
          <p:spPr>
            <a:xfrm>
              <a:off x="6337521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8"/>
            <p:cNvSpPr/>
            <p:nvPr/>
          </p:nvSpPr>
          <p:spPr>
            <a:xfrm>
              <a:off x="6281950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8"/>
            <p:cNvSpPr/>
            <p:nvPr/>
          </p:nvSpPr>
          <p:spPr>
            <a:xfrm>
              <a:off x="6219430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7" name="Google Shape;1117;p8"/>
          <p:cNvSpPr/>
          <p:nvPr/>
        </p:nvSpPr>
        <p:spPr>
          <a:xfrm>
            <a:off x="319350" y="243900"/>
            <a:ext cx="8505300" cy="46557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8"/>
          <p:cNvSpPr txBox="1">
            <a:spLocks noGrp="1"/>
          </p:cNvSpPr>
          <p:nvPr>
            <p:ph type="title"/>
          </p:nvPr>
        </p:nvSpPr>
        <p:spPr>
          <a:xfrm>
            <a:off x="1812600" y="1266825"/>
            <a:ext cx="5518800" cy="26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119" name="Google Shape;1119;p8"/>
          <p:cNvGrpSpPr/>
          <p:nvPr/>
        </p:nvGrpSpPr>
        <p:grpSpPr>
          <a:xfrm>
            <a:off x="7398069" y="2977147"/>
            <a:ext cx="1128443" cy="564218"/>
            <a:chOff x="311697" y="-12"/>
            <a:chExt cx="4437449" cy="2218709"/>
          </a:xfrm>
        </p:grpSpPr>
        <p:sp>
          <p:nvSpPr>
            <p:cNvPr id="1120" name="Google Shape;1120;p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9" name="Google Shape;1449;p8"/>
          <p:cNvGrpSpPr/>
          <p:nvPr/>
        </p:nvGrpSpPr>
        <p:grpSpPr>
          <a:xfrm>
            <a:off x="560813" y="539503"/>
            <a:ext cx="1443946" cy="721968"/>
            <a:chOff x="311697" y="-12"/>
            <a:chExt cx="4437449" cy="2218709"/>
          </a:xfrm>
        </p:grpSpPr>
        <p:sp>
          <p:nvSpPr>
            <p:cNvPr id="1450" name="Google Shape;1450;p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9" name="Google Shape;1779;p8"/>
          <p:cNvGrpSpPr/>
          <p:nvPr/>
        </p:nvGrpSpPr>
        <p:grpSpPr>
          <a:xfrm>
            <a:off x="4103916" y="1106508"/>
            <a:ext cx="264001" cy="226285"/>
            <a:chOff x="753950" y="238125"/>
            <a:chExt cx="6111125" cy="5238075"/>
          </a:xfrm>
        </p:grpSpPr>
        <p:sp>
          <p:nvSpPr>
            <p:cNvPr id="1780" name="Google Shape;1780;p8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8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8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8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8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8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8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8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8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8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8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8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8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8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8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8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8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8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8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8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8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8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8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8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8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8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8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7" name="Google Shape;1807;p8"/>
          <p:cNvGrpSpPr/>
          <p:nvPr/>
        </p:nvGrpSpPr>
        <p:grpSpPr>
          <a:xfrm>
            <a:off x="4439996" y="1106508"/>
            <a:ext cx="264001" cy="226285"/>
            <a:chOff x="753950" y="238125"/>
            <a:chExt cx="6111125" cy="5238075"/>
          </a:xfrm>
        </p:grpSpPr>
        <p:sp>
          <p:nvSpPr>
            <p:cNvPr id="1808" name="Google Shape;1808;p8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8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8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8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8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8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8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8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8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8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8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8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8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8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8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8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8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8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8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8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8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8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8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8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8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8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8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5" name="Google Shape;1835;p8"/>
          <p:cNvGrpSpPr/>
          <p:nvPr/>
        </p:nvGrpSpPr>
        <p:grpSpPr>
          <a:xfrm>
            <a:off x="4776076" y="1106508"/>
            <a:ext cx="264001" cy="226285"/>
            <a:chOff x="753950" y="238125"/>
            <a:chExt cx="6111125" cy="5238075"/>
          </a:xfrm>
        </p:grpSpPr>
        <p:sp>
          <p:nvSpPr>
            <p:cNvPr id="1836" name="Google Shape;1836;p8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8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8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8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8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8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8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8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8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8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8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8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8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8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8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8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8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8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8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8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8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8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8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8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8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8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8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AND_BODY_1">
    <p:bg>
      <p:bgPr>
        <a:solidFill>
          <a:schemeClr val="accent6"/>
        </a:solidFill>
        <a:effectLst/>
      </p:bgPr>
    </p:bg>
    <p:spTree>
      <p:nvGrpSpPr>
        <p:cNvPr id="1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5" name="Google Shape;1895;p13"/>
          <p:cNvCxnSpPr/>
          <p:nvPr/>
        </p:nvCxnSpPr>
        <p:spPr>
          <a:xfrm>
            <a:off x="1039500" y="2424889"/>
            <a:ext cx="7065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6" name="Google Shape;1896;p13"/>
          <p:cNvCxnSpPr/>
          <p:nvPr/>
        </p:nvCxnSpPr>
        <p:spPr>
          <a:xfrm>
            <a:off x="1039500" y="3608864"/>
            <a:ext cx="7065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7" name="Google Shape;1897;p13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98" name="Google Shape;1898;p13"/>
          <p:cNvSpPr txBox="1">
            <a:spLocks noGrp="1"/>
          </p:cNvSpPr>
          <p:nvPr>
            <p:ph type="title" idx="2"/>
          </p:nvPr>
        </p:nvSpPr>
        <p:spPr>
          <a:xfrm>
            <a:off x="1148450" y="139752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99" name="Google Shape;1899;p13"/>
          <p:cNvSpPr txBox="1">
            <a:spLocks noGrp="1"/>
          </p:cNvSpPr>
          <p:nvPr>
            <p:ph type="subTitle" idx="1"/>
          </p:nvPr>
        </p:nvSpPr>
        <p:spPr>
          <a:xfrm>
            <a:off x="1148450" y="1657334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0" name="Google Shape;1900;p13"/>
          <p:cNvSpPr txBox="1">
            <a:spLocks noGrp="1"/>
          </p:cNvSpPr>
          <p:nvPr>
            <p:ph type="title" idx="3"/>
          </p:nvPr>
        </p:nvSpPr>
        <p:spPr>
          <a:xfrm>
            <a:off x="1148450" y="2569096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1" name="Google Shape;1901;p13"/>
          <p:cNvSpPr txBox="1">
            <a:spLocks noGrp="1"/>
          </p:cNvSpPr>
          <p:nvPr>
            <p:ph type="subTitle" idx="4"/>
          </p:nvPr>
        </p:nvSpPr>
        <p:spPr>
          <a:xfrm>
            <a:off x="1148450" y="282890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2" name="Google Shape;1902;p13"/>
          <p:cNvSpPr txBox="1">
            <a:spLocks noGrp="1"/>
          </p:cNvSpPr>
          <p:nvPr>
            <p:ph type="title" idx="5"/>
          </p:nvPr>
        </p:nvSpPr>
        <p:spPr>
          <a:xfrm>
            <a:off x="1148450" y="3740666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3" name="Google Shape;1903;p13"/>
          <p:cNvSpPr txBox="1">
            <a:spLocks noGrp="1"/>
          </p:cNvSpPr>
          <p:nvPr>
            <p:ph type="subTitle" idx="6"/>
          </p:nvPr>
        </p:nvSpPr>
        <p:spPr>
          <a:xfrm>
            <a:off x="1148450" y="4000475"/>
            <a:ext cx="3088800" cy="6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4" name="Google Shape;1904;p13"/>
          <p:cNvSpPr txBox="1">
            <a:spLocks noGrp="1"/>
          </p:cNvSpPr>
          <p:nvPr>
            <p:ph type="title" idx="7"/>
          </p:nvPr>
        </p:nvSpPr>
        <p:spPr>
          <a:xfrm>
            <a:off x="4906750" y="139752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5" name="Google Shape;1905;p13"/>
          <p:cNvSpPr txBox="1">
            <a:spLocks noGrp="1"/>
          </p:cNvSpPr>
          <p:nvPr>
            <p:ph type="subTitle" idx="8"/>
          </p:nvPr>
        </p:nvSpPr>
        <p:spPr>
          <a:xfrm>
            <a:off x="4906750" y="1657338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6" name="Google Shape;1906;p13"/>
          <p:cNvSpPr txBox="1">
            <a:spLocks noGrp="1"/>
          </p:cNvSpPr>
          <p:nvPr>
            <p:ph type="title" idx="9"/>
          </p:nvPr>
        </p:nvSpPr>
        <p:spPr>
          <a:xfrm>
            <a:off x="4906750" y="2569107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7" name="Google Shape;1907;p13"/>
          <p:cNvSpPr txBox="1">
            <a:spLocks noGrp="1"/>
          </p:cNvSpPr>
          <p:nvPr>
            <p:ph type="subTitle" idx="13"/>
          </p:nvPr>
        </p:nvSpPr>
        <p:spPr>
          <a:xfrm>
            <a:off x="4906750" y="2828920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908" name="Google Shape;1908;p13"/>
          <p:cNvGrpSpPr/>
          <p:nvPr/>
        </p:nvGrpSpPr>
        <p:grpSpPr>
          <a:xfrm>
            <a:off x="7230575" y="3501811"/>
            <a:ext cx="1540410" cy="1636035"/>
            <a:chOff x="7230575" y="3501811"/>
            <a:chExt cx="1540410" cy="1636035"/>
          </a:xfrm>
        </p:grpSpPr>
        <p:grpSp>
          <p:nvGrpSpPr>
            <p:cNvPr id="1909" name="Google Shape;1909;p13"/>
            <p:cNvGrpSpPr/>
            <p:nvPr/>
          </p:nvGrpSpPr>
          <p:grpSpPr>
            <a:xfrm>
              <a:off x="7655512" y="4362305"/>
              <a:ext cx="775528" cy="775540"/>
              <a:chOff x="7655512" y="4362305"/>
              <a:chExt cx="775528" cy="775540"/>
            </a:xfrm>
          </p:grpSpPr>
          <p:sp>
            <p:nvSpPr>
              <p:cNvPr id="1910" name="Google Shape;1910;p13"/>
              <p:cNvSpPr/>
              <p:nvPr/>
            </p:nvSpPr>
            <p:spPr>
              <a:xfrm flipH="1">
                <a:off x="7825485" y="5042204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13"/>
              <p:cNvSpPr/>
              <p:nvPr/>
            </p:nvSpPr>
            <p:spPr>
              <a:xfrm flipH="1">
                <a:off x="7921094" y="5042204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13"/>
              <p:cNvSpPr/>
              <p:nvPr/>
            </p:nvSpPr>
            <p:spPr>
              <a:xfrm flipH="1">
                <a:off x="7995449" y="5042204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13"/>
              <p:cNvSpPr/>
              <p:nvPr/>
            </p:nvSpPr>
            <p:spPr>
              <a:xfrm flipH="1">
                <a:off x="8080438" y="5042204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13"/>
              <p:cNvSpPr/>
              <p:nvPr/>
            </p:nvSpPr>
            <p:spPr>
              <a:xfrm flipH="1">
                <a:off x="7825485" y="495721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13"/>
              <p:cNvSpPr/>
              <p:nvPr/>
            </p:nvSpPr>
            <p:spPr>
              <a:xfrm flipH="1">
                <a:off x="7921094" y="495721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13"/>
              <p:cNvSpPr/>
              <p:nvPr/>
            </p:nvSpPr>
            <p:spPr>
              <a:xfrm flipH="1">
                <a:off x="7995449" y="495721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13"/>
              <p:cNvSpPr/>
              <p:nvPr/>
            </p:nvSpPr>
            <p:spPr>
              <a:xfrm flipH="1">
                <a:off x="8080438" y="495721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13"/>
              <p:cNvSpPr/>
              <p:nvPr/>
            </p:nvSpPr>
            <p:spPr>
              <a:xfrm flipH="1">
                <a:off x="7825485" y="4872228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13"/>
              <p:cNvSpPr/>
              <p:nvPr/>
            </p:nvSpPr>
            <p:spPr>
              <a:xfrm flipH="1">
                <a:off x="7921094" y="4872228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13"/>
              <p:cNvSpPr/>
              <p:nvPr/>
            </p:nvSpPr>
            <p:spPr>
              <a:xfrm flipH="1">
                <a:off x="7995449" y="4872228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13"/>
              <p:cNvSpPr/>
              <p:nvPr/>
            </p:nvSpPr>
            <p:spPr>
              <a:xfrm flipH="1">
                <a:off x="8080438" y="4872228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13"/>
              <p:cNvSpPr/>
              <p:nvPr/>
            </p:nvSpPr>
            <p:spPr>
              <a:xfrm flipH="1">
                <a:off x="7825485" y="4787235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13"/>
              <p:cNvSpPr/>
              <p:nvPr/>
            </p:nvSpPr>
            <p:spPr>
              <a:xfrm flipH="1">
                <a:off x="7921094" y="4787235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13"/>
              <p:cNvSpPr/>
              <p:nvPr/>
            </p:nvSpPr>
            <p:spPr>
              <a:xfrm flipH="1">
                <a:off x="7995449" y="478723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13"/>
              <p:cNvSpPr/>
              <p:nvPr/>
            </p:nvSpPr>
            <p:spPr>
              <a:xfrm flipH="1">
                <a:off x="8080438" y="4787235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13"/>
              <p:cNvSpPr/>
              <p:nvPr/>
            </p:nvSpPr>
            <p:spPr>
              <a:xfrm flipH="1">
                <a:off x="7825485" y="4702251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13"/>
              <p:cNvSpPr/>
              <p:nvPr/>
            </p:nvSpPr>
            <p:spPr>
              <a:xfrm flipH="1">
                <a:off x="7921094" y="4702251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13"/>
              <p:cNvSpPr/>
              <p:nvPr/>
            </p:nvSpPr>
            <p:spPr>
              <a:xfrm flipH="1">
                <a:off x="7995449" y="4702251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13"/>
              <p:cNvSpPr/>
              <p:nvPr/>
            </p:nvSpPr>
            <p:spPr>
              <a:xfrm flipH="1">
                <a:off x="8080438" y="4702251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13"/>
              <p:cNvSpPr/>
              <p:nvPr/>
            </p:nvSpPr>
            <p:spPr>
              <a:xfrm flipH="1">
                <a:off x="7655512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13"/>
              <p:cNvSpPr/>
              <p:nvPr/>
            </p:nvSpPr>
            <p:spPr>
              <a:xfrm flipH="1">
                <a:off x="7740496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13"/>
              <p:cNvSpPr/>
              <p:nvPr/>
            </p:nvSpPr>
            <p:spPr>
              <a:xfrm flipH="1">
                <a:off x="7825485" y="4617267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13"/>
              <p:cNvSpPr/>
              <p:nvPr/>
            </p:nvSpPr>
            <p:spPr>
              <a:xfrm flipH="1">
                <a:off x="7921094" y="4617267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13"/>
              <p:cNvSpPr/>
              <p:nvPr/>
            </p:nvSpPr>
            <p:spPr>
              <a:xfrm flipH="1">
                <a:off x="7995449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13"/>
              <p:cNvSpPr/>
              <p:nvPr/>
            </p:nvSpPr>
            <p:spPr>
              <a:xfrm flipH="1">
                <a:off x="8080438" y="4617267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13"/>
              <p:cNvSpPr/>
              <p:nvPr/>
            </p:nvSpPr>
            <p:spPr>
              <a:xfrm flipH="1">
                <a:off x="8176054" y="4617267"/>
                <a:ext cx="7439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13"/>
              <p:cNvSpPr/>
              <p:nvPr/>
            </p:nvSpPr>
            <p:spPr>
              <a:xfrm flipH="1">
                <a:off x="8250417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13"/>
              <p:cNvSpPr/>
              <p:nvPr/>
            </p:nvSpPr>
            <p:spPr>
              <a:xfrm flipH="1">
                <a:off x="8335399" y="4617267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13"/>
              <p:cNvSpPr/>
              <p:nvPr/>
            </p:nvSpPr>
            <p:spPr>
              <a:xfrm flipH="1">
                <a:off x="7655512" y="4532274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13"/>
              <p:cNvSpPr/>
              <p:nvPr/>
            </p:nvSpPr>
            <p:spPr>
              <a:xfrm flipH="1">
                <a:off x="7995449" y="4532274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13"/>
              <p:cNvSpPr/>
              <p:nvPr/>
            </p:nvSpPr>
            <p:spPr>
              <a:xfrm flipH="1">
                <a:off x="8335399" y="4532274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13"/>
              <p:cNvSpPr/>
              <p:nvPr/>
            </p:nvSpPr>
            <p:spPr>
              <a:xfrm flipH="1">
                <a:off x="7655512" y="4447290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13"/>
              <p:cNvSpPr/>
              <p:nvPr/>
            </p:nvSpPr>
            <p:spPr>
              <a:xfrm flipH="1">
                <a:off x="7995449" y="4447290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13"/>
              <p:cNvSpPr/>
              <p:nvPr/>
            </p:nvSpPr>
            <p:spPr>
              <a:xfrm flipH="1">
                <a:off x="8335399" y="4447290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13"/>
              <p:cNvSpPr/>
              <p:nvPr/>
            </p:nvSpPr>
            <p:spPr>
              <a:xfrm flipH="1">
                <a:off x="7655512" y="4362305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13"/>
              <p:cNvSpPr/>
              <p:nvPr/>
            </p:nvSpPr>
            <p:spPr>
              <a:xfrm flipH="1">
                <a:off x="7995449" y="436230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13"/>
              <p:cNvSpPr/>
              <p:nvPr/>
            </p:nvSpPr>
            <p:spPr>
              <a:xfrm flipH="1">
                <a:off x="8335399" y="4362305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48" name="Google Shape;1948;p13"/>
            <p:cNvSpPr/>
            <p:nvPr/>
          </p:nvSpPr>
          <p:spPr>
            <a:xfrm flipH="1">
              <a:off x="7315559" y="3767391"/>
              <a:ext cx="85020" cy="8502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13"/>
            <p:cNvSpPr/>
            <p:nvPr/>
          </p:nvSpPr>
          <p:spPr>
            <a:xfrm flipH="1">
              <a:off x="7655512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13"/>
            <p:cNvSpPr/>
            <p:nvPr/>
          </p:nvSpPr>
          <p:spPr>
            <a:xfrm flipH="1">
              <a:off x="8080438" y="3671779"/>
              <a:ext cx="95649" cy="95641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13"/>
            <p:cNvSpPr/>
            <p:nvPr/>
          </p:nvSpPr>
          <p:spPr>
            <a:xfrm flipH="1">
              <a:off x="8685973" y="3597414"/>
              <a:ext cx="85012" cy="95641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13"/>
            <p:cNvSpPr/>
            <p:nvPr/>
          </p:nvSpPr>
          <p:spPr>
            <a:xfrm flipH="1">
              <a:off x="8685973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13"/>
            <p:cNvSpPr/>
            <p:nvPr/>
          </p:nvSpPr>
          <p:spPr>
            <a:xfrm flipH="1">
              <a:off x="8176054" y="3501811"/>
              <a:ext cx="74390" cy="95633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13"/>
            <p:cNvSpPr/>
            <p:nvPr/>
          </p:nvSpPr>
          <p:spPr>
            <a:xfrm flipH="1">
              <a:off x="8250417" y="3501811"/>
              <a:ext cx="85012" cy="95633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55" name="Google Shape;1955;p13"/>
            <p:cNvGrpSpPr/>
            <p:nvPr/>
          </p:nvGrpSpPr>
          <p:grpSpPr>
            <a:xfrm>
              <a:off x="7230575" y="3501811"/>
              <a:ext cx="1540410" cy="860514"/>
              <a:chOff x="7230575" y="3501811"/>
              <a:chExt cx="1540410" cy="860514"/>
            </a:xfrm>
          </p:grpSpPr>
          <p:sp>
            <p:nvSpPr>
              <p:cNvPr id="1956" name="Google Shape;1956;p13"/>
              <p:cNvSpPr/>
              <p:nvPr/>
            </p:nvSpPr>
            <p:spPr>
              <a:xfrm flipH="1">
                <a:off x="731555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13"/>
              <p:cNvSpPr/>
              <p:nvPr/>
            </p:nvSpPr>
            <p:spPr>
              <a:xfrm flipH="1">
                <a:off x="7400551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13"/>
              <p:cNvSpPr/>
              <p:nvPr/>
            </p:nvSpPr>
            <p:spPr>
              <a:xfrm flipH="1">
                <a:off x="7485535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13"/>
              <p:cNvSpPr/>
              <p:nvPr/>
            </p:nvSpPr>
            <p:spPr>
              <a:xfrm flipH="1">
                <a:off x="7570520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13"/>
              <p:cNvSpPr/>
              <p:nvPr/>
            </p:nvSpPr>
            <p:spPr>
              <a:xfrm flipH="1">
                <a:off x="7655512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13"/>
              <p:cNvSpPr/>
              <p:nvPr/>
            </p:nvSpPr>
            <p:spPr>
              <a:xfrm flipH="1">
                <a:off x="7740496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13"/>
              <p:cNvSpPr/>
              <p:nvPr/>
            </p:nvSpPr>
            <p:spPr>
              <a:xfrm flipH="1">
                <a:off x="7825485" y="4277321"/>
                <a:ext cx="95633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13"/>
              <p:cNvSpPr/>
              <p:nvPr/>
            </p:nvSpPr>
            <p:spPr>
              <a:xfrm flipH="1">
                <a:off x="7921094" y="4277321"/>
                <a:ext cx="7438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13"/>
              <p:cNvSpPr/>
              <p:nvPr/>
            </p:nvSpPr>
            <p:spPr>
              <a:xfrm flipH="1">
                <a:off x="799544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13"/>
              <p:cNvSpPr/>
              <p:nvPr/>
            </p:nvSpPr>
            <p:spPr>
              <a:xfrm flipH="1">
                <a:off x="8080438" y="4277321"/>
                <a:ext cx="95649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13"/>
              <p:cNvSpPr/>
              <p:nvPr/>
            </p:nvSpPr>
            <p:spPr>
              <a:xfrm flipH="1">
                <a:off x="8176054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13"/>
              <p:cNvSpPr/>
              <p:nvPr/>
            </p:nvSpPr>
            <p:spPr>
              <a:xfrm flipH="1">
                <a:off x="825041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13"/>
              <p:cNvSpPr/>
              <p:nvPr/>
            </p:nvSpPr>
            <p:spPr>
              <a:xfrm flipH="1">
                <a:off x="833539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13"/>
              <p:cNvSpPr/>
              <p:nvPr/>
            </p:nvSpPr>
            <p:spPr>
              <a:xfrm flipH="1">
                <a:off x="8431015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13"/>
              <p:cNvSpPr/>
              <p:nvPr/>
            </p:nvSpPr>
            <p:spPr>
              <a:xfrm flipH="1">
                <a:off x="850537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13"/>
              <p:cNvSpPr/>
              <p:nvPr/>
            </p:nvSpPr>
            <p:spPr>
              <a:xfrm flipH="1">
                <a:off x="859035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13"/>
              <p:cNvSpPr/>
              <p:nvPr/>
            </p:nvSpPr>
            <p:spPr>
              <a:xfrm flipH="1">
                <a:off x="731555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13"/>
              <p:cNvSpPr/>
              <p:nvPr/>
            </p:nvSpPr>
            <p:spPr>
              <a:xfrm flipH="1">
                <a:off x="7400551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13"/>
              <p:cNvSpPr/>
              <p:nvPr/>
            </p:nvSpPr>
            <p:spPr>
              <a:xfrm flipH="1">
                <a:off x="7485535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13"/>
              <p:cNvSpPr/>
              <p:nvPr/>
            </p:nvSpPr>
            <p:spPr>
              <a:xfrm flipH="1">
                <a:off x="7570520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13"/>
              <p:cNvSpPr/>
              <p:nvPr/>
            </p:nvSpPr>
            <p:spPr>
              <a:xfrm flipH="1">
                <a:off x="7655512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13"/>
              <p:cNvSpPr/>
              <p:nvPr/>
            </p:nvSpPr>
            <p:spPr>
              <a:xfrm flipH="1">
                <a:off x="7740496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13"/>
              <p:cNvSpPr/>
              <p:nvPr/>
            </p:nvSpPr>
            <p:spPr>
              <a:xfrm flipH="1">
                <a:off x="7825485" y="4181710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13"/>
              <p:cNvSpPr/>
              <p:nvPr/>
            </p:nvSpPr>
            <p:spPr>
              <a:xfrm flipH="1">
                <a:off x="7921094" y="4181710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13"/>
              <p:cNvSpPr/>
              <p:nvPr/>
            </p:nvSpPr>
            <p:spPr>
              <a:xfrm flipH="1">
                <a:off x="799544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13"/>
              <p:cNvSpPr/>
              <p:nvPr/>
            </p:nvSpPr>
            <p:spPr>
              <a:xfrm flipH="1">
                <a:off x="8080438" y="4181710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13"/>
              <p:cNvSpPr/>
              <p:nvPr/>
            </p:nvSpPr>
            <p:spPr>
              <a:xfrm flipH="1">
                <a:off x="8176054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13"/>
              <p:cNvSpPr/>
              <p:nvPr/>
            </p:nvSpPr>
            <p:spPr>
              <a:xfrm flipH="1">
                <a:off x="825041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13"/>
              <p:cNvSpPr/>
              <p:nvPr/>
            </p:nvSpPr>
            <p:spPr>
              <a:xfrm flipH="1">
                <a:off x="833539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13"/>
              <p:cNvSpPr/>
              <p:nvPr/>
            </p:nvSpPr>
            <p:spPr>
              <a:xfrm flipH="1">
                <a:off x="8431015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13"/>
              <p:cNvSpPr/>
              <p:nvPr/>
            </p:nvSpPr>
            <p:spPr>
              <a:xfrm flipH="1">
                <a:off x="850537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13"/>
              <p:cNvSpPr/>
              <p:nvPr/>
            </p:nvSpPr>
            <p:spPr>
              <a:xfrm flipH="1">
                <a:off x="859035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13"/>
              <p:cNvSpPr/>
              <p:nvPr/>
            </p:nvSpPr>
            <p:spPr>
              <a:xfrm flipH="1">
                <a:off x="731555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13"/>
              <p:cNvSpPr/>
              <p:nvPr/>
            </p:nvSpPr>
            <p:spPr>
              <a:xfrm flipH="1">
                <a:off x="7400551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13"/>
              <p:cNvSpPr/>
              <p:nvPr/>
            </p:nvSpPr>
            <p:spPr>
              <a:xfrm flipH="1">
                <a:off x="7485535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13"/>
              <p:cNvSpPr/>
              <p:nvPr/>
            </p:nvSpPr>
            <p:spPr>
              <a:xfrm flipH="1">
                <a:off x="7570520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13"/>
              <p:cNvSpPr/>
              <p:nvPr/>
            </p:nvSpPr>
            <p:spPr>
              <a:xfrm flipH="1">
                <a:off x="7655512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13"/>
              <p:cNvSpPr/>
              <p:nvPr/>
            </p:nvSpPr>
            <p:spPr>
              <a:xfrm flipH="1">
                <a:off x="7740496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13"/>
              <p:cNvSpPr/>
              <p:nvPr/>
            </p:nvSpPr>
            <p:spPr>
              <a:xfrm flipH="1">
                <a:off x="7825485" y="4107344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13"/>
              <p:cNvSpPr/>
              <p:nvPr/>
            </p:nvSpPr>
            <p:spPr>
              <a:xfrm flipH="1">
                <a:off x="7921094" y="4107344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13"/>
              <p:cNvSpPr/>
              <p:nvPr/>
            </p:nvSpPr>
            <p:spPr>
              <a:xfrm flipH="1">
                <a:off x="799544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13"/>
              <p:cNvSpPr/>
              <p:nvPr/>
            </p:nvSpPr>
            <p:spPr>
              <a:xfrm flipH="1">
                <a:off x="8080438" y="410734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13"/>
              <p:cNvSpPr/>
              <p:nvPr/>
            </p:nvSpPr>
            <p:spPr>
              <a:xfrm flipH="1">
                <a:off x="8176054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13"/>
              <p:cNvSpPr/>
              <p:nvPr/>
            </p:nvSpPr>
            <p:spPr>
              <a:xfrm flipH="1">
                <a:off x="825041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13"/>
              <p:cNvSpPr/>
              <p:nvPr/>
            </p:nvSpPr>
            <p:spPr>
              <a:xfrm flipH="1">
                <a:off x="833539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13"/>
              <p:cNvSpPr/>
              <p:nvPr/>
            </p:nvSpPr>
            <p:spPr>
              <a:xfrm flipH="1">
                <a:off x="8431015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13"/>
              <p:cNvSpPr/>
              <p:nvPr/>
            </p:nvSpPr>
            <p:spPr>
              <a:xfrm flipH="1">
                <a:off x="850537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13"/>
              <p:cNvSpPr/>
              <p:nvPr/>
            </p:nvSpPr>
            <p:spPr>
              <a:xfrm flipH="1">
                <a:off x="859035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13"/>
              <p:cNvSpPr/>
              <p:nvPr/>
            </p:nvSpPr>
            <p:spPr>
              <a:xfrm flipH="1">
                <a:off x="731555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13"/>
              <p:cNvSpPr/>
              <p:nvPr/>
            </p:nvSpPr>
            <p:spPr>
              <a:xfrm flipH="1">
                <a:off x="7400551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13"/>
              <p:cNvSpPr/>
              <p:nvPr/>
            </p:nvSpPr>
            <p:spPr>
              <a:xfrm flipH="1">
                <a:off x="7485535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13"/>
              <p:cNvSpPr/>
              <p:nvPr/>
            </p:nvSpPr>
            <p:spPr>
              <a:xfrm flipH="1">
                <a:off x="7570520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13"/>
              <p:cNvSpPr/>
              <p:nvPr/>
            </p:nvSpPr>
            <p:spPr>
              <a:xfrm flipH="1">
                <a:off x="7655512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13"/>
              <p:cNvSpPr/>
              <p:nvPr/>
            </p:nvSpPr>
            <p:spPr>
              <a:xfrm flipH="1">
                <a:off x="7740496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13"/>
              <p:cNvSpPr/>
              <p:nvPr/>
            </p:nvSpPr>
            <p:spPr>
              <a:xfrm flipH="1">
                <a:off x="7825485" y="402235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13"/>
              <p:cNvSpPr/>
              <p:nvPr/>
            </p:nvSpPr>
            <p:spPr>
              <a:xfrm flipH="1">
                <a:off x="7921094" y="402235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13"/>
              <p:cNvSpPr/>
              <p:nvPr/>
            </p:nvSpPr>
            <p:spPr>
              <a:xfrm flipH="1">
                <a:off x="799544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13"/>
              <p:cNvSpPr/>
              <p:nvPr/>
            </p:nvSpPr>
            <p:spPr>
              <a:xfrm flipH="1">
                <a:off x="8080438" y="402235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13"/>
              <p:cNvSpPr/>
              <p:nvPr/>
            </p:nvSpPr>
            <p:spPr>
              <a:xfrm flipH="1">
                <a:off x="8176054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13"/>
              <p:cNvSpPr/>
              <p:nvPr/>
            </p:nvSpPr>
            <p:spPr>
              <a:xfrm flipH="1">
                <a:off x="825041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13"/>
              <p:cNvSpPr/>
              <p:nvPr/>
            </p:nvSpPr>
            <p:spPr>
              <a:xfrm flipH="1">
                <a:off x="833539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13"/>
              <p:cNvSpPr/>
              <p:nvPr/>
            </p:nvSpPr>
            <p:spPr>
              <a:xfrm flipH="1">
                <a:off x="8431015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13"/>
              <p:cNvSpPr/>
              <p:nvPr/>
            </p:nvSpPr>
            <p:spPr>
              <a:xfrm flipH="1">
                <a:off x="850537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13"/>
              <p:cNvSpPr/>
              <p:nvPr/>
            </p:nvSpPr>
            <p:spPr>
              <a:xfrm flipH="1">
                <a:off x="859035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13"/>
              <p:cNvSpPr/>
              <p:nvPr/>
            </p:nvSpPr>
            <p:spPr>
              <a:xfrm flipH="1">
                <a:off x="731555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13"/>
              <p:cNvSpPr/>
              <p:nvPr/>
            </p:nvSpPr>
            <p:spPr>
              <a:xfrm flipH="1">
                <a:off x="7400551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13"/>
              <p:cNvSpPr/>
              <p:nvPr/>
            </p:nvSpPr>
            <p:spPr>
              <a:xfrm flipH="1">
                <a:off x="7485535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13"/>
              <p:cNvSpPr/>
              <p:nvPr/>
            </p:nvSpPr>
            <p:spPr>
              <a:xfrm flipH="1">
                <a:off x="7570520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13"/>
              <p:cNvSpPr/>
              <p:nvPr/>
            </p:nvSpPr>
            <p:spPr>
              <a:xfrm flipH="1">
                <a:off x="7655512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13"/>
              <p:cNvSpPr/>
              <p:nvPr/>
            </p:nvSpPr>
            <p:spPr>
              <a:xfrm flipH="1">
                <a:off x="7740496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13"/>
              <p:cNvSpPr/>
              <p:nvPr/>
            </p:nvSpPr>
            <p:spPr>
              <a:xfrm flipH="1">
                <a:off x="7825485" y="3926748"/>
                <a:ext cx="95633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13"/>
              <p:cNvSpPr/>
              <p:nvPr/>
            </p:nvSpPr>
            <p:spPr>
              <a:xfrm flipH="1">
                <a:off x="7921094" y="3926748"/>
                <a:ext cx="7438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13"/>
              <p:cNvSpPr/>
              <p:nvPr/>
            </p:nvSpPr>
            <p:spPr>
              <a:xfrm flipH="1">
                <a:off x="799544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13"/>
              <p:cNvSpPr/>
              <p:nvPr/>
            </p:nvSpPr>
            <p:spPr>
              <a:xfrm flipH="1">
                <a:off x="8080438" y="3926748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13"/>
              <p:cNvSpPr/>
              <p:nvPr/>
            </p:nvSpPr>
            <p:spPr>
              <a:xfrm flipH="1">
                <a:off x="8176054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13"/>
              <p:cNvSpPr/>
              <p:nvPr/>
            </p:nvSpPr>
            <p:spPr>
              <a:xfrm flipH="1">
                <a:off x="825041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13"/>
              <p:cNvSpPr/>
              <p:nvPr/>
            </p:nvSpPr>
            <p:spPr>
              <a:xfrm flipH="1">
                <a:off x="833539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13"/>
              <p:cNvSpPr/>
              <p:nvPr/>
            </p:nvSpPr>
            <p:spPr>
              <a:xfrm flipH="1">
                <a:off x="8431015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13"/>
              <p:cNvSpPr/>
              <p:nvPr/>
            </p:nvSpPr>
            <p:spPr>
              <a:xfrm flipH="1">
                <a:off x="850537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13"/>
              <p:cNvSpPr/>
              <p:nvPr/>
            </p:nvSpPr>
            <p:spPr>
              <a:xfrm flipH="1">
                <a:off x="859035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13"/>
              <p:cNvSpPr/>
              <p:nvPr/>
            </p:nvSpPr>
            <p:spPr>
              <a:xfrm flipH="1">
                <a:off x="731555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13"/>
              <p:cNvSpPr/>
              <p:nvPr/>
            </p:nvSpPr>
            <p:spPr>
              <a:xfrm flipH="1">
                <a:off x="7400551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13"/>
              <p:cNvSpPr/>
              <p:nvPr/>
            </p:nvSpPr>
            <p:spPr>
              <a:xfrm flipH="1">
                <a:off x="7485535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13"/>
              <p:cNvSpPr/>
              <p:nvPr/>
            </p:nvSpPr>
            <p:spPr>
              <a:xfrm flipH="1">
                <a:off x="7570520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13"/>
              <p:cNvSpPr/>
              <p:nvPr/>
            </p:nvSpPr>
            <p:spPr>
              <a:xfrm flipH="1">
                <a:off x="7655512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13"/>
              <p:cNvSpPr/>
              <p:nvPr/>
            </p:nvSpPr>
            <p:spPr>
              <a:xfrm flipH="1">
                <a:off x="7740496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13"/>
              <p:cNvSpPr/>
              <p:nvPr/>
            </p:nvSpPr>
            <p:spPr>
              <a:xfrm flipH="1">
                <a:off x="7825485" y="3852383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13"/>
              <p:cNvSpPr/>
              <p:nvPr/>
            </p:nvSpPr>
            <p:spPr>
              <a:xfrm flipH="1">
                <a:off x="7921094" y="3852383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13"/>
              <p:cNvSpPr/>
              <p:nvPr/>
            </p:nvSpPr>
            <p:spPr>
              <a:xfrm flipH="1">
                <a:off x="799544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13"/>
              <p:cNvSpPr/>
              <p:nvPr/>
            </p:nvSpPr>
            <p:spPr>
              <a:xfrm flipH="1">
                <a:off x="8080438" y="3852383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13"/>
              <p:cNvSpPr/>
              <p:nvPr/>
            </p:nvSpPr>
            <p:spPr>
              <a:xfrm flipH="1">
                <a:off x="8176054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13"/>
              <p:cNvSpPr/>
              <p:nvPr/>
            </p:nvSpPr>
            <p:spPr>
              <a:xfrm flipH="1">
                <a:off x="825041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13"/>
              <p:cNvSpPr/>
              <p:nvPr/>
            </p:nvSpPr>
            <p:spPr>
              <a:xfrm flipH="1">
                <a:off x="833539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13"/>
              <p:cNvSpPr/>
              <p:nvPr/>
            </p:nvSpPr>
            <p:spPr>
              <a:xfrm flipH="1">
                <a:off x="8431015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13"/>
              <p:cNvSpPr/>
              <p:nvPr/>
            </p:nvSpPr>
            <p:spPr>
              <a:xfrm flipH="1">
                <a:off x="850537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13"/>
              <p:cNvSpPr/>
              <p:nvPr/>
            </p:nvSpPr>
            <p:spPr>
              <a:xfrm flipH="1">
                <a:off x="859035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13"/>
              <p:cNvSpPr/>
              <p:nvPr/>
            </p:nvSpPr>
            <p:spPr>
              <a:xfrm flipH="1">
                <a:off x="7230575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13"/>
              <p:cNvSpPr/>
              <p:nvPr/>
            </p:nvSpPr>
            <p:spPr>
              <a:xfrm flipH="1">
                <a:off x="7230575" y="411796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13"/>
              <p:cNvSpPr/>
              <p:nvPr/>
            </p:nvSpPr>
            <p:spPr>
              <a:xfrm flipH="1">
                <a:off x="7230575" y="4022352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13"/>
              <p:cNvSpPr/>
              <p:nvPr/>
            </p:nvSpPr>
            <p:spPr>
              <a:xfrm flipH="1">
                <a:off x="7230575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13"/>
              <p:cNvSpPr/>
              <p:nvPr/>
            </p:nvSpPr>
            <p:spPr>
              <a:xfrm flipH="1">
                <a:off x="7230575" y="3863002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13"/>
              <p:cNvSpPr/>
              <p:nvPr/>
            </p:nvSpPr>
            <p:spPr>
              <a:xfrm flipH="1">
                <a:off x="7400551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13"/>
              <p:cNvSpPr/>
              <p:nvPr/>
            </p:nvSpPr>
            <p:spPr>
              <a:xfrm flipH="1">
                <a:off x="7485535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13"/>
              <p:cNvSpPr/>
              <p:nvPr/>
            </p:nvSpPr>
            <p:spPr>
              <a:xfrm flipH="1">
                <a:off x="7570520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13"/>
              <p:cNvSpPr/>
              <p:nvPr/>
            </p:nvSpPr>
            <p:spPr>
              <a:xfrm flipH="1">
                <a:off x="7740496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13"/>
              <p:cNvSpPr/>
              <p:nvPr/>
            </p:nvSpPr>
            <p:spPr>
              <a:xfrm flipH="1">
                <a:off x="7825485" y="3767391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13"/>
              <p:cNvSpPr/>
              <p:nvPr/>
            </p:nvSpPr>
            <p:spPr>
              <a:xfrm flipH="1">
                <a:off x="7921094" y="3767391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13"/>
              <p:cNvSpPr/>
              <p:nvPr/>
            </p:nvSpPr>
            <p:spPr>
              <a:xfrm flipH="1">
                <a:off x="799544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13"/>
              <p:cNvSpPr/>
              <p:nvPr/>
            </p:nvSpPr>
            <p:spPr>
              <a:xfrm flipH="1">
                <a:off x="8080438" y="3767391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13"/>
              <p:cNvSpPr/>
              <p:nvPr/>
            </p:nvSpPr>
            <p:spPr>
              <a:xfrm flipH="1">
                <a:off x="8176054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13"/>
              <p:cNvSpPr/>
              <p:nvPr/>
            </p:nvSpPr>
            <p:spPr>
              <a:xfrm flipH="1">
                <a:off x="825041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13"/>
              <p:cNvSpPr/>
              <p:nvPr/>
            </p:nvSpPr>
            <p:spPr>
              <a:xfrm flipH="1">
                <a:off x="833539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13"/>
              <p:cNvSpPr/>
              <p:nvPr/>
            </p:nvSpPr>
            <p:spPr>
              <a:xfrm flipH="1">
                <a:off x="8431015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13"/>
              <p:cNvSpPr/>
              <p:nvPr/>
            </p:nvSpPr>
            <p:spPr>
              <a:xfrm flipH="1">
                <a:off x="850537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13"/>
              <p:cNvSpPr/>
              <p:nvPr/>
            </p:nvSpPr>
            <p:spPr>
              <a:xfrm flipH="1">
                <a:off x="859035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13"/>
              <p:cNvSpPr/>
              <p:nvPr/>
            </p:nvSpPr>
            <p:spPr>
              <a:xfrm flipH="1">
                <a:off x="8176054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13"/>
              <p:cNvSpPr/>
              <p:nvPr/>
            </p:nvSpPr>
            <p:spPr>
              <a:xfrm flipH="1">
                <a:off x="825041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13"/>
              <p:cNvSpPr/>
              <p:nvPr/>
            </p:nvSpPr>
            <p:spPr>
              <a:xfrm flipH="1">
                <a:off x="833539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13"/>
              <p:cNvSpPr/>
              <p:nvPr/>
            </p:nvSpPr>
            <p:spPr>
              <a:xfrm flipH="1">
                <a:off x="8431015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13"/>
              <p:cNvSpPr/>
              <p:nvPr/>
            </p:nvSpPr>
            <p:spPr>
              <a:xfrm flipH="1">
                <a:off x="850537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13"/>
              <p:cNvSpPr/>
              <p:nvPr/>
            </p:nvSpPr>
            <p:spPr>
              <a:xfrm flipH="1">
                <a:off x="859035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13"/>
              <p:cNvSpPr/>
              <p:nvPr/>
            </p:nvSpPr>
            <p:spPr>
              <a:xfrm flipH="1">
                <a:off x="8080438" y="359741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13"/>
              <p:cNvSpPr/>
              <p:nvPr/>
            </p:nvSpPr>
            <p:spPr>
              <a:xfrm flipH="1">
                <a:off x="8176054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13"/>
              <p:cNvSpPr/>
              <p:nvPr/>
            </p:nvSpPr>
            <p:spPr>
              <a:xfrm flipH="1">
                <a:off x="825041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13"/>
              <p:cNvSpPr/>
              <p:nvPr/>
            </p:nvSpPr>
            <p:spPr>
              <a:xfrm flipH="1">
                <a:off x="833539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13"/>
              <p:cNvSpPr/>
              <p:nvPr/>
            </p:nvSpPr>
            <p:spPr>
              <a:xfrm flipH="1">
                <a:off x="8431015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13"/>
              <p:cNvSpPr/>
              <p:nvPr/>
            </p:nvSpPr>
            <p:spPr>
              <a:xfrm flipH="1">
                <a:off x="850537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13"/>
              <p:cNvSpPr/>
              <p:nvPr/>
            </p:nvSpPr>
            <p:spPr>
              <a:xfrm flipH="1">
                <a:off x="859035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13"/>
              <p:cNvSpPr/>
              <p:nvPr/>
            </p:nvSpPr>
            <p:spPr>
              <a:xfrm flipH="1">
                <a:off x="8685973" y="3693026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13"/>
              <p:cNvSpPr/>
              <p:nvPr/>
            </p:nvSpPr>
            <p:spPr>
              <a:xfrm flipH="1">
                <a:off x="8685973" y="3852383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13"/>
              <p:cNvSpPr/>
              <p:nvPr/>
            </p:nvSpPr>
            <p:spPr>
              <a:xfrm flipH="1">
                <a:off x="8685973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13"/>
              <p:cNvSpPr/>
              <p:nvPr/>
            </p:nvSpPr>
            <p:spPr>
              <a:xfrm flipH="1">
                <a:off x="8685973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13"/>
              <p:cNvSpPr/>
              <p:nvPr/>
            </p:nvSpPr>
            <p:spPr>
              <a:xfrm flipH="1">
                <a:off x="8685973" y="4107344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13"/>
              <p:cNvSpPr/>
              <p:nvPr/>
            </p:nvSpPr>
            <p:spPr>
              <a:xfrm flipH="1">
                <a:off x="8685973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13"/>
              <p:cNvSpPr/>
              <p:nvPr/>
            </p:nvSpPr>
            <p:spPr>
              <a:xfrm flipH="1">
                <a:off x="8080438" y="3501811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13"/>
              <p:cNvSpPr/>
              <p:nvPr/>
            </p:nvSpPr>
            <p:spPr>
              <a:xfrm flipH="1">
                <a:off x="833539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13"/>
              <p:cNvSpPr/>
              <p:nvPr/>
            </p:nvSpPr>
            <p:spPr>
              <a:xfrm flipH="1">
                <a:off x="8431015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13"/>
              <p:cNvSpPr/>
              <p:nvPr/>
            </p:nvSpPr>
            <p:spPr>
              <a:xfrm flipH="1">
                <a:off x="850537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13"/>
              <p:cNvSpPr/>
              <p:nvPr/>
            </p:nvSpPr>
            <p:spPr>
              <a:xfrm flipH="1">
                <a:off x="859035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5" name="Google Shape;2095;p13"/>
          <p:cNvGrpSpPr/>
          <p:nvPr/>
        </p:nvGrpSpPr>
        <p:grpSpPr>
          <a:xfrm>
            <a:off x="6163859" y="4325295"/>
            <a:ext cx="1007280" cy="1069810"/>
            <a:chOff x="6163859" y="4325295"/>
            <a:chExt cx="1007280" cy="1069810"/>
          </a:xfrm>
        </p:grpSpPr>
        <p:sp>
          <p:nvSpPr>
            <p:cNvPr id="2096" name="Google Shape;2096;p13"/>
            <p:cNvSpPr/>
            <p:nvPr/>
          </p:nvSpPr>
          <p:spPr>
            <a:xfrm>
              <a:off x="6719586" y="5332558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13"/>
            <p:cNvSpPr/>
            <p:nvPr/>
          </p:nvSpPr>
          <p:spPr>
            <a:xfrm>
              <a:off x="6670963" y="5332558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13"/>
            <p:cNvSpPr/>
            <p:nvPr/>
          </p:nvSpPr>
          <p:spPr>
            <a:xfrm>
              <a:off x="6615387" y="5332558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13"/>
            <p:cNvSpPr/>
            <p:nvPr/>
          </p:nvSpPr>
          <p:spPr>
            <a:xfrm>
              <a:off x="6552862" y="5332558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13"/>
            <p:cNvSpPr/>
            <p:nvPr/>
          </p:nvSpPr>
          <p:spPr>
            <a:xfrm>
              <a:off x="6719586" y="5276982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13"/>
            <p:cNvSpPr/>
            <p:nvPr/>
          </p:nvSpPr>
          <p:spPr>
            <a:xfrm>
              <a:off x="6670963" y="5276982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13"/>
            <p:cNvSpPr/>
            <p:nvPr/>
          </p:nvSpPr>
          <p:spPr>
            <a:xfrm>
              <a:off x="6615387" y="527698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13"/>
            <p:cNvSpPr/>
            <p:nvPr/>
          </p:nvSpPr>
          <p:spPr>
            <a:xfrm>
              <a:off x="6552862" y="5276982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13"/>
            <p:cNvSpPr/>
            <p:nvPr/>
          </p:nvSpPr>
          <p:spPr>
            <a:xfrm>
              <a:off x="6719586" y="522141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13"/>
            <p:cNvSpPr/>
            <p:nvPr/>
          </p:nvSpPr>
          <p:spPr>
            <a:xfrm>
              <a:off x="6670963" y="522141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13"/>
            <p:cNvSpPr/>
            <p:nvPr/>
          </p:nvSpPr>
          <p:spPr>
            <a:xfrm>
              <a:off x="6615387" y="522141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13"/>
            <p:cNvSpPr/>
            <p:nvPr/>
          </p:nvSpPr>
          <p:spPr>
            <a:xfrm>
              <a:off x="6552862" y="522141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13"/>
            <p:cNvSpPr/>
            <p:nvPr/>
          </p:nvSpPr>
          <p:spPr>
            <a:xfrm>
              <a:off x="6719586" y="5165834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13"/>
            <p:cNvSpPr/>
            <p:nvPr/>
          </p:nvSpPr>
          <p:spPr>
            <a:xfrm>
              <a:off x="6670963" y="5165834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13"/>
            <p:cNvSpPr/>
            <p:nvPr/>
          </p:nvSpPr>
          <p:spPr>
            <a:xfrm>
              <a:off x="6615387" y="5165834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13"/>
            <p:cNvSpPr/>
            <p:nvPr/>
          </p:nvSpPr>
          <p:spPr>
            <a:xfrm>
              <a:off x="6552862" y="5165834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13"/>
            <p:cNvSpPr/>
            <p:nvPr/>
          </p:nvSpPr>
          <p:spPr>
            <a:xfrm>
              <a:off x="6719586" y="5110263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13"/>
            <p:cNvSpPr/>
            <p:nvPr/>
          </p:nvSpPr>
          <p:spPr>
            <a:xfrm>
              <a:off x="6670963" y="5110263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13"/>
            <p:cNvSpPr/>
            <p:nvPr/>
          </p:nvSpPr>
          <p:spPr>
            <a:xfrm>
              <a:off x="6615387" y="5110263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13"/>
            <p:cNvSpPr/>
            <p:nvPr/>
          </p:nvSpPr>
          <p:spPr>
            <a:xfrm>
              <a:off x="6552862" y="5110263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13"/>
            <p:cNvSpPr/>
            <p:nvPr/>
          </p:nvSpPr>
          <p:spPr>
            <a:xfrm>
              <a:off x="6837677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13"/>
            <p:cNvSpPr/>
            <p:nvPr/>
          </p:nvSpPr>
          <p:spPr>
            <a:xfrm>
              <a:off x="6782101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13"/>
            <p:cNvSpPr/>
            <p:nvPr/>
          </p:nvSpPr>
          <p:spPr>
            <a:xfrm>
              <a:off x="6719586" y="505469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13"/>
            <p:cNvSpPr/>
            <p:nvPr/>
          </p:nvSpPr>
          <p:spPr>
            <a:xfrm>
              <a:off x="6670963" y="505469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13"/>
            <p:cNvSpPr/>
            <p:nvPr/>
          </p:nvSpPr>
          <p:spPr>
            <a:xfrm>
              <a:off x="6615387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13"/>
            <p:cNvSpPr/>
            <p:nvPr/>
          </p:nvSpPr>
          <p:spPr>
            <a:xfrm>
              <a:off x="6552862" y="505469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13"/>
            <p:cNvSpPr/>
            <p:nvPr/>
          </p:nvSpPr>
          <p:spPr>
            <a:xfrm>
              <a:off x="6504240" y="5054691"/>
              <a:ext cx="48649" cy="55595"/>
            </a:xfrm>
            <a:custGeom>
              <a:avLst/>
              <a:gdLst/>
              <a:ahLst/>
              <a:cxnLst/>
              <a:rect l="l" t="t" r="r" b="b"/>
              <a:pathLst>
                <a:path w="9525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13"/>
            <p:cNvSpPr/>
            <p:nvPr/>
          </p:nvSpPr>
          <p:spPr>
            <a:xfrm>
              <a:off x="6448669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13"/>
            <p:cNvSpPr/>
            <p:nvPr/>
          </p:nvSpPr>
          <p:spPr>
            <a:xfrm>
              <a:off x="6386148" y="5054691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13"/>
            <p:cNvSpPr/>
            <p:nvPr/>
          </p:nvSpPr>
          <p:spPr>
            <a:xfrm>
              <a:off x="6837677" y="499911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13"/>
            <p:cNvSpPr/>
            <p:nvPr/>
          </p:nvSpPr>
          <p:spPr>
            <a:xfrm>
              <a:off x="6615387" y="4999115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13"/>
            <p:cNvSpPr/>
            <p:nvPr/>
          </p:nvSpPr>
          <p:spPr>
            <a:xfrm>
              <a:off x="6386148" y="4999115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13"/>
            <p:cNvSpPr/>
            <p:nvPr/>
          </p:nvSpPr>
          <p:spPr>
            <a:xfrm>
              <a:off x="6837677" y="494354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13"/>
            <p:cNvSpPr/>
            <p:nvPr/>
          </p:nvSpPr>
          <p:spPr>
            <a:xfrm>
              <a:off x="6615387" y="4943544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13"/>
            <p:cNvSpPr/>
            <p:nvPr/>
          </p:nvSpPr>
          <p:spPr>
            <a:xfrm>
              <a:off x="6386148" y="4943544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13"/>
            <p:cNvSpPr/>
            <p:nvPr/>
          </p:nvSpPr>
          <p:spPr>
            <a:xfrm>
              <a:off x="6837677" y="4887972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13"/>
            <p:cNvSpPr/>
            <p:nvPr/>
          </p:nvSpPr>
          <p:spPr>
            <a:xfrm>
              <a:off x="6615387" y="488797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13"/>
            <p:cNvSpPr/>
            <p:nvPr/>
          </p:nvSpPr>
          <p:spPr>
            <a:xfrm>
              <a:off x="6386148" y="4887972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13"/>
            <p:cNvSpPr/>
            <p:nvPr/>
          </p:nvSpPr>
          <p:spPr>
            <a:xfrm>
              <a:off x="705996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13"/>
            <p:cNvSpPr/>
            <p:nvPr/>
          </p:nvSpPr>
          <p:spPr>
            <a:xfrm>
              <a:off x="7004396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13"/>
            <p:cNvSpPr/>
            <p:nvPr/>
          </p:nvSpPr>
          <p:spPr>
            <a:xfrm>
              <a:off x="6948824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4" y="1088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13"/>
            <p:cNvSpPr/>
            <p:nvPr/>
          </p:nvSpPr>
          <p:spPr>
            <a:xfrm>
              <a:off x="6893248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13"/>
            <p:cNvSpPr/>
            <p:nvPr/>
          </p:nvSpPr>
          <p:spPr>
            <a:xfrm>
              <a:off x="6837677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13"/>
            <p:cNvSpPr/>
            <p:nvPr/>
          </p:nvSpPr>
          <p:spPr>
            <a:xfrm>
              <a:off x="6782101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13"/>
            <p:cNvSpPr/>
            <p:nvPr/>
          </p:nvSpPr>
          <p:spPr>
            <a:xfrm>
              <a:off x="6719586" y="4832401"/>
              <a:ext cx="62541" cy="55590"/>
            </a:xfrm>
            <a:custGeom>
              <a:avLst/>
              <a:gdLst/>
              <a:ahLst/>
              <a:cxnLst/>
              <a:rect l="l" t="t" r="r" b="b"/>
              <a:pathLst>
                <a:path w="1224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13"/>
            <p:cNvSpPr/>
            <p:nvPr/>
          </p:nvSpPr>
          <p:spPr>
            <a:xfrm>
              <a:off x="6670963" y="4832401"/>
              <a:ext cx="48644" cy="55590"/>
            </a:xfrm>
            <a:custGeom>
              <a:avLst/>
              <a:gdLst/>
              <a:ahLst/>
              <a:cxnLst/>
              <a:rect l="l" t="t" r="r" b="b"/>
              <a:pathLst>
                <a:path w="9524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9523" y="1088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13"/>
            <p:cNvSpPr/>
            <p:nvPr/>
          </p:nvSpPr>
          <p:spPr>
            <a:xfrm>
              <a:off x="661538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13"/>
            <p:cNvSpPr/>
            <p:nvPr/>
          </p:nvSpPr>
          <p:spPr>
            <a:xfrm>
              <a:off x="6552862" y="4832401"/>
              <a:ext cx="62552" cy="55590"/>
            </a:xfrm>
            <a:custGeom>
              <a:avLst/>
              <a:gdLst/>
              <a:ahLst/>
              <a:cxnLst/>
              <a:rect l="l" t="t" r="r" b="b"/>
              <a:pathLst>
                <a:path w="12247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7" y="1088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13"/>
            <p:cNvSpPr/>
            <p:nvPr/>
          </p:nvSpPr>
          <p:spPr>
            <a:xfrm>
              <a:off x="6504240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13"/>
            <p:cNvSpPr/>
            <p:nvPr/>
          </p:nvSpPr>
          <p:spPr>
            <a:xfrm>
              <a:off x="6448669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13"/>
            <p:cNvSpPr/>
            <p:nvPr/>
          </p:nvSpPr>
          <p:spPr>
            <a:xfrm>
              <a:off x="6386148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13"/>
            <p:cNvSpPr/>
            <p:nvPr/>
          </p:nvSpPr>
          <p:spPr>
            <a:xfrm>
              <a:off x="6337521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13"/>
            <p:cNvSpPr/>
            <p:nvPr/>
          </p:nvSpPr>
          <p:spPr>
            <a:xfrm>
              <a:off x="6281950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13"/>
            <p:cNvSpPr/>
            <p:nvPr/>
          </p:nvSpPr>
          <p:spPr>
            <a:xfrm>
              <a:off x="6219430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13"/>
            <p:cNvSpPr/>
            <p:nvPr/>
          </p:nvSpPr>
          <p:spPr>
            <a:xfrm>
              <a:off x="705996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13"/>
            <p:cNvSpPr/>
            <p:nvPr/>
          </p:nvSpPr>
          <p:spPr>
            <a:xfrm>
              <a:off x="7004396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13"/>
            <p:cNvSpPr/>
            <p:nvPr/>
          </p:nvSpPr>
          <p:spPr>
            <a:xfrm>
              <a:off x="6948824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13"/>
            <p:cNvSpPr/>
            <p:nvPr/>
          </p:nvSpPr>
          <p:spPr>
            <a:xfrm>
              <a:off x="6893248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13"/>
            <p:cNvSpPr/>
            <p:nvPr/>
          </p:nvSpPr>
          <p:spPr>
            <a:xfrm>
              <a:off x="6837677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13"/>
            <p:cNvSpPr/>
            <p:nvPr/>
          </p:nvSpPr>
          <p:spPr>
            <a:xfrm>
              <a:off x="6782101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13"/>
            <p:cNvSpPr/>
            <p:nvPr/>
          </p:nvSpPr>
          <p:spPr>
            <a:xfrm>
              <a:off x="6719586" y="4769881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13"/>
            <p:cNvSpPr/>
            <p:nvPr/>
          </p:nvSpPr>
          <p:spPr>
            <a:xfrm>
              <a:off x="6670963" y="4769881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13"/>
            <p:cNvSpPr/>
            <p:nvPr/>
          </p:nvSpPr>
          <p:spPr>
            <a:xfrm>
              <a:off x="661538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13"/>
            <p:cNvSpPr/>
            <p:nvPr/>
          </p:nvSpPr>
          <p:spPr>
            <a:xfrm>
              <a:off x="6552862" y="4769881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13"/>
            <p:cNvSpPr/>
            <p:nvPr/>
          </p:nvSpPr>
          <p:spPr>
            <a:xfrm>
              <a:off x="6504240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13"/>
            <p:cNvSpPr/>
            <p:nvPr/>
          </p:nvSpPr>
          <p:spPr>
            <a:xfrm>
              <a:off x="6448669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13"/>
            <p:cNvSpPr/>
            <p:nvPr/>
          </p:nvSpPr>
          <p:spPr>
            <a:xfrm>
              <a:off x="6386148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13"/>
            <p:cNvSpPr/>
            <p:nvPr/>
          </p:nvSpPr>
          <p:spPr>
            <a:xfrm>
              <a:off x="6337521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13"/>
            <p:cNvSpPr/>
            <p:nvPr/>
          </p:nvSpPr>
          <p:spPr>
            <a:xfrm>
              <a:off x="6281950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13"/>
            <p:cNvSpPr/>
            <p:nvPr/>
          </p:nvSpPr>
          <p:spPr>
            <a:xfrm>
              <a:off x="6219430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13"/>
            <p:cNvSpPr/>
            <p:nvPr/>
          </p:nvSpPr>
          <p:spPr>
            <a:xfrm>
              <a:off x="705996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13"/>
            <p:cNvSpPr/>
            <p:nvPr/>
          </p:nvSpPr>
          <p:spPr>
            <a:xfrm>
              <a:off x="7004396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13"/>
            <p:cNvSpPr/>
            <p:nvPr/>
          </p:nvSpPr>
          <p:spPr>
            <a:xfrm>
              <a:off x="6948824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13"/>
            <p:cNvSpPr/>
            <p:nvPr/>
          </p:nvSpPr>
          <p:spPr>
            <a:xfrm>
              <a:off x="6893248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13"/>
            <p:cNvSpPr/>
            <p:nvPr/>
          </p:nvSpPr>
          <p:spPr>
            <a:xfrm>
              <a:off x="6837677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13"/>
            <p:cNvSpPr/>
            <p:nvPr/>
          </p:nvSpPr>
          <p:spPr>
            <a:xfrm>
              <a:off x="6782101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13"/>
            <p:cNvSpPr/>
            <p:nvPr/>
          </p:nvSpPr>
          <p:spPr>
            <a:xfrm>
              <a:off x="6719586" y="4721253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13"/>
            <p:cNvSpPr/>
            <p:nvPr/>
          </p:nvSpPr>
          <p:spPr>
            <a:xfrm>
              <a:off x="6670963" y="4721253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9523" y="952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13"/>
            <p:cNvSpPr/>
            <p:nvPr/>
          </p:nvSpPr>
          <p:spPr>
            <a:xfrm>
              <a:off x="661538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13"/>
            <p:cNvSpPr/>
            <p:nvPr/>
          </p:nvSpPr>
          <p:spPr>
            <a:xfrm>
              <a:off x="6552862" y="4721253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13"/>
            <p:cNvSpPr/>
            <p:nvPr/>
          </p:nvSpPr>
          <p:spPr>
            <a:xfrm>
              <a:off x="6504240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13"/>
            <p:cNvSpPr/>
            <p:nvPr/>
          </p:nvSpPr>
          <p:spPr>
            <a:xfrm>
              <a:off x="6448669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13"/>
            <p:cNvSpPr/>
            <p:nvPr/>
          </p:nvSpPr>
          <p:spPr>
            <a:xfrm>
              <a:off x="6386148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13"/>
            <p:cNvSpPr/>
            <p:nvPr/>
          </p:nvSpPr>
          <p:spPr>
            <a:xfrm>
              <a:off x="6337521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13"/>
            <p:cNvSpPr/>
            <p:nvPr/>
          </p:nvSpPr>
          <p:spPr>
            <a:xfrm>
              <a:off x="6281950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13"/>
            <p:cNvSpPr/>
            <p:nvPr/>
          </p:nvSpPr>
          <p:spPr>
            <a:xfrm>
              <a:off x="6219430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13"/>
            <p:cNvSpPr/>
            <p:nvPr/>
          </p:nvSpPr>
          <p:spPr>
            <a:xfrm>
              <a:off x="705996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13"/>
            <p:cNvSpPr/>
            <p:nvPr/>
          </p:nvSpPr>
          <p:spPr>
            <a:xfrm>
              <a:off x="7004396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13"/>
            <p:cNvSpPr/>
            <p:nvPr/>
          </p:nvSpPr>
          <p:spPr>
            <a:xfrm>
              <a:off x="6948824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13"/>
            <p:cNvSpPr/>
            <p:nvPr/>
          </p:nvSpPr>
          <p:spPr>
            <a:xfrm>
              <a:off x="6893248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13"/>
            <p:cNvSpPr/>
            <p:nvPr/>
          </p:nvSpPr>
          <p:spPr>
            <a:xfrm>
              <a:off x="6837677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13"/>
            <p:cNvSpPr/>
            <p:nvPr/>
          </p:nvSpPr>
          <p:spPr>
            <a:xfrm>
              <a:off x="6782101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13"/>
            <p:cNvSpPr/>
            <p:nvPr/>
          </p:nvSpPr>
          <p:spPr>
            <a:xfrm>
              <a:off x="6719586" y="4665677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13"/>
            <p:cNvSpPr/>
            <p:nvPr/>
          </p:nvSpPr>
          <p:spPr>
            <a:xfrm>
              <a:off x="6670963" y="4665677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13"/>
            <p:cNvSpPr/>
            <p:nvPr/>
          </p:nvSpPr>
          <p:spPr>
            <a:xfrm>
              <a:off x="661538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13"/>
            <p:cNvSpPr/>
            <p:nvPr/>
          </p:nvSpPr>
          <p:spPr>
            <a:xfrm>
              <a:off x="6552862" y="4665677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13"/>
            <p:cNvSpPr/>
            <p:nvPr/>
          </p:nvSpPr>
          <p:spPr>
            <a:xfrm>
              <a:off x="6504240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13"/>
            <p:cNvSpPr/>
            <p:nvPr/>
          </p:nvSpPr>
          <p:spPr>
            <a:xfrm>
              <a:off x="644866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13"/>
            <p:cNvSpPr/>
            <p:nvPr/>
          </p:nvSpPr>
          <p:spPr>
            <a:xfrm>
              <a:off x="6386148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13"/>
            <p:cNvSpPr/>
            <p:nvPr/>
          </p:nvSpPr>
          <p:spPr>
            <a:xfrm>
              <a:off x="6337521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13"/>
            <p:cNvSpPr/>
            <p:nvPr/>
          </p:nvSpPr>
          <p:spPr>
            <a:xfrm>
              <a:off x="6281950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13"/>
            <p:cNvSpPr/>
            <p:nvPr/>
          </p:nvSpPr>
          <p:spPr>
            <a:xfrm>
              <a:off x="6219430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13"/>
            <p:cNvSpPr/>
            <p:nvPr/>
          </p:nvSpPr>
          <p:spPr>
            <a:xfrm>
              <a:off x="705996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13"/>
            <p:cNvSpPr/>
            <p:nvPr/>
          </p:nvSpPr>
          <p:spPr>
            <a:xfrm>
              <a:off x="7004396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13"/>
            <p:cNvSpPr/>
            <p:nvPr/>
          </p:nvSpPr>
          <p:spPr>
            <a:xfrm>
              <a:off x="6948824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13"/>
            <p:cNvSpPr/>
            <p:nvPr/>
          </p:nvSpPr>
          <p:spPr>
            <a:xfrm>
              <a:off x="6893248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13"/>
            <p:cNvSpPr/>
            <p:nvPr/>
          </p:nvSpPr>
          <p:spPr>
            <a:xfrm>
              <a:off x="6837677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13"/>
            <p:cNvSpPr/>
            <p:nvPr/>
          </p:nvSpPr>
          <p:spPr>
            <a:xfrm>
              <a:off x="6782101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13"/>
            <p:cNvSpPr/>
            <p:nvPr/>
          </p:nvSpPr>
          <p:spPr>
            <a:xfrm>
              <a:off x="6719586" y="4603162"/>
              <a:ext cx="62541" cy="62541"/>
            </a:xfrm>
            <a:custGeom>
              <a:avLst/>
              <a:gdLst/>
              <a:ahLst/>
              <a:cxnLst/>
              <a:rect l="l" t="t" r="r" b="b"/>
              <a:pathLst>
                <a:path w="1224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13"/>
            <p:cNvSpPr/>
            <p:nvPr/>
          </p:nvSpPr>
          <p:spPr>
            <a:xfrm>
              <a:off x="6670963" y="4603162"/>
              <a:ext cx="48644" cy="62541"/>
            </a:xfrm>
            <a:custGeom>
              <a:avLst/>
              <a:gdLst/>
              <a:ahLst/>
              <a:cxnLst/>
              <a:rect l="l" t="t" r="r" b="b"/>
              <a:pathLst>
                <a:path w="9524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13"/>
            <p:cNvSpPr/>
            <p:nvPr/>
          </p:nvSpPr>
          <p:spPr>
            <a:xfrm>
              <a:off x="661538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13"/>
            <p:cNvSpPr/>
            <p:nvPr/>
          </p:nvSpPr>
          <p:spPr>
            <a:xfrm>
              <a:off x="6552862" y="4603162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13"/>
            <p:cNvSpPr/>
            <p:nvPr/>
          </p:nvSpPr>
          <p:spPr>
            <a:xfrm>
              <a:off x="6504240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13"/>
            <p:cNvSpPr/>
            <p:nvPr/>
          </p:nvSpPr>
          <p:spPr>
            <a:xfrm>
              <a:off x="6448669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13"/>
            <p:cNvSpPr/>
            <p:nvPr/>
          </p:nvSpPr>
          <p:spPr>
            <a:xfrm>
              <a:off x="6386148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13"/>
            <p:cNvSpPr/>
            <p:nvPr/>
          </p:nvSpPr>
          <p:spPr>
            <a:xfrm>
              <a:off x="6337521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13"/>
            <p:cNvSpPr/>
            <p:nvPr/>
          </p:nvSpPr>
          <p:spPr>
            <a:xfrm>
              <a:off x="6281950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13"/>
            <p:cNvSpPr/>
            <p:nvPr/>
          </p:nvSpPr>
          <p:spPr>
            <a:xfrm>
              <a:off x="6219430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13"/>
            <p:cNvSpPr/>
            <p:nvPr/>
          </p:nvSpPr>
          <p:spPr>
            <a:xfrm>
              <a:off x="705996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13"/>
            <p:cNvSpPr/>
            <p:nvPr/>
          </p:nvSpPr>
          <p:spPr>
            <a:xfrm>
              <a:off x="7004396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13"/>
            <p:cNvSpPr/>
            <p:nvPr/>
          </p:nvSpPr>
          <p:spPr>
            <a:xfrm>
              <a:off x="6948824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4" y="952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13"/>
            <p:cNvSpPr/>
            <p:nvPr/>
          </p:nvSpPr>
          <p:spPr>
            <a:xfrm>
              <a:off x="6893248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13"/>
            <p:cNvSpPr/>
            <p:nvPr/>
          </p:nvSpPr>
          <p:spPr>
            <a:xfrm>
              <a:off x="6837677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13"/>
            <p:cNvSpPr/>
            <p:nvPr/>
          </p:nvSpPr>
          <p:spPr>
            <a:xfrm>
              <a:off x="6782101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13"/>
            <p:cNvSpPr/>
            <p:nvPr/>
          </p:nvSpPr>
          <p:spPr>
            <a:xfrm>
              <a:off x="6719586" y="4554534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13"/>
            <p:cNvSpPr/>
            <p:nvPr/>
          </p:nvSpPr>
          <p:spPr>
            <a:xfrm>
              <a:off x="6670963" y="4554534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13"/>
            <p:cNvSpPr/>
            <p:nvPr/>
          </p:nvSpPr>
          <p:spPr>
            <a:xfrm>
              <a:off x="661538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13"/>
            <p:cNvSpPr/>
            <p:nvPr/>
          </p:nvSpPr>
          <p:spPr>
            <a:xfrm>
              <a:off x="6552862" y="4554534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7" y="952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13"/>
            <p:cNvSpPr/>
            <p:nvPr/>
          </p:nvSpPr>
          <p:spPr>
            <a:xfrm>
              <a:off x="6504240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13"/>
            <p:cNvSpPr/>
            <p:nvPr/>
          </p:nvSpPr>
          <p:spPr>
            <a:xfrm>
              <a:off x="6448669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13"/>
            <p:cNvSpPr/>
            <p:nvPr/>
          </p:nvSpPr>
          <p:spPr>
            <a:xfrm>
              <a:off x="6386148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13"/>
            <p:cNvSpPr/>
            <p:nvPr/>
          </p:nvSpPr>
          <p:spPr>
            <a:xfrm>
              <a:off x="6337521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13"/>
            <p:cNvSpPr/>
            <p:nvPr/>
          </p:nvSpPr>
          <p:spPr>
            <a:xfrm>
              <a:off x="6281950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13"/>
            <p:cNvSpPr/>
            <p:nvPr/>
          </p:nvSpPr>
          <p:spPr>
            <a:xfrm>
              <a:off x="6219430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13"/>
            <p:cNvSpPr/>
            <p:nvPr/>
          </p:nvSpPr>
          <p:spPr>
            <a:xfrm>
              <a:off x="705996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13"/>
            <p:cNvSpPr/>
            <p:nvPr/>
          </p:nvSpPr>
          <p:spPr>
            <a:xfrm>
              <a:off x="7115543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13"/>
            <p:cNvSpPr/>
            <p:nvPr/>
          </p:nvSpPr>
          <p:spPr>
            <a:xfrm>
              <a:off x="7115543" y="4728197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13"/>
            <p:cNvSpPr/>
            <p:nvPr/>
          </p:nvSpPr>
          <p:spPr>
            <a:xfrm>
              <a:off x="7115543" y="466567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13"/>
            <p:cNvSpPr/>
            <p:nvPr/>
          </p:nvSpPr>
          <p:spPr>
            <a:xfrm>
              <a:off x="7115543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13"/>
            <p:cNvSpPr/>
            <p:nvPr/>
          </p:nvSpPr>
          <p:spPr>
            <a:xfrm>
              <a:off x="7115543" y="4561478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13"/>
            <p:cNvSpPr/>
            <p:nvPr/>
          </p:nvSpPr>
          <p:spPr>
            <a:xfrm>
              <a:off x="7004396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13"/>
            <p:cNvSpPr/>
            <p:nvPr/>
          </p:nvSpPr>
          <p:spPr>
            <a:xfrm>
              <a:off x="6948824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13"/>
            <p:cNvSpPr/>
            <p:nvPr/>
          </p:nvSpPr>
          <p:spPr>
            <a:xfrm>
              <a:off x="6893248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13"/>
            <p:cNvSpPr/>
            <p:nvPr/>
          </p:nvSpPr>
          <p:spPr>
            <a:xfrm>
              <a:off x="6837677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13"/>
            <p:cNvSpPr/>
            <p:nvPr/>
          </p:nvSpPr>
          <p:spPr>
            <a:xfrm>
              <a:off x="6782101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13"/>
            <p:cNvSpPr/>
            <p:nvPr/>
          </p:nvSpPr>
          <p:spPr>
            <a:xfrm>
              <a:off x="6719586" y="4498958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13"/>
            <p:cNvSpPr/>
            <p:nvPr/>
          </p:nvSpPr>
          <p:spPr>
            <a:xfrm>
              <a:off x="6670963" y="4498958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13"/>
            <p:cNvSpPr/>
            <p:nvPr/>
          </p:nvSpPr>
          <p:spPr>
            <a:xfrm>
              <a:off x="661538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13"/>
            <p:cNvSpPr/>
            <p:nvPr/>
          </p:nvSpPr>
          <p:spPr>
            <a:xfrm>
              <a:off x="6552862" y="4498958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13"/>
            <p:cNvSpPr/>
            <p:nvPr/>
          </p:nvSpPr>
          <p:spPr>
            <a:xfrm>
              <a:off x="6504240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13"/>
            <p:cNvSpPr/>
            <p:nvPr/>
          </p:nvSpPr>
          <p:spPr>
            <a:xfrm>
              <a:off x="644866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13"/>
            <p:cNvSpPr/>
            <p:nvPr/>
          </p:nvSpPr>
          <p:spPr>
            <a:xfrm>
              <a:off x="6386148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13"/>
            <p:cNvSpPr/>
            <p:nvPr/>
          </p:nvSpPr>
          <p:spPr>
            <a:xfrm>
              <a:off x="6337521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13"/>
            <p:cNvSpPr/>
            <p:nvPr/>
          </p:nvSpPr>
          <p:spPr>
            <a:xfrm>
              <a:off x="6281950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13"/>
            <p:cNvSpPr/>
            <p:nvPr/>
          </p:nvSpPr>
          <p:spPr>
            <a:xfrm>
              <a:off x="6219430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13"/>
            <p:cNvSpPr/>
            <p:nvPr/>
          </p:nvSpPr>
          <p:spPr>
            <a:xfrm>
              <a:off x="6552862" y="4436437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13"/>
            <p:cNvSpPr/>
            <p:nvPr/>
          </p:nvSpPr>
          <p:spPr>
            <a:xfrm>
              <a:off x="6504240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13"/>
            <p:cNvSpPr/>
            <p:nvPr/>
          </p:nvSpPr>
          <p:spPr>
            <a:xfrm>
              <a:off x="6448669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13"/>
            <p:cNvSpPr/>
            <p:nvPr/>
          </p:nvSpPr>
          <p:spPr>
            <a:xfrm>
              <a:off x="6386148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13"/>
            <p:cNvSpPr/>
            <p:nvPr/>
          </p:nvSpPr>
          <p:spPr>
            <a:xfrm>
              <a:off x="6337521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13"/>
            <p:cNvSpPr/>
            <p:nvPr/>
          </p:nvSpPr>
          <p:spPr>
            <a:xfrm>
              <a:off x="6281950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13"/>
            <p:cNvSpPr/>
            <p:nvPr/>
          </p:nvSpPr>
          <p:spPr>
            <a:xfrm>
              <a:off x="6219430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13"/>
            <p:cNvSpPr/>
            <p:nvPr/>
          </p:nvSpPr>
          <p:spPr>
            <a:xfrm>
              <a:off x="6552862" y="4387810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13"/>
            <p:cNvSpPr/>
            <p:nvPr/>
          </p:nvSpPr>
          <p:spPr>
            <a:xfrm>
              <a:off x="6504240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13"/>
            <p:cNvSpPr/>
            <p:nvPr/>
          </p:nvSpPr>
          <p:spPr>
            <a:xfrm>
              <a:off x="6448669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13"/>
            <p:cNvSpPr/>
            <p:nvPr/>
          </p:nvSpPr>
          <p:spPr>
            <a:xfrm>
              <a:off x="6386148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13"/>
            <p:cNvSpPr/>
            <p:nvPr/>
          </p:nvSpPr>
          <p:spPr>
            <a:xfrm>
              <a:off x="6337521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13"/>
            <p:cNvSpPr/>
            <p:nvPr/>
          </p:nvSpPr>
          <p:spPr>
            <a:xfrm>
              <a:off x="6281950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13"/>
            <p:cNvSpPr/>
            <p:nvPr/>
          </p:nvSpPr>
          <p:spPr>
            <a:xfrm>
              <a:off x="6219430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13"/>
            <p:cNvSpPr/>
            <p:nvPr/>
          </p:nvSpPr>
          <p:spPr>
            <a:xfrm>
              <a:off x="6163859" y="4387810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13"/>
            <p:cNvSpPr/>
            <p:nvPr/>
          </p:nvSpPr>
          <p:spPr>
            <a:xfrm>
              <a:off x="6163859" y="445033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13"/>
            <p:cNvSpPr/>
            <p:nvPr/>
          </p:nvSpPr>
          <p:spPr>
            <a:xfrm>
              <a:off x="616385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13"/>
            <p:cNvSpPr/>
            <p:nvPr/>
          </p:nvSpPr>
          <p:spPr>
            <a:xfrm>
              <a:off x="6163859" y="455453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13"/>
            <p:cNvSpPr/>
            <p:nvPr/>
          </p:nvSpPr>
          <p:spPr>
            <a:xfrm>
              <a:off x="6163859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13"/>
            <p:cNvSpPr/>
            <p:nvPr/>
          </p:nvSpPr>
          <p:spPr>
            <a:xfrm>
              <a:off x="616385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13"/>
            <p:cNvSpPr/>
            <p:nvPr/>
          </p:nvSpPr>
          <p:spPr>
            <a:xfrm>
              <a:off x="6163859" y="4721253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13"/>
            <p:cNvSpPr/>
            <p:nvPr/>
          </p:nvSpPr>
          <p:spPr>
            <a:xfrm>
              <a:off x="6163859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13"/>
            <p:cNvSpPr/>
            <p:nvPr/>
          </p:nvSpPr>
          <p:spPr>
            <a:xfrm>
              <a:off x="6552862" y="4325295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13"/>
            <p:cNvSpPr/>
            <p:nvPr/>
          </p:nvSpPr>
          <p:spPr>
            <a:xfrm>
              <a:off x="6504240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13"/>
            <p:cNvSpPr/>
            <p:nvPr/>
          </p:nvSpPr>
          <p:spPr>
            <a:xfrm>
              <a:off x="6448669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13"/>
            <p:cNvSpPr/>
            <p:nvPr/>
          </p:nvSpPr>
          <p:spPr>
            <a:xfrm>
              <a:off x="6386148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13"/>
            <p:cNvSpPr/>
            <p:nvPr/>
          </p:nvSpPr>
          <p:spPr>
            <a:xfrm>
              <a:off x="6337521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13"/>
            <p:cNvSpPr/>
            <p:nvPr/>
          </p:nvSpPr>
          <p:spPr>
            <a:xfrm>
              <a:off x="6281950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13"/>
            <p:cNvSpPr/>
            <p:nvPr/>
          </p:nvSpPr>
          <p:spPr>
            <a:xfrm>
              <a:off x="6219430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accent6"/>
        </a:solidFill>
        <a:effectLst/>
      </p:bgPr>
    </p:bg>
    <p:spTree>
      <p:nvGrpSpPr>
        <p:cNvPr id="1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7" name="Google Shape;2287;p15"/>
          <p:cNvGrpSpPr/>
          <p:nvPr/>
        </p:nvGrpSpPr>
        <p:grpSpPr>
          <a:xfrm>
            <a:off x="-98650" y="2037325"/>
            <a:ext cx="9352525" cy="3275625"/>
            <a:chOff x="-98650" y="2037325"/>
            <a:chExt cx="9352525" cy="3275625"/>
          </a:xfrm>
        </p:grpSpPr>
        <p:sp>
          <p:nvSpPr>
            <p:cNvPr id="2288" name="Google Shape;2288;p15"/>
            <p:cNvSpPr/>
            <p:nvPr/>
          </p:nvSpPr>
          <p:spPr>
            <a:xfrm>
              <a:off x="-98650" y="4010850"/>
              <a:ext cx="25233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15"/>
            <p:cNvSpPr/>
            <p:nvPr/>
          </p:nvSpPr>
          <p:spPr>
            <a:xfrm>
              <a:off x="-98650" y="4584050"/>
              <a:ext cx="25233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15"/>
            <p:cNvSpPr/>
            <p:nvPr/>
          </p:nvSpPr>
          <p:spPr>
            <a:xfrm>
              <a:off x="-98650" y="4745950"/>
              <a:ext cx="2523300" cy="567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15"/>
            <p:cNvSpPr/>
            <p:nvPr/>
          </p:nvSpPr>
          <p:spPr>
            <a:xfrm>
              <a:off x="3488175" y="4010850"/>
              <a:ext cx="57657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15"/>
            <p:cNvSpPr/>
            <p:nvPr/>
          </p:nvSpPr>
          <p:spPr>
            <a:xfrm>
              <a:off x="3488175" y="4584050"/>
              <a:ext cx="57657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15"/>
            <p:cNvSpPr/>
            <p:nvPr/>
          </p:nvSpPr>
          <p:spPr>
            <a:xfrm>
              <a:off x="3488175" y="4745950"/>
              <a:ext cx="5765700" cy="567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15"/>
            <p:cNvSpPr/>
            <p:nvPr/>
          </p:nvSpPr>
          <p:spPr>
            <a:xfrm>
              <a:off x="7648575" y="2037325"/>
              <a:ext cx="1031700" cy="1809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15"/>
            <p:cNvSpPr/>
            <p:nvPr/>
          </p:nvSpPr>
          <p:spPr>
            <a:xfrm>
              <a:off x="7648575" y="2218332"/>
              <a:ext cx="1031700" cy="1245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15"/>
            <p:cNvSpPr/>
            <p:nvPr/>
          </p:nvSpPr>
          <p:spPr>
            <a:xfrm>
              <a:off x="7648575" y="2342924"/>
              <a:ext cx="1031700" cy="1668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7" name="Google Shape;2297;p15"/>
          <p:cNvGrpSpPr/>
          <p:nvPr/>
        </p:nvGrpSpPr>
        <p:grpSpPr>
          <a:xfrm>
            <a:off x="1031000" y="3038742"/>
            <a:ext cx="263998" cy="263956"/>
            <a:chOff x="1031000" y="3038742"/>
            <a:chExt cx="263998" cy="263956"/>
          </a:xfrm>
        </p:grpSpPr>
        <p:sp>
          <p:nvSpPr>
            <p:cNvPr id="2298" name="Google Shape;2298;p15"/>
            <p:cNvSpPr/>
            <p:nvPr/>
          </p:nvSpPr>
          <p:spPr>
            <a:xfrm>
              <a:off x="1031000" y="3170721"/>
              <a:ext cx="148521" cy="131977"/>
            </a:xfrm>
            <a:custGeom>
              <a:avLst/>
              <a:gdLst/>
              <a:ahLst/>
              <a:cxnLst/>
              <a:rect l="l" t="t" r="r" b="b"/>
              <a:pathLst>
                <a:path w="3573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3573" y="3175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15"/>
            <p:cNvSpPr/>
            <p:nvPr/>
          </p:nvSpPr>
          <p:spPr>
            <a:xfrm>
              <a:off x="1031000" y="3038742"/>
              <a:ext cx="148521" cy="132018"/>
            </a:xfrm>
            <a:custGeom>
              <a:avLst/>
              <a:gdLst/>
              <a:ahLst/>
              <a:cxnLst/>
              <a:rect l="l" t="t" r="r" b="b"/>
              <a:pathLst>
                <a:path w="3573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3573" y="317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15"/>
            <p:cNvSpPr/>
            <p:nvPr/>
          </p:nvSpPr>
          <p:spPr>
            <a:xfrm>
              <a:off x="1179482" y="3170721"/>
              <a:ext cx="115516" cy="131977"/>
            </a:xfrm>
            <a:custGeom>
              <a:avLst/>
              <a:gdLst/>
              <a:ahLst/>
              <a:cxnLst/>
              <a:rect l="l" t="t" r="r" b="b"/>
              <a:pathLst>
                <a:path w="2779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2779" y="3175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15"/>
            <p:cNvSpPr/>
            <p:nvPr/>
          </p:nvSpPr>
          <p:spPr>
            <a:xfrm>
              <a:off x="1179482" y="3038742"/>
              <a:ext cx="115516" cy="132018"/>
            </a:xfrm>
            <a:custGeom>
              <a:avLst/>
              <a:gdLst/>
              <a:ahLst/>
              <a:cxnLst/>
              <a:rect l="l" t="t" r="r" b="b"/>
              <a:pathLst>
                <a:path w="2779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2779" y="3176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2" name="Google Shape;2302;p15"/>
          <p:cNvGrpSpPr/>
          <p:nvPr/>
        </p:nvGrpSpPr>
        <p:grpSpPr>
          <a:xfrm>
            <a:off x="1031000" y="2611917"/>
            <a:ext cx="263998" cy="263956"/>
            <a:chOff x="1031000" y="3038742"/>
            <a:chExt cx="263998" cy="263956"/>
          </a:xfrm>
        </p:grpSpPr>
        <p:sp>
          <p:nvSpPr>
            <p:cNvPr id="2303" name="Google Shape;2303;p15"/>
            <p:cNvSpPr/>
            <p:nvPr/>
          </p:nvSpPr>
          <p:spPr>
            <a:xfrm>
              <a:off x="1031000" y="3170721"/>
              <a:ext cx="148521" cy="131977"/>
            </a:xfrm>
            <a:custGeom>
              <a:avLst/>
              <a:gdLst/>
              <a:ahLst/>
              <a:cxnLst/>
              <a:rect l="l" t="t" r="r" b="b"/>
              <a:pathLst>
                <a:path w="3573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3573" y="3175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15"/>
            <p:cNvSpPr/>
            <p:nvPr/>
          </p:nvSpPr>
          <p:spPr>
            <a:xfrm>
              <a:off x="1031000" y="3038742"/>
              <a:ext cx="148521" cy="132018"/>
            </a:xfrm>
            <a:custGeom>
              <a:avLst/>
              <a:gdLst/>
              <a:ahLst/>
              <a:cxnLst/>
              <a:rect l="l" t="t" r="r" b="b"/>
              <a:pathLst>
                <a:path w="3573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3573" y="317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15"/>
            <p:cNvSpPr/>
            <p:nvPr/>
          </p:nvSpPr>
          <p:spPr>
            <a:xfrm>
              <a:off x="1179482" y="3170721"/>
              <a:ext cx="115516" cy="131977"/>
            </a:xfrm>
            <a:custGeom>
              <a:avLst/>
              <a:gdLst/>
              <a:ahLst/>
              <a:cxnLst/>
              <a:rect l="l" t="t" r="r" b="b"/>
              <a:pathLst>
                <a:path w="2779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2779" y="3175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15"/>
            <p:cNvSpPr/>
            <p:nvPr/>
          </p:nvSpPr>
          <p:spPr>
            <a:xfrm>
              <a:off x="1179482" y="3038742"/>
              <a:ext cx="115516" cy="132018"/>
            </a:xfrm>
            <a:custGeom>
              <a:avLst/>
              <a:gdLst/>
              <a:ahLst/>
              <a:cxnLst/>
              <a:rect l="l" t="t" r="r" b="b"/>
              <a:pathLst>
                <a:path w="2779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2779" y="3176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7" name="Google Shape;2307;p15"/>
          <p:cNvGrpSpPr/>
          <p:nvPr/>
        </p:nvGrpSpPr>
        <p:grpSpPr>
          <a:xfrm>
            <a:off x="1031000" y="2185092"/>
            <a:ext cx="263998" cy="263956"/>
            <a:chOff x="1031000" y="3038742"/>
            <a:chExt cx="263998" cy="263956"/>
          </a:xfrm>
        </p:grpSpPr>
        <p:sp>
          <p:nvSpPr>
            <p:cNvPr id="2308" name="Google Shape;2308;p15"/>
            <p:cNvSpPr/>
            <p:nvPr/>
          </p:nvSpPr>
          <p:spPr>
            <a:xfrm>
              <a:off x="1031000" y="3170721"/>
              <a:ext cx="148521" cy="131977"/>
            </a:xfrm>
            <a:custGeom>
              <a:avLst/>
              <a:gdLst/>
              <a:ahLst/>
              <a:cxnLst/>
              <a:rect l="l" t="t" r="r" b="b"/>
              <a:pathLst>
                <a:path w="3573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3573" y="3175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15"/>
            <p:cNvSpPr/>
            <p:nvPr/>
          </p:nvSpPr>
          <p:spPr>
            <a:xfrm>
              <a:off x="1031000" y="3038742"/>
              <a:ext cx="148521" cy="132018"/>
            </a:xfrm>
            <a:custGeom>
              <a:avLst/>
              <a:gdLst/>
              <a:ahLst/>
              <a:cxnLst/>
              <a:rect l="l" t="t" r="r" b="b"/>
              <a:pathLst>
                <a:path w="3573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3573" y="317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15"/>
            <p:cNvSpPr/>
            <p:nvPr/>
          </p:nvSpPr>
          <p:spPr>
            <a:xfrm>
              <a:off x="1179482" y="3170721"/>
              <a:ext cx="115516" cy="131977"/>
            </a:xfrm>
            <a:custGeom>
              <a:avLst/>
              <a:gdLst/>
              <a:ahLst/>
              <a:cxnLst/>
              <a:rect l="l" t="t" r="r" b="b"/>
              <a:pathLst>
                <a:path w="2779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2779" y="3175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15"/>
            <p:cNvSpPr/>
            <p:nvPr/>
          </p:nvSpPr>
          <p:spPr>
            <a:xfrm>
              <a:off x="1179482" y="3038742"/>
              <a:ext cx="115516" cy="132018"/>
            </a:xfrm>
            <a:custGeom>
              <a:avLst/>
              <a:gdLst/>
              <a:ahLst/>
              <a:cxnLst/>
              <a:rect l="l" t="t" r="r" b="b"/>
              <a:pathLst>
                <a:path w="2779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2779" y="3176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12" name="Google Shape;2312;p15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13" name="Google Shape;2313;p15"/>
          <p:cNvSpPr txBox="1">
            <a:spLocks noGrp="1"/>
          </p:cNvSpPr>
          <p:nvPr>
            <p:ph type="title" idx="2" hasCustomPrompt="1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314" name="Google Shape;2314;p15"/>
          <p:cNvSpPr txBox="1">
            <a:spLocks noGrp="1"/>
          </p:cNvSpPr>
          <p:nvPr>
            <p:ph type="subTitle" idx="1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">
    <p:bg>
      <p:bgPr>
        <a:solidFill>
          <a:schemeClr val="accent6"/>
        </a:solidFill>
        <a:effectLst/>
      </p:bgPr>
    </p:bg>
    <p:spTree>
      <p:nvGrpSpPr>
        <p:cNvPr id="1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7" name="Google Shape;2327;p18"/>
          <p:cNvGrpSpPr/>
          <p:nvPr/>
        </p:nvGrpSpPr>
        <p:grpSpPr>
          <a:xfrm>
            <a:off x="232963" y="174778"/>
            <a:ext cx="1443946" cy="721968"/>
            <a:chOff x="311697" y="-12"/>
            <a:chExt cx="4437449" cy="2218709"/>
          </a:xfrm>
        </p:grpSpPr>
        <p:sp>
          <p:nvSpPr>
            <p:cNvPr id="2328" name="Google Shape;2328;p1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1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1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1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1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1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1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1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1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1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1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1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1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1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1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1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1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1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1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1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1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1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1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1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1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1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1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1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1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1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1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1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1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1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1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1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1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1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1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1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1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1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1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1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1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1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1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1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1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1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1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1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1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1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1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1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1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1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1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1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1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1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1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1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1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1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1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1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1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1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1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1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1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1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1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1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1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1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1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1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1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1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1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1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1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1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1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1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1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1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1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1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1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1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1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1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1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1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1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1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1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1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1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1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1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1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1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1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1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1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1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1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1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1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1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1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1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1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1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1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1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1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1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1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1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1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1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1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1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1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1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1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1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1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1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1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1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1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1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1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1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1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1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1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1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1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1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1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1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1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1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1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1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1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1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1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1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1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1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1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1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1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1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1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1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1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1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1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1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1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1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1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1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1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1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1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1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1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1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1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1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1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1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1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1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1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1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1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1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1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1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1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1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1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1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1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1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1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1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1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1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1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1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1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1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1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1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1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1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1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1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1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1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1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1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1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1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1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1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1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1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1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1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1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1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1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1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1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1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1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1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1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1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1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1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1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1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1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1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1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1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1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1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1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1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1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1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1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1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1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1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1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1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1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1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1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1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1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1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1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1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1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1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1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1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1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1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1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1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1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1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1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1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1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1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1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1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1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1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1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1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1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1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1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1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1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1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1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1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1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1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1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1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1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1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1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1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1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1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1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1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1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1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1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1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1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1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1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1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1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1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1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1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1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1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1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1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1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1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1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1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1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1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1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1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1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1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1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1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7" name="Google Shape;2657;p18"/>
          <p:cNvGrpSpPr/>
          <p:nvPr/>
        </p:nvGrpSpPr>
        <p:grpSpPr>
          <a:xfrm>
            <a:off x="7969738" y="1388253"/>
            <a:ext cx="1443946" cy="721968"/>
            <a:chOff x="311697" y="-12"/>
            <a:chExt cx="4437449" cy="2218709"/>
          </a:xfrm>
        </p:grpSpPr>
        <p:sp>
          <p:nvSpPr>
            <p:cNvPr id="2658" name="Google Shape;2658;p1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1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1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1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1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1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1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1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1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1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1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1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1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1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1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1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1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1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1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1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1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1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1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1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1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1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1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1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1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1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1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1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1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1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1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1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1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1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1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1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1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1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1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1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1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1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1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1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1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1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1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1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1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1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1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1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1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1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1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1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1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1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1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1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1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1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1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1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1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1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1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1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1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1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1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1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1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1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1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1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1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1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1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1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1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1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1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1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1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1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1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1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1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1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1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1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1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1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1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1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1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1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1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1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1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1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1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1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1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1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1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1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1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1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1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1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1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1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1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1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1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1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1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1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1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1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1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1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1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1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1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1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1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1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1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1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1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1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1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1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1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1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1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1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1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1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1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1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1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1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1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1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1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1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1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1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1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1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1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1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1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1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1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1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1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1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1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1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1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1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1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1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1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1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1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1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1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1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1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1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1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1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1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1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1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1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1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1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1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1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1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1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1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1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1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1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1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1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1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1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1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1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1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1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1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1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1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1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1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1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1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1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1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1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1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1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1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1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1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1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1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1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1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1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1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1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1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1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1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1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1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1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1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1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1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1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1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1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1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1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1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1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1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1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1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1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1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1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1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1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1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1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1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1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1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1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1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1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1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1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1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1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1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1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1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1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1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1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1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1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1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1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1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1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1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1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1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1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1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1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1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1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1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1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1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1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1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1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1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1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1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1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1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1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1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1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1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1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1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1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1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1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1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1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1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1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1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1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1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1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1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1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1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1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1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1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1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1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1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1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1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1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1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1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1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1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1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1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1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87" name="Google Shape;2987;p18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88" name="Google Shape;2988;p18"/>
          <p:cNvSpPr txBox="1">
            <a:spLocks noGrp="1"/>
          </p:cNvSpPr>
          <p:nvPr>
            <p:ph type="title" idx="2" hasCustomPrompt="1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989" name="Google Shape;2989;p18"/>
          <p:cNvSpPr txBox="1">
            <a:spLocks noGrp="1"/>
          </p:cNvSpPr>
          <p:nvPr>
            <p:ph type="subTitle" idx="1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990" name="Google Shape;2990;p18"/>
          <p:cNvGrpSpPr/>
          <p:nvPr/>
        </p:nvGrpSpPr>
        <p:grpSpPr>
          <a:xfrm>
            <a:off x="0" y="1474590"/>
            <a:ext cx="9144000" cy="3853085"/>
            <a:chOff x="0" y="1474590"/>
            <a:chExt cx="9144000" cy="3853085"/>
          </a:xfrm>
        </p:grpSpPr>
        <p:sp>
          <p:nvSpPr>
            <p:cNvPr id="2991" name="Google Shape;2991;p18"/>
            <p:cNvSpPr/>
            <p:nvPr/>
          </p:nvSpPr>
          <p:spPr>
            <a:xfrm>
              <a:off x="0" y="4025575"/>
              <a:ext cx="91440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18"/>
            <p:cNvSpPr/>
            <p:nvPr/>
          </p:nvSpPr>
          <p:spPr>
            <a:xfrm>
              <a:off x="0" y="4598775"/>
              <a:ext cx="91440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18"/>
            <p:cNvSpPr/>
            <p:nvPr/>
          </p:nvSpPr>
          <p:spPr>
            <a:xfrm>
              <a:off x="0" y="4760675"/>
              <a:ext cx="9144000" cy="567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18"/>
            <p:cNvSpPr/>
            <p:nvPr/>
          </p:nvSpPr>
          <p:spPr>
            <a:xfrm>
              <a:off x="0" y="1475275"/>
              <a:ext cx="16116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18"/>
            <p:cNvSpPr/>
            <p:nvPr/>
          </p:nvSpPr>
          <p:spPr>
            <a:xfrm>
              <a:off x="0" y="2048475"/>
              <a:ext cx="16116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18"/>
            <p:cNvSpPr/>
            <p:nvPr/>
          </p:nvSpPr>
          <p:spPr>
            <a:xfrm>
              <a:off x="0" y="2204175"/>
              <a:ext cx="1611600" cy="18213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97" name="Google Shape;2997;p18"/>
            <p:cNvGrpSpPr/>
            <p:nvPr/>
          </p:nvGrpSpPr>
          <p:grpSpPr>
            <a:xfrm>
              <a:off x="514651" y="1474590"/>
              <a:ext cx="582277" cy="2550888"/>
              <a:chOff x="573900" y="1154950"/>
              <a:chExt cx="538000" cy="2396100"/>
            </a:xfrm>
          </p:grpSpPr>
          <p:sp>
            <p:nvSpPr>
              <p:cNvPr id="2998" name="Google Shape;2998;p18"/>
              <p:cNvSpPr/>
              <p:nvPr/>
            </p:nvSpPr>
            <p:spPr>
              <a:xfrm>
                <a:off x="573900" y="1154950"/>
                <a:ext cx="71700" cy="2396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Google Shape;2999;p18"/>
              <p:cNvSpPr/>
              <p:nvPr/>
            </p:nvSpPr>
            <p:spPr>
              <a:xfrm>
                <a:off x="1040200" y="1154950"/>
                <a:ext cx="71700" cy="2396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Google Shape;3000;p18"/>
              <p:cNvSpPr/>
              <p:nvPr/>
            </p:nvSpPr>
            <p:spPr>
              <a:xfrm>
                <a:off x="595400" y="1377388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Google Shape;3001;p18"/>
              <p:cNvSpPr/>
              <p:nvPr/>
            </p:nvSpPr>
            <p:spPr>
              <a:xfrm>
                <a:off x="595400" y="1754013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Google Shape;3002;p18"/>
              <p:cNvSpPr/>
              <p:nvPr/>
            </p:nvSpPr>
            <p:spPr>
              <a:xfrm>
                <a:off x="613325" y="2130638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Google Shape;3003;p18"/>
              <p:cNvSpPr/>
              <p:nvPr/>
            </p:nvSpPr>
            <p:spPr>
              <a:xfrm>
                <a:off x="595400" y="2507263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18"/>
              <p:cNvSpPr/>
              <p:nvPr/>
            </p:nvSpPr>
            <p:spPr>
              <a:xfrm>
                <a:off x="595400" y="2883888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18"/>
              <p:cNvSpPr/>
              <p:nvPr/>
            </p:nvSpPr>
            <p:spPr>
              <a:xfrm>
                <a:off x="613325" y="3260513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_AND_BODY_1_1_1_1">
    <p:bg>
      <p:bgPr>
        <a:solidFill>
          <a:schemeClr val="accent6"/>
        </a:solidFill>
        <a:effectLst/>
      </p:bgPr>
    </p:bg>
    <p:spTree>
      <p:nvGrpSpPr>
        <p:cNvPr id="1" name="Shape 3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7" name="Google Shape;3007;p19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08" name="Google Shape;3008;p19"/>
          <p:cNvSpPr txBox="1">
            <a:spLocks noGrp="1"/>
          </p:cNvSpPr>
          <p:nvPr>
            <p:ph type="title" idx="2"/>
          </p:nvPr>
        </p:nvSpPr>
        <p:spPr>
          <a:xfrm>
            <a:off x="1598176" y="1762650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09" name="Google Shape;3009;p19"/>
          <p:cNvSpPr txBox="1">
            <a:spLocks noGrp="1"/>
          </p:cNvSpPr>
          <p:nvPr>
            <p:ph type="subTitle" idx="1"/>
          </p:nvPr>
        </p:nvSpPr>
        <p:spPr>
          <a:xfrm>
            <a:off x="1598175" y="2174828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10" name="Google Shape;3010;p19"/>
          <p:cNvSpPr txBox="1">
            <a:spLocks noGrp="1"/>
          </p:cNvSpPr>
          <p:nvPr>
            <p:ph type="title" idx="3"/>
          </p:nvPr>
        </p:nvSpPr>
        <p:spPr>
          <a:xfrm>
            <a:off x="1598176" y="3271775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11" name="Google Shape;3011;p19"/>
          <p:cNvSpPr txBox="1">
            <a:spLocks noGrp="1"/>
          </p:cNvSpPr>
          <p:nvPr>
            <p:ph type="subTitle" idx="4"/>
          </p:nvPr>
        </p:nvSpPr>
        <p:spPr>
          <a:xfrm>
            <a:off x="1598175" y="3683953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12" name="Google Shape;3012;p19"/>
          <p:cNvSpPr txBox="1">
            <a:spLocks noGrp="1"/>
          </p:cNvSpPr>
          <p:nvPr>
            <p:ph type="title" idx="5"/>
          </p:nvPr>
        </p:nvSpPr>
        <p:spPr>
          <a:xfrm>
            <a:off x="5744226" y="1762650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13" name="Google Shape;3013;p19"/>
          <p:cNvSpPr txBox="1">
            <a:spLocks noGrp="1"/>
          </p:cNvSpPr>
          <p:nvPr>
            <p:ph type="subTitle" idx="6"/>
          </p:nvPr>
        </p:nvSpPr>
        <p:spPr>
          <a:xfrm>
            <a:off x="5744225" y="2174828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14" name="Google Shape;3014;p19"/>
          <p:cNvSpPr txBox="1">
            <a:spLocks noGrp="1"/>
          </p:cNvSpPr>
          <p:nvPr>
            <p:ph type="title" idx="7"/>
          </p:nvPr>
        </p:nvSpPr>
        <p:spPr>
          <a:xfrm>
            <a:off x="5744226" y="3271775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15" name="Google Shape;3015;p19"/>
          <p:cNvSpPr txBox="1">
            <a:spLocks noGrp="1"/>
          </p:cNvSpPr>
          <p:nvPr>
            <p:ph type="subTitle" idx="8"/>
          </p:nvPr>
        </p:nvSpPr>
        <p:spPr>
          <a:xfrm>
            <a:off x="5744225" y="3683953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SECTION_HEADER_1_2_1">
    <p:bg>
      <p:bgPr>
        <a:solidFill>
          <a:schemeClr val="accent6"/>
        </a:solidFill>
        <a:effectLst/>
      </p:bgPr>
    </p:bg>
    <p:spTree>
      <p:nvGrpSpPr>
        <p:cNvPr id="1" name="Shape 4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" name="Google Shape;4096;p23"/>
          <p:cNvSpPr txBox="1">
            <a:spLocks noGrp="1"/>
          </p:cNvSpPr>
          <p:nvPr>
            <p:ph type="title"/>
          </p:nvPr>
        </p:nvSpPr>
        <p:spPr>
          <a:xfrm>
            <a:off x="1334700" y="839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97" name="Google Shape;4097;p23"/>
          <p:cNvSpPr txBox="1">
            <a:spLocks noGrp="1"/>
          </p:cNvSpPr>
          <p:nvPr>
            <p:ph type="subTitle" idx="1"/>
          </p:nvPr>
        </p:nvSpPr>
        <p:spPr>
          <a:xfrm>
            <a:off x="2466750" y="1760850"/>
            <a:ext cx="4210500" cy="13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98" name="Google Shape;4098;p23"/>
          <p:cNvSpPr txBox="1"/>
          <p:nvPr/>
        </p:nvSpPr>
        <p:spPr>
          <a:xfrm>
            <a:off x="2568900" y="3737600"/>
            <a:ext cx="4006200" cy="6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Advent Pro"/>
                <a:ea typeface="Advent Pro"/>
                <a:cs typeface="Advent Pro"/>
                <a:sym typeface="Advent Pro"/>
              </a:rPr>
              <a:t>CREDITS: This presentation template was created by Slidesgo, including icons by Flaticon, and infographics &amp; images by Freepik. </a:t>
            </a: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">
    <p:spTree>
      <p:nvGrpSpPr>
        <p:cNvPr id="1" name="Shape 4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0" name="Google Shape;4100;p24"/>
          <p:cNvGrpSpPr/>
          <p:nvPr/>
        </p:nvGrpSpPr>
        <p:grpSpPr>
          <a:xfrm>
            <a:off x="0" y="1474590"/>
            <a:ext cx="9144000" cy="3853085"/>
            <a:chOff x="0" y="1474590"/>
            <a:chExt cx="9144000" cy="3853085"/>
          </a:xfrm>
        </p:grpSpPr>
        <p:grpSp>
          <p:nvGrpSpPr>
            <p:cNvPr id="4101" name="Google Shape;4101;p24"/>
            <p:cNvGrpSpPr/>
            <p:nvPr/>
          </p:nvGrpSpPr>
          <p:grpSpPr>
            <a:xfrm>
              <a:off x="1147578" y="2986377"/>
              <a:ext cx="973077" cy="1033483"/>
              <a:chOff x="7230575" y="3501811"/>
              <a:chExt cx="1540410" cy="1636035"/>
            </a:xfrm>
          </p:grpSpPr>
          <p:grpSp>
            <p:nvGrpSpPr>
              <p:cNvPr id="4102" name="Google Shape;4102;p24"/>
              <p:cNvGrpSpPr/>
              <p:nvPr/>
            </p:nvGrpSpPr>
            <p:grpSpPr>
              <a:xfrm>
                <a:off x="7655512" y="4362305"/>
                <a:ext cx="775528" cy="775540"/>
                <a:chOff x="7655512" y="4362305"/>
                <a:chExt cx="775528" cy="775540"/>
              </a:xfrm>
            </p:grpSpPr>
            <p:sp>
              <p:nvSpPr>
                <p:cNvPr id="4103" name="Google Shape;4103;p24"/>
                <p:cNvSpPr/>
                <p:nvPr/>
              </p:nvSpPr>
              <p:spPr>
                <a:xfrm flipH="1">
                  <a:off x="7825485" y="5042204"/>
                  <a:ext cx="95633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6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4" name="Google Shape;4104;p24"/>
                <p:cNvSpPr/>
                <p:nvPr/>
              </p:nvSpPr>
              <p:spPr>
                <a:xfrm flipH="1">
                  <a:off x="7921094" y="5042204"/>
                  <a:ext cx="7438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6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5" name="Google Shape;4105;p24"/>
                <p:cNvSpPr/>
                <p:nvPr/>
              </p:nvSpPr>
              <p:spPr>
                <a:xfrm flipH="1">
                  <a:off x="7995449" y="5042204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6" name="Google Shape;4106;p24"/>
                <p:cNvSpPr/>
                <p:nvPr/>
              </p:nvSpPr>
              <p:spPr>
                <a:xfrm flipH="1">
                  <a:off x="8080438" y="5042204"/>
                  <a:ext cx="95649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6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7" name="Google Shape;4107;p24"/>
                <p:cNvSpPr/>
                <p:nvPr/>
              </p:nvSpPr>
              <p:spPr>
                <a:xfrm flipH="1">
                  <a:off x="7825485" y="4957212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8" name="Google Shape;4108;p24"/>
                <p:cNvSpPr/>
                <p:nvPr/>
              </p:nvSpPr>
              <p:spPr>
                <a:xfrm flipH="1">
                  <a:off x="7921094" y="4957212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9" name="Google Shape;4109;p24"/>
                <p:cNvSpPr/>
                <p:nvPr/>
              </p:nvSpPr>
              <p:spPr>
                <a:xfrm flipH="1">
                  <a:off x="7995449" y="495721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0" name="Google Shape;4110;p24"/>
                <p:cNvSpPr/>
                <p:nvPr/>
              </p:nvSpPr>
              <p:spPr>
                <a:xfrm flipH="1">
                  <a:off x="8080438" y="4957212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1" name="Google Shape;4111;p24"/>
                <p:cNvSpPr/>
                <p:nvPr/>
              </p:nvSpPr>
              <p:spPr>
                <a:xfrm flipH="1">
                  <a:off x="7825485" y="4872228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2" name="Google Shape;4112;p24"/>
                <p:cNvSpPr/>
                <p:nvPr/>
              </p:nvSpPr>
              <p:spPr>
                <a:xfrm flipH="1">
                  <a:off x="7921094" y="4872228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3" name="Google Shape;4113;p24"/>
                <p:cNvSpPr/>
                <p:nvPr/>
              </p:nvSpPr>
              <p:spPr>
                <a:xfrm flipH="1">
                  <a:off x="7995449" y="4872228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4" name="Google Shape;4114;p24"/>
                <p:cNvSpPr/>
                <p:nvPr/>
              </p:nvSpPr>
              <p:spPr>
                <a:xfrm flipH="1">
                  <a:off x="8080438" y="4872228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5" name="Google Shape;4115;p24"/>
                <p:cNvSpPr/>
                <p:nvPr/>
              </p:nvSpPr>
              <p:spPr>
                <a:xfrm flipH="1">
                  <a:off x="7825485" y="4787235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6" name="Google Shape;4116;p24"/>
                <p:cNvSpPr/>
                <p:nvPr/>
              </p:nvSpPr>
              <p:spPr>
                <a:xfrm flipH="1">
                  <a:off x="7921094" y="4787235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7" name="Google Shape;4117;p24"/>
                <p:cNvSpPr/>
                <p:nvPr/>
              </p:nvSpPr>
              <p:spPr>
                <a:xfrm flipH="1">
                  <a:off x="7995449" y="4787235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8" name="Google Shape;4118;p24"/>
                <p:cNvSpPr/>
                <p:nvPr/>
              </p:nvSpPr>
              <p:spPr>
                <a:xfrm flipH="1">
                  <a:off x="8080438" y="4787235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9" name="Google Shape;4119;p24"/>
                <p:cNvSpPr/>
                <p:nvPr/>
              </p:nvSpPr>
              <p:spPr>
                <a:xfrm flipH="1">
                  <a:off x="7825485" y="4702251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0" name="Google Shape;4120;p24"/>
                <p:cNvSpPr/>
                <p:nvPr/>
              </p:nvSpPr>
              <p:spPr>
                <a:xfrm flipH="1">
                  <a:off x="7921094" y="4702251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1" name="Google Shape;4121;p24"/>
                <p:cNvSpPr/>
                <p:nvPr/>
              </p:nvSpPr>
              <p:spPr>
                <a:xfrm flipH="1">
                  <a:off x="7995449" y="4702251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2" name="Google Shape;4122;p24"/>
                <p:cNvSpPr/>
                <p:nvPr/>
              </p:nvSpPr>
              <p:spPr>
                <a:xfrm flipH="1">
                  <a:off x="8080438" y="4702251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3" name="Google Shape;4123;p24"/>
                <p:cNvSpPr/>
                <p:nvPr/>
              </p:nvSpPr>
              <p:spPr>
                <a:xfrm flipH="1">
                  <a:off x="7655512" y="4617267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4" name="Google Shape;4124;p24"/>
                <p:cNvSpPr/>
                <p:nvPr/>
              </p:nvSpPr>
              <p:spPr>
                <a:xfrm flipH="1">
                  <a:off x="7740496" y="4617267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5" name="Google Shape;4125;p24"/>
                <p:cNvSpPr/>
                <p:nvPr/>
              </p:nvSpPr>
              <p:spPr>
                <a:xfrm flipH="1">
                  <a:off x="7825485" y="4617267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6" name="Google Shape;4126;p24"/>
                <p:cNvSpPr/>
                <p:nvPr/>
              </p:nvSpPr>
              <p:spPr>
                <a:xfrm flipH="1">
                  <a:off x="7921094" y="4617267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7" name="Google Shape;4127;p24"/>
                <p:cNvSpPr/>
                <p:nvPr/>
              </p:nvSpPr>
              <p:spPr>
                <a:xfrm flipH="1">
                  <a:off x="7995449" y="4617267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8" name="Google Shape;4128;p24"/>
                <p:cNvSpPr/>
                <p:nvPr/>
              </p:nvSpPr>
              <p:spPr>
                <a:xfrm flipH="1">
                  <a:off x="8080438" y="4617267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9" name="Google Shape;4129;p24"/>
                <p:cNvSpPr/>
                <p:nvPr/>
              </p:nvSpPr>
              <p:spPr>
                <a:xfrm flipH="1">
                  <a:off x="8176054" y="4617267"/>
                  <a:ext cx="7439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0" name="Google Shape;4130;p24"/>
                <p:cNvSpPr/>
                <p:nvPr/>
              </p:nvSpPr>
              <p:spPr>
                <a:xfrm flipH="1">
                  <a:off x="8250417" y="4617267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1" name="Google Shape;4131;p24"/>
                <p:cNvSpPr/>
                <p:nvPr/>
              </p:nvSpPr>
              <p:spPr>
                <a:xfrm flipH="1">
                  <a:off x="8335399" y="4617267"/>
                  <a:ext cx="95641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2" name="Google Shape;4132;p24"/>
                <p:cNvSpPr/>
                <p:nvPr/>
              </p:nvSpPr>
              <p:spPr>
                <a:xfrm flipH="1">
                  <a:off x="7655512" y="4532274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3" name="Google Shape;4133;p24"/>
                <p:cNvSpPr/>
                <p:nvPr/>
              </p:nvSpPr>
              <p:spPr>
                <a:xfrm flipH="1">
                  <a:off x="7995449" y="4532274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4" name="Google Shape;4134;p24"/>
                <p:cNvSpPr/>
                <p:nvPr/>
              </p:nvSpPr>
              <p:spPr>
                <a:xfrm flipH="1">
                  <a:off x="8335399" y="4532274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5" name="Google Shape;4135;p24"/>
                <p:cNvSpPr/>
                <p:nvPr/>
              </p:nvSpPr>
              <p:spPr>
                <a:xfrm flipH="1">
                  <a:off x="7655512" y="4447290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6" name="Google Shape;4136;p24"/>
                <p:cNvSpPr/>
                <p:nvPr/>
              </p:nvSpPr>
              <p:spPr>
                <a:xfrm flipH="1">
                  <a:off x="7995449" y="4447290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7" name="Google Shape;4137;p24"/>
                <p:cNvSpPr/>
                <p:nvPr/>
              </p:nvSpPr>
              <p:spPr>
                <a:xfrm flipH="1">
                  <a:off x="8335399" y="4447290"/>
                  <a:ext cx="95641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8" name="Google Shape;4138;p24"/>
                <p:cNvSpPr/>
                <p:nvPr/>
              </p:nvSpPr>
              <p:spPr>
                <a:xfrm flipH="1">
                  <a:off x="7655512" y="4362305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9" name="Google Shape;4139;p24"/>
                <p:cNvSpPr/>
                <p:nvPr/>
              </p:nvSpPr>
              <p:spPr>
                <a:xfrm flipH="1">
                  <a:off x="7995449" y="4362305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0" name="Google Shape;4140;p24"/>
                <p:cNvSpPr/>
                <p:nvPr/>
              </p:nvSpPr>
              <p:spPr>
                <a:xfrm flipH="1">
                  <a:off x="8335399" y="4362305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141" name="Google Shape;4141;p24"/>
              <p:cNvSpPr/>
              <p:nvPr/>
            </p:nvSpPr>
            <p:spPr>
              <a:xfrm flipH="1">
                <a:off x="731555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2" name="Google Shape;4142;p24"/>
              <p:cNvSpPr/>
              <p:nvPr/>
            </p:nvSpPr>
            <p:spPr>
              <a:xfrm flipH="1">
                <a:off x="7655512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4143;p24"/>
              <p:cNvSpPr/>
              <p:nvPr/>
            </p:nvSpPr>
            <p:spPr>
              <a:xfrm flipH="1">
                <a:off x="8080438" y="3671779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7" y="12246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4" name="Google Shape;4144;p24"/>
              <p:cNvSpPr/>
              <p:nvPr/>
            </p:nvSpPr>
            <p:spPr>
              <a:xfrm flipH="1">
                <a:off x="8685973" y="3597414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4145;p24"/>
              <p:cNvSpPr/>
              <p:nvPr/>
            </p:nvSpPr>
            <p:spPr>
              <a:xfrm flipH="1">
                <a:off x="8685973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6" name="Google Shape;4146;p24"/>
              <p:cNvSpPr/>
              <p:nvPr/>
            </p:nvSpPr>
            <p:spPr>
              <a:xfrm flipH="1">
                <a:off x="8176054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4147;p24"/>
              <p:cNvSpPr/>
              <p:nvPr/>
            </p:nvSpPr>
            <p:spPr>
              <a:xfrm flipH="1">
                <a:off x="825041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148" name="Google Shape;4148;p24"/>
              <p:cNvGrpSpPr/>
              <p:nvPr/>
            </p:nvGrpSpPr>
            <p:grpSpPr>
              <a:xfrm>
                <a:off x="7230575" y="3501811"/>
                <a:ext cx="1540410" cy="860514"/>
                <a:chOff x="7230575" y="3501811"/>
                <a:chExt cx="1540410" cy="860514"/>
              </a:xfrm>
            </p:grpSpPr>
            <p:sp>
              <p:nvSpPr>
                <p:cNvPr id="4149" name="Google Shape;4149;p24"/>
                <p:cNvSpPr/>
                <p:nvPr/>
              </p:nvSpPr>
              <p:spPr>
                <a:xfrm flipH="1">
                  <a:off x="7315559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0" name="Google Shape;4150;p24"/>
                <p:cNvSpPr/>
                <p:nvPr/>
              </p:nvSpPr>
              <p:spPr>
                <a:xfrm flipH="1">
                  <a:off x="7400551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1" name="Google Shape;4151;p24"/>
                <p:cNvSpPr/>
                <p:nvPr/>
              </p:nvSpPr>
              <p:spPr>
                <a:xfrm flipH="1">
                  <a:off x="7485535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4" y="10884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2" name="Google Shape;4152;p24"/>
                <p:cNvSpPr/>
                <p:nvPr/>
              </p:nvSpPr>
              <p:spPr>
                <a:xfrm flipH="1">
                  <a:off x="7570520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3" name="Google Shape;4153;p24"/>
                <p:cNvSpPr/>
                <p:nvPr/>
              </p:nvSpPr>
              <p:spPr>
                <a:xfrm flipH="1">
                  <a:off x="7655512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4" name="Google Shape;4154;p24"/>
                <p:cNvSpPr/>
                <p:nvPr/>
              </p:nvSpPr>
              <p:spPr>
                <a:xfrm flipH="1">
                  <a:off x="7740496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5" name="Google Shape;4155;p24"/>
                <p:cNvSpPr/>
                <p:nvPr/>
              </p:nvSpPr>
              <p:spPr>
                <a:xfrm flipH="1">
                  <a:off x="7825485" y="4277321"/>
                  <a:ext cx="95633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6" name="Google Shape;4156;p24"/>
                <p:cNvSpPr/>
                <p:nvPr/>
              </p:nvSpPr>
              <p:spPr>
                <a:xfrm flipH="1">
                  <a:off x="7921094" y="4277321"/>
                  <a:ext cx="7438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9523" y="10884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7" name="Google Shape;4157;p24"/>
                <p:cNvSpPr/>
                <p:nvPr/>
              </p:nvSpPr>
              <p:spPr>
                <a:xfrm flipH="1">
                  <a:off x="7995449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8" name="Google Shape;4158;p24"/>
                <p:cNvSpPr/>
                <p:nvPr/>
              </p:nvSpPr>
              <p:spPr>
                <a:xfrm flipH="1">
                  <a:off x="8080438" y="4277321"/>
                  <a:ext cx="95649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2247" y="10884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9" name="Google Shape;4159;p24"/>
                <p:cNvSpPr/>
                <p:nvPr/>
              </p:nvSpPr>
              <p:spPr>
                <a:xfrm flipH="1">
                  <a:off x="8176054" y="4277321"/>
                  <a:ext cx="7439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9525" y="1088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0" name="Google Shape;4160;p24"/>
                <p:cNvSpPr/>
                <p:nvPr/>
              </p:nvSpPr>
              <p:spPr>
                <a:xfrm flipH="1">
                  <a:off x="8250417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1" name="Google Shape;4161;p24"/>
                <p:cNvSpPr/>
                <p:nvPr/>
              </p:nvSpPr>
              <p:spPr>
                <a:xfrm flipH="1">
                  <a:off x="8335399" y="4277321"/>
                  <a:ext cx="95641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2" name="Google Shape;4162;p24"/>
                <p:cNvSpPr/>
                <p:nvPr/>
              </p:nvSpPr>
              <p:spPr>
                <a:xfrm flipH="1">
                  <a:off x="8431015" y="4277321"/>
                  <a:ext cx="7439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9525" y="1088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3" name="Google Shape;4163;p24"/>
                <p:cNvSpPr/>
                <p:nvPr/>
              </p:nvSpPr>
              <p:spPr>
                <a:xfrm flipH="1">
                  <a:off x="8505377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4" name="Google Shape;4164;p24"/>
                <p:cNvSpPr/>
                <p:nvPr/>
              </p:nvSpPr>
              <p:spPr>
                <a:xfrm flipH="1">
                  <a:off x="8590359" y="4277321"/>
                  <a:ext cx="95641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5" name="Google Shape;4165;p24"/>
                <p:cNvSpPr/>
                <p:nvPr/>
              </p:nvSpPr>
              <p:spPr>
                <a:xfrm flipH="1">
                  <a:off x="7315559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6" name="Google Shape;4166;p24"/>
                <p:cNvSpPr/>
                <p:nvPr/>
              </p:nvSpPr>
              <p:spPr>
                <a:xfrm flipH="1">
                  <a:off x="7400551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7" name="Google Shape;4167;p24"/>
                <p:cNvSpPr/>
                <p:nvPr/>
              </p:nvSpPr>
              <p:spPr>
                <a:xfrm flipH="1">
                  <a:off x="7485535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4" y="1224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8" name="Google Shape;4168;p24"/>
                <p:cNvSpPr/>
                <p:nvPr/>
              </p:nvSpPr>
              <p:spPr>
                <a:xfrm flipH="1">
                  <a:off x="7570520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9" name="Google Shape;4169;p24"/>
                <p:cNvSpPr/>
                <p:nvPr/>
              </p:nvSpPr>
              <p:spPr>
                <a:xfrm flipH="1">
                  <a:off x="7655512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0" name="Google Shape;4170;p24"/>
                <p:cNvSpPr/>
                <p:nvPr/>
              </p:nvSpPr>
              <p:spPr>
                <a:xfrm flipH="1">
                  <a:off x="7740496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1" name="Google Shape;4171;p24"/>
                <p:cNvSpPr/>
                <p:nvPr/>
              </p:nvSpPr>
              <p:spPr>
                <a:xfrm flipH="1">
                  <a:off x="7825485" y="4181710"/>
                  <a:ext cx="95633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2" name="Google Shape;4172;p24"/>
                <p:cNvSpPr/>
                <p:nvPr/>
              </p:nvSpPr>
              <p:spPr>
                <a:xfrm flipH="1">
                  <a:off x="7921094" y="4181710"/>
                  <a:ext cx="7438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3" name="Google Shape;4173;p24"/>
                <p:cNvSpPr/>
                <p:nvPr/>
              </p:nvSpPr>
              <p:spPr>
                <a:xfrm flipH="1">
                  <a:off x="7995449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4" name="Google Shape;4174;p24"/>
                <p:cNvSpPr/>
                <p:nvPr/>
              </p:nvSpPr>
              <p:spPr>
                <a:xfrm flipH="1">
                  <a:off x="8080438" y="4181710"/>
                  <a:ext cx="95649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5" name="Google Shape;4175;p24"/>
                <p:cNvSpPr/>
                <p:nvPr/>
              </p:nvSpPr>
              <p:spPr>
                <a:xfrm flipH="1">
                  <a:off x="8176054" y="4181710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6" name="Google Shape;4176;p24"/>
                <p:cNvSpPr/>
                <p:nvPr/>
              </p:nvSpPr>
              <p:spPr>
                <a:xfrm flipH="1">
                  <a:off x="8250417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7" name="Google Shape;4177;p24"/>
                <p:cNvSpPr/>
                <p:nvPr/>
              </p:nvSpPr>
              <p:spPr>
                <a:xfrm flipH="1">
                  <a:off x="8335399" y="4181710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8" name="Google Shape;4178;p24"/>
                <p:cNvSpPr/>
                <p:nvPr/>
              </p:nvSpPr>
              <p:spPr>
                <a:xfrm flipH="1">
                  <a:off x="8431015" y="4181710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9" name="Google Shape;4179;p24"/>
                <p:cNvSpPr/>
                <p:nvPr/>
              </p:nvSpPr>
              <p:spPr>
                <a:xfrm flipH="1">
                  <a:off x="8505377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0" name="Google Shape;4180;p24"/>
                <p:cNvSpPr/>
                <p:nvPr/>
              </p:nvSpPr>
              <p:spPr>
                <a:xfrm flipH="1">
                  <a:off x="8590359" y="4181710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1" name="Google Shape;4181;p24"/>
                <p:cNvSpPr/>
                <p:nvPr/>
              </p:nvSpPr>
              <p:spPr>
                <a:xfrm flipH="1">
                  <a:off x="7315559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2" name="Google Shape;4182;p24"/>
                <p:cNvSpPr/>
                <p:nvPr/>
              </p:nvSpPr>
              <p:spPr>
                <a:xfrm flipH="1">
                  <a:off x="7400551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3" name="Google Shape;4183;p24"/>
                <p:cNvSpPr/>
                <p:nvPr/>
              </p:nvSpPr>
              <p:spPr>
                <a:xfrm flipH="1">
                  <a:off x="7485535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4" y="952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4" name="Google Shape;4184;p24"/>
                <p:cNvSpPr/>
                <p:nvPr/>
              </p:nvSpPr>
              <p:spPr>
                <a:xfrm flipH="1">
                  <a:off x="7570520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5" name="Google Shape;4185;p24"/>
                <p:cNvSpPr/>
                <p:nvPr/>
              </p:nvSpPr>
              <p:spPr>
                <a:xfrm flipH="1">
                  <a:off x="7655512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6" name="Google Shape;4186;p24"/>
                <p:cNvSpPr/>
                <p:nvPr/>
              </p:nvSpPr>
              <p:spPr>
                <a:xfrm flipH="1">
                  <a:off x="7740496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7" name="Google Shape;4187;p24"/>
                <p:cNvSpPr/>
                <p:nvPr/>
              </p:nvSpPr>
              <p:spPr>
                <a:xfrm flipH="1">
                  <a:off x="7825485" y="4107344"/>
                  <a:ext cx="95633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8" name="Google Shape;4188;p24"/>
                <p:cNvSpPr/>
                <p:nvPr/>
              </p:nvSpPr>
              <p:spPr>
                <a:xfrm flipH="1">
                  <a:off x="7921094" y="4107344"/>
                  <a:ext cx="7438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9523" y="952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9" name="Google Shape;4189;p24"/>
                <p:cNvSpPr/>
                <p:nvPr/>
              </p:nvSpPr>
              <p:spPr>
                <a:xfrm flipH="1">
                  <a:off x="7995449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0" name="Google Shape;4190;p24"/>
                <p:cNvSpPr/>
                <p:nvPr/>
              </p:nvSpPr>
              <p:spPr>
                <a:xfrm flipH="1">
                  <a:off x="8080438" y="4107344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2247" y="952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1" name="Google Shape;4191;p24"/>
                <p:cNvSpPr/>
                <p:nvPr/>
              </p:nvSpPr>
              <p:spPr>
                <a:xfrm flipH="1">
                  <a:off x="8176054" y="410734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2" name="Google Shape;4192;p24"/>
                <p:cNvSpPr/>
                <p:nvPr/>
              </p:nvSpPr>
              <p:spPr>
                <a:xfrm flipH="1">
                  <a:off x="8250417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3" name="Google Shape;4193;p24"/>
                <p:cNvSpPr/>
                <p:nvPr/>
              </p:nvSpPr>
              <p:spPr>
                <a:xfrm flipH="1">
                  <a:off x="8335399" y="410734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4" name="Google Shape;4194;p24"/>
                <p:cNvSpPr/>
                <p:nvPr/>
              </p:nvSpPr>
              <p:spPr>
                <a:xfrm flipH="1">
                  <a:off x="8431015" y="410734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5" name="Google Shape;4195;p24"/>
                <p:cNvSpPr/>
                <p:nvPr/>
              </p:nvSpPr>
              <p:spPr>
                <a:xfrm flipH="1">
                  <a:off x="8505377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6" name="Google Shape;4196;p24"/>
                <p:cNvSpPr/>
                <p:nvPr/>
              </p:nvSpPr>
              <p:spPr>
                <a:xfrm flipH="1">
                  <a:off x="8590359" y="410734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7" name="Google Shape;4197;p24"/>
                <p:cNvSpPr/>
                <p:nvPr/>
              </p:nvSpPr>
              <p:spPr>
                <a:xfrm flipH="1">
                  <a:off x="7315559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8" name="Google Shape;4198;p24"/>
                <p:cNvSpPr/>
                <p:nvPr/>
              </p:nvSpPr>
              <p:spPr>
                <a:xfrm flipH="1">
                  <a:off x="7400551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9" name="Google Shape;4199;p24"/>
                <p:cNvSpPr/>
                <p:nvPr/>
              </p:nvSpPr>
              <p:spPr>
                <a:xfrm flipH="1">
                  <a:off x="7485535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0" name="Google Shape;4200;p24"/>
                <p:cNvSpPr/>
                <p:nvPr/>
              </p:nvSpPr>
              <p:spPr>
                <a:xfrm flipH="1">
                  <a:off x="7570520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1" name="Google Shape;4201;p24"/>
                <p:cNvSpPr/>
                <p:nvPr/>
              </p:nvSpPr>
              <p:spPr>
                <a:xfrm flipH="1">
                  <a:off x="7655512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2" name="Google Shape;4202;p24"/>
                <p:cNvSpPr/>
                <p:nvPr/>
              </p:nvSpPr>
              <p:spPr>
                <a:xfrm flipH="1">
                  <a:off x="7740496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3" name="Google Shape;4203;p24"/>
                <p:cNvSpPr/>
                <p:nvPr/>
              </p:nvSpPr>
              <p:spPr>
                <a:xfrm flipH="1">
                  <a:off x="7825485" y="4022352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4" name="Google Shape;4204;p24"/>
                <p:cNvSpPr/>
                <p:nvPr/>
              </p:nvSpPr>
              <p:spPr>
                <a:xfrm flipH="1">
                  <a:off x="7921094" y="4022352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5" name="Google Shape;4205;p24"/>
                <p:cNvSpPr/>
                <p:nvPr/>
              </p:nvSpPr>
              <p:spPr>
                <a:xfrm flipH="1">
                  <a:off x="7995449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6" name="Google Shape;4206;p24"/>
                <p:cNvSpPr/>
                <p:nvPr/>
              </p:nvSpPr>
              <p:spPr>
                <a:xfrm flipH="1">
                  <a:off x="8080438" y="4022352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7" name="Google Shape;4207;p24"/>
                <p:cNvSpPr/>
                <p:nvPr/>
              </p:nvSpPr>
              <p:spPr>
                <a:xfrm flipH="1">
                  <a:off x="8176054" y="4022352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8" name="Google Shape;4208;p24"/>
                <p:cNvSpPr/>
                <p:nvPr/>
              </p:nvSpPr>
              <p:spPr>
                <a:xfrm flipH="1">
                  <a:off x="8250417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9" name="Google Shape;4209;p24"/>
                <p:cNvSpPr/>
                <p:nvPr/>
              </p:nvSpPr>
              <p:spPr>
                <a:xfrm flipH="1">
                  <a:off x="8335399" y="4022352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0" name="Google Shape;4210;p24"/>
                <p:cNvSpPr/>
                <p:nvPr/>
              </p:nvSpPr>
              <p:spPr>
                <a:xfrm flipH="1">
                  <a:off x="8431015" y="4022352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1" name="Google Shape;4211;p24"/>
                <p:cNvSpPr/>
                <p:nvPr/>
              </p:nvSpPr>
              <p:spPr>
                <a:xfrm flipH="1">
                  <a:off x="8505377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2" name="Google Shape;4212;p24"/>
                <p:cNvSpPr/>
                <p:nvPr/>
              </p:nvSpPr>
              <p:spPr>
                <a:xfrm flipH="1">
                  <a:off x="8590359" y="4022352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3" name="Google Shape;4213;p24"/>
                <p:cNvSpPr/>
                <p:nvPr/>
              </p:nvSpPr>
              <p:spPr>
                <a:xfrm flipH="1">
                  <a:off x="7315559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4" name="Google Shape;4214;p24"/>
                <p:cNvSpPr/>
                <p:nvPr/>
              </p:nvSpPr>
              <p:spPr>
                <a:xfrm flipH="1">
                  <a:off x="7400551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5" name="Google Shape;4215;p24"/>
                <p:cNvSpPr/>
                <p:nvPr/>
              </p:nvSpPr>
              <p:spPr>
                <a:xfrm flipH="1">
                  <a:off x="7485535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4" y="1224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6" name="Google Shape;4216;p24"/>
                <p:cNvSpPr/>
                <p:nvPr/>
              </p:nvSpPr>
              <p:spPr>
                <a:xfrm flipH="1">
                  <a:off x="7570520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7" name="Google Shape;4217;p24"/>
                <p:cNvSpPr/>
                <p:nvPr/>
              </p:nvSpPr>
              <p:spPr>
                <a:xfrm flipH="1">
                  <a:off x="7655512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8" name="Google Shape;4218;p24"/>
                <p:cNvSpPr/>
                <p:nvPr/>
              </p:nvSpPr>
              <p:spPr>
                <a:xfrm flipH="1">
                  <a:off x="7740496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9" name="Google Shape;4219;p24"/>
                <p:cNvSpPr/>
                <p:nvPr/>
              </p:nvSpPr>
              <p:spPr>
                <a:xfrm flipH="1">
                  <a:off x="7825485" y="3926748"/>
                  <a:ext cx="95633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0" name="Google Shape;4220;p24"/>
                <p:cNvSpPr/>
                <p:nvPr/>
              </p:nvSpPr>
              <p:spPr>
                <a:xfrm flipH="1">
                  <a:off x="7921094" y="3926748"/>
                  <a:ext cx="7438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1" name="Google Shape;4221;p24"/>
                <p:cNvSpPr/>
                <p:nvPr/>
              </p:nvSpPr>
              <p:spPr>
                <a:xfrm flipH="1">
                  <a:off x="7995449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2" name="Google Shape;4222;p24"/>
                <p:cNvSpPr/>
                <p:nvPr/>
              </p:nvSpPr>
              <p:spPr>
                <a:xfrm flipH="1">
                  <a:off x="8080438" y="3926748"/>
                  <a:ext cx="95649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3" name="Google Shape;4223;p24"/>
                <p:cNvSpPr/>
                <p:nvPr/>
              </p:nvSpPr>
              <p:spPr>
                <a:xfrm flipH="1">
                  <a:off x="8176054" y="3926748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4" name="Google Shape;4224;p24"/>
                <p:cNvSpPr/>
                <p:nvPr/>
              </p:nvSpPr>
              <p:spPr>
                <a:xfrm flipH="1">
                  <a:off x="8250417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5" name="Google Shape;4225;p24"/>
                <p:cNvSpPr/>
                <p:nvPr/>
              </p:nvSpPr>
              <p:spPr>
                <a:xfrm flipH="1">
                  <a:off x="8335399" y="3926748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6" name="Google Shape;4226;p24"/>
                <p:cNvSpPr/>
                <p:nvPr/>
              </p:nvSpPr>
              <p:spPr>
                <a:xfrm flipH="1">
                  <a:off x="8431015" y="3926748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7" name="Google Shape;4227;p24"/>
                <p:cNvSpPr/>
                <p:nvPr/>
              </p:nvSpPr>
              <p:spPr>
                <a:xfrm flipH="1">
                  <a:off x="8505377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8" name="Google Shape;4228;p24"/>
                <p:cNvSpPr/>
                <p:nvPr/>
              </p:nvSpPr>
              <p:spPr>
                <a:xfrm flipH="1">
                  <a:off x="8590359" y="3926748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9" name="Google Shape;4229;p24"/>
                <p:cNvSpPr/>
                <p:nvPr/>
              </p:nvSpPr>
              <p:spPr>
                <a:xfrm flipH="1">
                  <a:off x="7315559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0" name="Google Shape;4230;p24"/>
                <p:cNvSpPr/>
                <p:nvPr/>
              </p:nvSpPr>
              <p:spPr>
                <a:xfrm flipH="1">
                  <a:off x="7400551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1" name="Google Shape;4231;p24"/>
                <p:cNvSpPr/>
                <p:nvPr/>
              </p:nvSpPr>
              <p:spPr>
                <a:xfrm flipH="1">
                  <a:off x="7485535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4" y="9524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2" name="Google Shape;4232;p24"/>
                <p:cNvSpPr/>
                <p:nvPr/>
              </p:nvSpPr>
              <p:spPr>
                <a:xfrm flipH="1">
                  <a:off x="7570520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3" name="Google Shape;4233;p24"/>
                <p:cNvSpPr/>
                <p:nvPr/>
              </p:nvSpPr>
              <p:spPr>
                <a:xfrm flipH="1">
                  <a:off x="7655512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4" name="Google Shape;4234;p24"/>
                <p:cNvSpPr/>
                <p:nvPr/>
              </p:nvSpPr>
              <p:spPr>
                <a:xfrm flipH="1">
                  <a:off x="7740496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5" name="Google Shape;4235;p24"/>
                <p:cNvSpPr/>
                <p:nvPr/>
              </p:nvSpPr>
              <p:spPr>
                <a:xfrm flipH="1">
                  <a:off x="7825485" y="3852383"/>
                  <a:ext cx="95633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6" name="Google Shape;4236;p24"/>
                <p:cNvSpPr/>
                <p:nvPr/>
              </p:nvSpPr>
              <p:spPr>
                <a:xfrm flipH="1">
                  <a:off x="7921094" y="3852383"/>
                  <a:ext cx="7438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9523" y="9524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7" name="Google Shape;4237;p24"/>
                <p:cNvSpPr/>
                <p:nvPr/>
              </p:nvSpPr>
              <p:spPr>
                <a:xfrm flipH="1">
                  <a:off x="7995449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8" name="Google Shape;4238;p24"/>
                <p:cNvSpPr/>
                <p:nvPr/>
              </p:nvSpPr>
              <p:spPr>
                <a:xfrm flipH="1">
                  <a:off x="8080438" y="3852383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2247" y="9524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9" name="Google Shape;4239;p24"/>
                <p:cNvSpPr/>
                <p:nvPr/>
              </p:nvSpPr>
              <p:spPr>
                <a:xfrm flipH="1">
                  <a:off x="8176054" y="3852383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9525" y="952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0" name="Google Shape;4240;p24"/>
                <p:cNvSpPr/>
                <p:nvPr/>
              </p:nvSpPr>
              <p:spPr>
                <a:xfrm flipH="1">
                  <a:off x="8250417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1" name="Google Shape;4241;p24"/>
                <p:cNvSpPr/>
                <p:nvPr/>
              </p:nvSpPr>
              <p:spPr>
                <a:xfrm flipH="1">
                  <a:off x="8335399" y="3852383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2" name="Google Shape;4242;p24"/>
                <p:cNvSpPr/>
                <p:nvPr/>
              </p:nvSpPr>
              <p:spPr>
                <a:xfrm flipH="1">
                  <a:off x="8431015" y="3852383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9525" y="952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3" name="Google Shape;4243;p24"/>
                <p:cNvSpPr/>
                <p:nvPr/>
              </p:nvSpPr>
              <p:spPr>
                <a:xfrm flipH="1">
                  <a:off x="8505377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4" name="Google Shape;4244;p24"/>
                <p:cNvSpPr/>
                <p:nvPr/>
              </p:nvSpPr>
              <p:spPr>
                <a:xfrm flipH="1">
                  <a:off x="8590359" y="3852383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5" name="Google Shape;4245;p24"/>
                <p:cNvSpPr/>
                <p:nvPr/>
              </p:nvSpPr>
              <p:spPr>
                <a:xfrm flipH="1">
                  <a:off x="7230575" y="4192329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6" name="Google Shape;4246;p24"/>
                <p:cNvSpPr/>
                <p:nvPr/>
              </p:nvSpPr>
              <p:spPr>
                <a:xfrm flipH="1">
                  <a:off x="7230575" y="411796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7" name="Google Shape;4247;p24"/>
                <p:cNvSpPr/>
                <p:nvPr/>
              </p:nvSpPr>
              <p:spPr>
                <a:xfrm flipH="1">
                  <a:off x="7230575" y="4022352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8" name="Google Shape;4248;p24"/>
                <p:cNvSpPr/>
                <p:nvPr/>
              </p:nvSpPr>
              <p:spPr>
                <a:xfrm flipH="1">
                  <a:off x="7230575" y="3937368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9" name="Google Shape;4249;p24"/>
                <p:cNvSpPr/>
                <p:nvPr/>
              </p:nvSpPr>
              <p:spPr>
                <a:xfrm flipH="1">
                  <a:off x="7230575" y="3863002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0" name="Google Shape;4250;p24"/>
                <p:cNvSpPr/>
                <p:nvPr/>
              </p:nvSpPr>
              <p:spPr>
                <a:xfrm flipH="1">
                  <a:off x="7400551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1" name="Google Shape;4251;p24"/>
                <p:cNvSpPr/>
                <p:nvPr/>
              </p:nvSpPr>
              <p:spPr>
                <a:xfrm flipH="1">
                  <a:off x="7485535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2" name="Google Shape;4252;p24"/>
                <p:cNvSpPr/>
                <p:nvPr/>
              </p:nvSpPr>
              <p:spPr>
                <a:xfrm flipH="1">
                  <a:off x="7570520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3" name="Google Shape;4253;p24"/>
                <p:cNvSpPr/>
                <p:nvPr/>
              </p:nvSpPr>
              <p:spPr>
                <a:xfrm flipH="1">
                  <a:off x="7740496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4" name="Google Shape;4254;p24"/>
                <p:cNvSpPr/>
                <p:nvPr/>
              </p:nvSpPr>
              <p:spPr>
                <a:xfrm flipH="1">
                  <a:off x="7825485" y="3767391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5" name="Google Shape;4255;p24"/>
                <p:cNvSpPr/>
                <p:nvPr/>
              </p:nvSpPr>
              <p:spPr>
                <a:xfrm flipH="1">
                  <a:off x="7921094" y="3767391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6" name="Google Shape;4256;p24"/>
                <p:cNvSpPr/>
                <p:nvPr/>
              </p:nvSpPr>
              <p:spPr>
                <a:xfrm flipH="1">
                  <a:off x="7995449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7" name="Google Shape;4257;p24"/>
                <p:cNvSpPr/>
                <p:nvPr/>
              </p:nvSpPr>
              <p:spPr>
                <a:xfrm flipH="1">
                  <a:off x="8080438" y="3767391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8" name="Google Shape;4258;p24"/>
                <p:cNvSpPr/>
                <p:nvPr/>
              </p:nvSpPr>
              <p:spPr>
                <a:xfrm flipH="1">
                  <a:off x="8176054" y="3767391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9" name="Google Shape;4259;p24"/>
                <p:cNvSpPr/>
                <p:nvPr/>
              </p:nvSpPr>
              <p:spPr>
                <a:xfrm flipH="1">
                  <a:off x="8250417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0" name="Google Shape;4260;p24"/>
                <p:cNvSpPr/>
                <p:nvPr/>
              </p:nvSpPr>
              <p:spPr>
                <a:xfrm flipH="1">
                  <a:off x="8335399" y="3767391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1" name="Google Shape;4261;p24"/>
                <p:cNvSpPr/>
                <p:nvPr/>
              </p:nvSpPr>
              <p:spPr>
                <a:xfrm flipH="1">
                  <a:off x="8431015" y="3767391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2" name="Google Shape;4262;p24"/>
                <p:cNvSpPr/>
                <p:nvPr/>
              </p:nvSpPr>
              <p:spPr>
                <a:xfrm flipH="1">
                  <a:off x="8505377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3" name="Google Shape;4263;p24"/>
                <p:cNvSpPr/>
                <p:nvPr/>
              </p:nvSpPr>
              <p:spPr>
                <a:xfrm flipH="1">
                  <a:off x="8590359" y="3767391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4" name="Google Shape;4264;p24"/>
                <p:cNvSpPr/>
                <p:nvPr/>
              </p:nvSpPr>
              <p:spPr>
                <a:xfrm flipH="1">
                  <a:off x="8176054" y="3671779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9525" y="12246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5" name="Google Shape;4265;p24"/>
                <p:cNvSpPr/>
                <p:nvPr/>
              </p:nvSpPr>
              <p:spPr>
                <a:xfrm flipH="1">
                  <a:off x="8250417" y="3671779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6" name="Google Shape;4266;p24"/>
                <p:cNvSpPr/>
                <p:nvPr/>
              </p:nvSpPr>
              <p:spPr>
                <a:xfrm flipH="1">
                  <a:off x="8335399" y="3671779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12245" y="12246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7" name="Google Shape;4267;p24"/>
                <p:cNvSpPr/>
                <p:nvPr/>
              </p:nvSpPr>
              <p:spPr>
                <a:xfrm flipH="1">
                  <a:off x="8431015" y="3671779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9525" y="12246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8" name="Google Shape;4268;p24"/>
                <p:cNvSpPr/>
                <p:nvPr/>
              </p:nvSpPr>
              <p:spPr>
                <a:xfrm flipH="1">
                  <a:off x="8505377" y="3671779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9" name="Google Shape;4269;p24"/>
                <p:cNvSpPr/>
                <p:nvPr/>
              </p:nvSpPr>
              <p:spPr>
                <a:xfrm flipH="1">
                  <a:off x="8590359" y="3671779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2245" y="12246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0" name="Google Shape;4270;p24"/>
                <p:cNvSpPr/>
                <p:nvPr/>
              </p:nvSpPr>
              <p:spPr>
                <a:xfrm flipH="1">
                  <a:off x="8080438" y="3597414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12247" y="952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1" name="Google Shape;4271;p24"/>
                <p:cNvSpPr/>
                <p:nvPr/>
              </p:nvSpPr>
              <p:spPr>
                <a:xfrm flipH="1">
                  <a:off x="8176054" y="359741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2" name="Google Shape;4272;p24"/>
                <p:cNvSpPr/>
                <p:nvPr/>
              </p:nvSpPr>
              <p:spPr>
                <a:xfrm flipH="1">
                  <a:off x="8250417" y="359741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3" name="Google Shape;4273;p24"/>
                <p:cNvSpPr/>
                <p:nvPr/>
              </p:nvSpPr>
              <p:spPr>
                <a:xfrm flipH="1">
                  <a:off x="8335399" y="359741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12245" y="952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4" name="Google Shape;4274;p24"/>
                <p:cNvSpPr/>
                <p:nvPr/>
              </p:nvSpPr>
              <p:spPr>
                <a:xfrm flipH="1">
                  <a:off x="8431015" y="359741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5" name="Google Shape;4275;p24"/>
                <p:cNvSpPr/>
                <p:nvPr/>
              </p:nvSpPr>
              <p:spPr>
                <a:xfrm flipH="1">
                  <a:off x="8505377" y="359741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6" name="Google Shape;4276;p24"/>
                <p:cNvSpPr/>
                <p:nvPr/>
              </p:nvSpPr>
              <p:spPr>
                <a:xfrm flipH="1">
                  <a:off x="8590359" y="359741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7" name="Google Shape;4277;p24"/>
                <p:cNvSpPr/>
                <p:nvPr/>
              </p:nvSpPr>
              <p:spPr>
                <a:xfrm flipH="1">
                  <a:off x="8685973" y="3693026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4" y="952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8" name="Google Shape;4278;p24"/>
                <p:cNvSpPr/>
                <p:nvPr/>
              </p:nvSpPr>
              <p:spPr>
                <a:xfrm flipH="1">
                  <a:off x="8685973" y="3852383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9" name="Google Shape;4279;p24"/>
                <p:cNvSpPr/>
                <p:nvPr/>
              </p:nvSpPr>
              <p:spPr>
                <a:xfrm flipH="1">
                  <a:off x="8685973" y="3937368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0" name="Google Shape;4280;p24"/>
                <p:cNvSpPr/>
                <p:nvPr/>
              </p:nvSpPr>
              <p:spPr>
                <a:xfrm flipH="1">
                  <a:off x="8685973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1" name="Google Shape;4281;p24"/>
                <p:cNvSpPr/>
                <p:nvPr/>
              </p:nvSpPr>
              <p:spPr>
                <a:xfrm flipH="1">
                  <a:off x="8685973" y="4107344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2" name="Google Shape;4282;p24"/>
                <p:cNvSpPr/>
                <p:nvPr/>
              </p:nvSpPr>
              <p:spPr>
                <a:xfrm flipH="1">
                  <a:off x="8685973" y="4192329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3" name="Google Shape;4283;p24"/>
                <p:cNvSpPr/>
                <p:nvPr/>
              </p:nvSpPr>
              <p:spPr>
                <a:xfrm flipH="1">
                  <a:off x="8080438" y="3501811"/>
                  <a:ext cx="95649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4" name="Google Shape;4284;p24"/>
                <p:cNvSpPr/>
                <p:nvPr/>
              </p:nvSpPr>
              <p:spPr>
                <a:xfrm flipH="1">
                  <a:off x="8335399" y="3501811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5" name="Google Shape;4285;p24"/>
                <p:cNvSpPr/>
                <p:nvPr/>
              </p:nvSpPr>
              <p:spPr>
                <a:xfrm flipH="1">
                  <a:off x="8431015" y="3501811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6" name="Google Shape;4286;p24"/>
                <p:cNvSpPr/>
                <p:nvPr/>
              </p:nvSpPr>
              <p:spPr>
                <a:xfrm flipH="1">
                  <a:off x="8505377" y="3501811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7" name="Google Shape;4287;p24"/>
                <p:cNvSpPr/>
                <p:nvPr/>
              </p:nvSpPr>
              <p:spPr>
                <a:xfrm flipH="1">
                  <a:off x="8590359" y="3501811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288" name="Google Shape;4288;p24"/>
            <p:cNvGrpSpPr/>
            <p:nvPr/>
          </p:nvGrpSpPr>
          <p:grpSpPr>
            <a:xfrm>
              <a:off x="414191" y="3387487"/>
              <a:ext cx="636299" cy="675799"/>
              <a:chOff x="6163859" y="4325295"/>
              <a:chExt cx="1007280" cy="1069810"/>
            </a:xfrm>
          </p:grpSpPr>
          <p:sp>
            <p:nvSpPr>
              <p:cNvPr id="4289" name="Google Shape;4289;p24"/>
              <p:cNvSpPr/>
              <p:nvPr/>
            </p:nvSpPr>
            <p:spPr>
              <a:xfrm>
                <a:off x="6719586" y="5332558"/>
                <a:ext cx="62541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0" name="Google Shape;4290;p24"/>
              <p:cNvSpPr/>
              <p:nvPr/>
            </p:nvSpPr>
            <p:spPr>
              <a:xfrm>
                <a:off x="6670963" y="5332558"/>
                <a:ext cx="48644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1" name="Google Shape;4291;p24"/>
              <p:cNvSpPr/>
              <p:nvPr/>
            </p:nvSpPr>
            <p:spPr>
              <a:xfrm>
                <a:off x="6615387" y="5332558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2" name="Google Shape;4292;p24"/>
              <p:cNvSpPr/>
              <p:nvPr/>
            </p:nvSpPr>
            <p:spPr>
              <a:xfrm>
                <a:off x="6552862" y="5332558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3" name="Google Shape;4293;p24"/>
              <p:cNvSpPr/>
              <p:nvPr/>
            </p:nvSpPr>
            <p:spPr>
              <a:xfrm>
                <a:off x="6719586" y="5276982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4" name="Google Shape;4294;p24"/>
              <p:cNvSpPr/>
              <p:nvPr/>
            </p:nvSpPr>
            <p:spPr>
              <a:xfrm>
                <a:off x="6670963" y="5276982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5" name="Google Shape;4295;p24"/>
              <p:cNvSpPr/>
              <p:nvPr/>
            </p:nvSpPr>
            <p:spPr>
              <a:xfrm>
                <a:off x="6615387" y="5276982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6" name="Google Shape;4296;p24"/>
              <p:cNvSpPr/>
              <p:nvPr/>
            </p:nvSpPr>
            <p:spPr>
              <a:xfrm>
                <a:off x="6552862" y="5276982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7" name="Google Shape;4297;p24"/>
              <p:cNvSpPr/>
              <p:nvPr/>
            </p:nvSpPr>
            <p:spPr>
              <a:xfrm>
                <a:off x="6719586" y="5221411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8" name="Google Shape;4298;p24"/>
              <p:cNvSpPr/>
              <p:nvPr/>
            </p:nvSpPr>
            <p:spPr>
              <a:xfrm>
                <a:off x="6670963" y="5221411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9" name="Google Shape;4299;p24"/>
              <p:cNvSpPr/>
              <p:nvPr/>
            </p:nvSpPr>
            <p:spPr>
              <a:xfrm>
                <a:off x="6615387" y="522141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0" name="Google Shape;4300;p24"/>
              <p:cNvSpPr/>
              <p:nvPr/>
            </p:nvSpPr>
            <p:spPr>
              <a:xfrm>
                <a:off x="6552862" y="5221411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1" name="Google Shape;4301;p24"/>
              <p:cNvSpPr/>
              <p:nvPr/>
            </p:nvSpPr>
            <p:spPr>
              <a:xfrm>
                <a:off x="6719586" y="5165834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2" name="Google Shape;4302;p24"/>
              <p:cNvSpPr/>
              <p:nvPr/>
            </p:nvSpPr>
            <p:spPr>
              <a:xfrm>
                <a:off x="6670963" y="5165834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3" name="Google Shape;4303;p24"/>
              <p:cNvSpPr/>
              <p:nvPr/>
            </p:nvSpPr>
            <p:spPr>
              <a:xfrm>
                <a:off x="6615387" y="5165834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4" name="Google Shape;4304;p24"/>
              <p:cNvSpPr/>
              <p:nvPr/>
            </p:nvSpPr>
            <p:spPr>
              <a:xfrm>
                <a:off x="6552862" y="5165834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5" name="Google Shape;4305;p24"/>
              <p:cNvSpPr/>
              <p:nvPr/>
            </p:nvSpPr>
            <p:spPr>
              <a:xfrm>
                <a:off x="6719586" y="5110263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6" name="Google Shape;4306;p24"/>
              <p:cNvSpPr/>
              <p:nvPr/>
            </p:nvSpPr>
            <p:spPr>
              <a:xfrm>
                <a:off x="6670963" y="5110263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7" name="Google Shape;4307;p24"/>
              <p:cNvSpPr/>
              <p:nvPr/>
            </p:nvSpPr>
            <p:spPr>
              <a:xfrm>
                <a:off x="6615387" y="5110263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8" name="Google Shape;4308;p24"/>
              <p:cNvSpPr/>
              <p:nvPr/>
            </p:nvSpPr>
            <p:spPr>
              <a:xfrm>
                <a:off x="6552862" y="5110263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9" name="Google Shape;4309;p24"/>
              <p:cNvSpPr/>
              <p:nvPr/>
            </p:nvSpPr>
            <p:spPr>
              <a:xfrm>
                <a:off x="6837677" y="5054691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0" name="Google Shape;4310;p24"/>
              <p:cNvSpPr/>
              <p:nvPr/>
            </p:nvSpPr>
            <p:spPr>
              <a:xfrm>
                <a:off x="6782101" y="505469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1" name="Google Shape;4311;p24"/>
              <p:cNvSpPr/>
              <p:nvPr/>
            </p:nvSpPr>
            <p:spPr>
              <a:xfrm>
                <a:off x="6719586" y="5054691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2" name="Google Shape;4312;p24"/>
              <p:cNvSpPr/>
              <p:nvPr/>
            </p:nvSpPr>
            <p:spPr>
              <a:xfrm>
                <a:off x="6670963" y="5054691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3" name="Google Shape;4313;p24"/>
              <p:cNvSpPr/>
              <p:nvPr/>
            </p:nvSpPr>
            <p:spPr>
              <a:xfrm>
                <a:off x="6615387" y="505469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4" name="Google Shape;4314;p24"/>
              <p:cNvSpPr/>
              <p:nvPr/>
            </p:nvSpPr>
            <p:spPr>
              <a:xfrm>
                <a:off x="6552862" y="5054691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5" name="Google Shape;4315;p24"/>
              <p:cNvSpPr/>
              <p:nvPr/>
            </p:nvSpPr>
            <p:spPr>
              <a:xfrm>
                <a:off x="6504240" y="5054691"/>
                <a:ext cx="48649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6" name="Google Shape;4316;p24"/>
              <p:cNvSpPr/>
              <p:nvPr/>
            </p:nvSpPr>
            <p:spPr>
              <a:xfrm>
                <a:off x="6448669" y="5054691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7" name="Google Shape;4317;p24"/>
              <p:cNvSpPr/>
              <p:nvPr/>
            </p:nvSpPr>
            <p:spPr>
              <a:xfrm>
                <a:off x="6386148" y="5054691"/>
                <a:ext cx="62546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8" name="Google Shape;4318;p24"/>
              <p:cNvSpPr/>
              <p:nvPr/>
            </p:nvSpPr>
            <p:spPr>
              <a:xfrm>
                <a:off x="6837677" y="499911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9" name="Google Shape;4319;p24"/>
              <p:cNvSpPr/>
              <p:nvPr/>
            </p:nvSpPr>
            <p:spPr>
              <a:xfrm>
                <a:off x="6615387" y="4999115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0" name="Google Shape;4320;p24"/>
              <p:cNvSpPr/>
              <p:nvPr/>
            </p:nvSpPr>
            <p:spPr>
              <a:xfrm>
                <a:off x="6386148" y="4999115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1" name="Google Shape;4321;p24"/>
              <p:cNvSpPr/>
              <p:nvPr/>
            </p:nvSpPr>
            <p:spPr>
              <a:xfrm>
                <a:off x="6837677" y="4943544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2" name="Google Shape;4322;p24"/>
              <p:cNvSpPr/>
              <p:nvPr/>
            </p:nvSpPr>
            <p:spPr>
              <a:xfrm>
                <a:off x="6615387" y="4943544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3" name="Google Shape;4323;p24"/>
              <p:cNvSpPr/>
              <p:nvPr/>
            </p:nvSpPr>
            <p:spPr>
              <a:xfrm>
                <a:off x="6386148" y="4943544"/>
                <a:ext cx="62546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4" name="Google Shape;4324;p24"/>
              <p:cNvSpPr/>
              <p:nvPr/>
            </p:nvSpPr>
            <p:spPr>
              <a:xfrm>
                <a:off x="6837677" y="4887972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5" name="Google Shape;4325;p24"/>
              <p:cNvSpPr/>
              <p:nvPr/>
            </p:nvSpPr>
            <p:spPr>
              <a:xfrm>
                <a:off x="6615387" y="4887972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6" name="Google Shape;4326;p24"/>
              <p:cNvSpPr/>
              <p:nvPr/>
            </p:nvSpPr>
            <p:spPr>
              <a:xfrm>
                <a:off x="6386148" y="4887972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7" name="Google Shape;4327;p24"/>
              <p:cNvSpPr/>
              <p:nvPr/>
            </p:nvSpPr>
            <p:spPr>
              <a:xfrm>
                <a:off x="7059967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8" name="Google Shape;4328;p24"/>
              <p:cNvSpPr/>
              <p:nvPr/>
            </p:nvSpPr>
            <p:spPr>
              <a:xfrm>
                <a:off x="7004396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9" name="Google Shape;4329;p24"/>
              <p:cNvSpPr/>
              <p:nvPr/>
            </p:nvSpPr>
            <p:spPr>
              <a:xfrm>
                <a:off x="6948824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0" name="Google Shape;4330;p24"/>
              <p:cNvSpPr/>
              <p:nvPr/>
            </p:nvSpPr>
            <p:spPr>
              <a:xfrm>
                <a:off x="6893248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1" name="Google Shape;4331;p24"/>
              <p:cNvSpPr/>
              <p:nvPr/>
            </p:nvSpPr>
            <p:spPr>
              <a:xfrm>
                <a:off x="6837677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2" name="Google Shape;4332;p24"/>
              <p:cNvSpPr/>
              <p:nvPr/>
            </p:nvSpPr>
            <p:spPr>
              <a:xfrm>
                <a:off x="6782101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3" name="Google Shape;4333;p24"/>
              <p:cNvSpPr/>
              <p:nvPr/>
            </p:nvSpPr>
            <p:spPr>
              <a:xfrm>
                <a:off x="6719586" y="4832401"/>
                <a:ext cx="62541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4" name="Google Shape;4334;p24"/>
              <p:cNvSpPr/>
              <p:nvPr/>
            </p:nvSpPr>
            <p:spPr>
              <a:xfrm>
                <a:off x="6670963" y="4832401"/>
                <a:ext cx="48644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5" name="Google Shape;4335;p24"/>
              <p:cNvSpPr/>
              <p:nvPr/>
            </p:nvSpPr>
            <p:spPr>
              <a:xfrm>
                <a:off x="6615387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6" name="Google Shape;4336;p24"/>
              <p:cNvSpPr/>
              <p:nvPr/>
            </p:nvSpPr>
            <p:spPr>
              <a:xfrm>
                <a:off x="6552862" y="4832401"/>
                <a:ext cx="62552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7" name="Google Shape;4337;p24"/>
              <p:cNvSpPr/>
              <p:nvPr/>
            </p:nvSpPr>
            <p:spPr>
              <a:xfrm>
                <a:off x="6504240" y="4832401"/>
                <a:ext cx="48649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8" name="Google Shape;4338;p24"/>
              <p:cNvSpPr/>
              <p:nvPr/>
            </p:nvSpPr>
            <p:spPr>
              <a:xfrm>
                <a:off x="6448669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9" name="Google Shape;4339;p24"/>
              <p:cNvSpPr/>
              <p:nvPr/>
            </p:nvSpPr>
            <p:spPr>
              <a:xfrm>
                <a:off x="6386148" y="4832401"/>
                <a:ext cx="62546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0" name="Google Shape;4340;p24"/>
              <p:cNvSpPr/>
              <p:nvPr/>
            </p:nvSpPr>
            <p:spPr>
              <a:xfrm>
                <a:off x="6337521" y="4832401"/>
                <a:ext cx="48649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1" name="Google Shape;4341;p24"/>
              <p:cNvSpPr/>
              <p:nvPr/>
            </p:nvSpPr>
            <p:spPr>
              <a:xfrm>
                <a:off x="6281950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2" name="Google Shape;4342;p24"/>
              <p:cNvSpPr/>
              <p:nvPr/>
            </p:nvSpPr>
            <p:spPr>
              <a:xfrm>
                <a:off x="6219430" y="4832401"/>
                <a:ext cx="62546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3" name="Google Shape;4343;p24"/>
              <p:cNvSpPr/>
              <p:nvPr/>
            </p:nvSpPr>
            <p:spPr>
              <a:xfrm>
                <a:off x="7059967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4" name="Google Shape;4344;p24"/>
              <p:cNvSpPr/>
              <p:nvPr/>
            </p:nvSpPr>
            <p:spPr>
              <a:xfrm>
                <a:off x="7004396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5" name="Google Shape;4345;p24"/>
              <p:cNvSpPr/>
              <p:nvPr/>
            </p:nvSpPr>
            <p:spPr>
              <a:xfrm>
                <a:off x="6948824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6" name="Google Shape;4346;p24"/>
              <p:cNvSpPr/>
              <p:nvPr/>
            </p:nvSpPr>
            <p:spPr>
              <a:xfrm>
                <a:off x="6893248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7" name="Google Shape;4347;p24"/>
              <p:cNvSpPr/>
              <p:nvPr/>
            </p:nvSpPr>
            <p:spPr>
              <a:xfrm>
                <a:off x="6837677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8" name="Google Shape;4348;p24"/>
              <p:cNvSpPr/>
              <p:nvPr/>
            </p:nvSpPr>
            <p:spPr>
              <a:xfrm>
                <a:off x="6782101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9" name="Google Shape;4349;p24"/>
              <p:cNvSpPr/>
              <p:nvPr/>
            </p:nvSpPr>
            <p:spPr>
              <a:xfrm>
                <a:off x="6719586" y="4769881"/>
                <a:ext cx="62541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0" name="Google Shape;4350;p24"/>
              <p:cNvSpPr/>
              <p:nvPr/>
            </p:nvSpPr>
            <p:spPr>
              <a:xfrm>
                <a:off x="6670963" y="4769881"/>
                <a:ext cx="48644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1" name="Google Shape;4351;p24"/>
              <p:cNvSpPr/>
              <p:nvPr/>
            </p:nvSpPr>
            <p:spPr>
              <a:xfrm>
                <a:off x="6615387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2" name="Google Shape;4352;p24"/>
              <p:cNvSpPr/>
              <p:nvPr/>
            </p:nvSpPr>
            <p:spPr>
              <a:xfrm>
                <a:off x="6552862" y="4769881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3" name="Google Shape;4353;p24"/>
              <p:cNvSpPr/>
              <p:nvPr/>
            </p:nvSpPr>
            <p:spPr>
              <a:xfrm>
                <a:off x="6504240" y="4769881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4" name="Google Shape;4354;p24"/>
              <p:cNvSpPr/>
              <p:nvPr/>
            </p:nvSpPr>
            <p:spPr>
              <a:xfrm>
                <a:off x="6448669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5" name="Google Shape;4355;p24"/>
              <p:cNvSpPr/>
              <p:nvPr/>
            </p:nvSpPr>
            <p:spPr>
              <a:xfrm>
                <a:off x="6386148" y="4769881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6" name="Google Shape;4356;p24"/>
              <p:cNvSpPr/>
              <p:nvPr/>
            </p:nvSpPr>
            <p:spPr>
              <a:xfrm>
                <a:off x="6337521" y="4769881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7" name="Google Shape;4357;p24"/>
              <p:cNvSpPr/>
              <p:nvPr/>
            </p:nvSpPr>
            <p:spPr>
              <a:xfrm>
                <a:off x="6281950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8" name="Google Shape;4358;p24"/>
              <p:cNvSpPr/>
              <p:nvPr/>
            </p:nvSpPr>
            <p:spPr>
              <a:xfrm>
                <a:off x="6219430" y="4769881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9" name="Google Shape;4359;p24"/>
              <p:cNvSpPr/>
              <p:nvPr/>
            </p:nvSpPr>
            <p:spPr>
              <a:xfrm>
                <a:off x="7059967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0" name="Google Shape;4360;p24"/>
              <p:cNvSpPr/>
              <p:nvPr/>
            </p:nvSpPr>
            <p:spPr>
              <a:xfrm>
                <a:off x="7004396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1" name="Google Shape;4361;p24"/>
              <p:cNvSpPr/>
              <p:nvPr/>
            </p:nvSpPr>
            <p:spPr>
              <a:xfrm>
                <a:off x="6948824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2" name="Google Shape;4362;p24"/>
              <p:cNvSpPr/>
              <p:nvPr/>
            </p:nvSpPr>
            <p:spPr>
              <a:xfrm>
                <a:off x="6893248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3" name="Google Shape;4363;p24"/>
              <p:cNvSpPr/>
              <p:nvPr/>
            </p:nvSpPr>
            <p:spPr>
              <a:xfrm>
                <a:off x="6837677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4" name="Google Shape;4364;p24"/>
              <p:cNvSpPr/>
              <p:nvPr/>
            </p:nvSpPr>
            <p:spPr>
              <a:xfrm>
                <a:off x="6782101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5" name="Google Shape;4365;p24"/>
              <p:cNvSpPr/>
              <p:nvPr/>
            </p:nvSpPr>
            <p:spPr>
              <a:xfrm>
                <a:off x="6719586" y="4721253"/>
                <a:ext cx="62541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6" name="Google Shape;4366;p24"/>
              <p:cNvSpPr/>
              <p:nvPr/>
            </p:nvSpPr>
            <p:spPr>
              <a:xfrm>
                <a:off x="6670963" y="4721253"/>
                <a:ext cx="48644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7" name="Google Shape;4367;p24"/>
              <p:cNvSpPr/>
              <p:nvPr/>
            </p:nvSpPr>
            <p:spPr>
              <a:xfrm>
                <a:off x="6615387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8" name="Google Shape;4368;p24"/>
              <p:cNvSpPr/>
              <p:nvPr/>
            </p:nvSpPr>
            <p:spPr>
              <a:xfrm>
                <a:off x="6552862" y="4721253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9" name="Google Shape;4369;p24"/>
              <p:cNvSpPr/>
              <p:nvPr/>
            </p:nvSpPr>
            <p:spPr>
              <a:xfrm>
                <a:off x="6504240" y="4721253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0" name="Google Shape;4370;p24"/>
              <p:cNvSpPr/>
              <p:nvPr/>
            </p:nvSpPr>
            <p:spPr>
              <a:xfrm>
                <a:off x="6448669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1" name="Google Shape;4371;p24"/>
              <p:cNvSpPr/>
              <p:nvPr/>
            </p:nvSpPr>
            <p:spPr>
              <a:xfrm>
                <a:off x="6386148" y="4721253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2" name="Google Shape;4372;p24"/>
              <p:cNvSpPr/>
              <p:nvPr/>
            </p:nvSpPr>
            <p:spPr>
              <a:xfrm>
                <a:off x="6337521" y="4721253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3" name="Google Shape;4373;p24"/>
              <p:cNvSpPr/>
              <p:nvPr/>
            </p:nvSpPr>
            <p:spPr>
              <a:xfrm>
                <a:off x="6281950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4" name="Google Shape;4374;p24"/>
              <p:cNvSpPr/>
              <p:nvPr/>
            </p:nvSpPr>
            <p:spPr>
              <a:xfrm>
                <a:off x="6219430" y="4721253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5" name="Google Shape;4375;p24"/>
              <p:cNvSpPr/>
              <p:nvPr/>
            </p:nvSpPr>
            <p:spPr>
              <a:xfrm>
                <a:off x="7059967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6" name="Google Shape;4376;p24"/>
              <p:cNvSpPr/>
              <p:nvPr/>
            </p:nvSpPr>
            <p:spPr>
              <a:xfrm>
                <a:off x="7004396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7" name="Google Shape;4377;p24"/>
              <p:cNvSpPr/>
              <p:nvPr/>
            </p:nvSpPr>
            <p:spPr>
              <a:xfrm>
                <a:off x="6948824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8" name="Google Shape;4378;p24"/>
              <p:cNvSpPr/>
              <p:nvPr/>
            </p:nvSpPr>
            <p:spPr>
              <a:xfrm>
                <a:off x="6893248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9" name="Google Shape;4379;p24"/>
              <p:cNvSpPr/>
              <p:nvPr/>
            </p:nvSpPr>
            <p:spPr>
              <a:xfrm>
                <a:off x="6837677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0" name="Google Shape;4380;p24"/>
              <p:cNvSpPr/>
              <p:nvPr/>
            </p:nvSpPr>
            <p:spPr>
              <a:xfrm>
                <a:off x="6782101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1" name="Google Shape;4381;p24"/>
              <p:cNvSpPr/>
              <p:nvPr/>
            </p:nvSpPr>
            <p:spPr>
              <a:xfrm>
                <a:off x="6719586" y="4665677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2" name="Google Shape;4382;p24"/>
              <p:cNvSpPr/>
              <p:nvPr/>
            </p:nvSpPr>
            <p:spPr>
              <a:xfrm>
                <a:off x="6670963" y="4665677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3" name="Google Shape;4383;p24"/>
              <p:cNvSpPr/>
              <p:nvPr/>
            </p:nvSpPr>
            <p:spPr>
              <a:xfrm>
                <a:off x="6615387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4" name="Google Shape;4384;p24"/>
              <p:cNvSpPr/>
              <p:nvPr/>
            </p:nvSpPr>
            <p:spPr>
              <a:xfrm>
                <a:off x="6552862" y="4665677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5" name="Google Shape;4385;p24"/>
              <p:cNvSpPr/>
              <p:nvPr/>
            </p:nvSpPr>
            <p:spPr>
              <a:xfrm>
                <a:off x="6504240" y="4665677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6" name="Google Shape;4386;p24"/>
              <p:cNvSpPr/>
              <p:nvPr/>
            </p:nvSpPr>
            <p:spPr>
              <a:xfrm>
                <a:off x="6448669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7" name="Google Shape;4387;p24"/>
              <p:cNvSpPr/>
              <p:nvPr/>
            </p:nvSpPr>
            <p:spPr>
              <a:xfrm>
                <a:off x="6386148" y="4665677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8" name="Google Shape;4388;p24"/>
              <p:cNvSpPr/>
              <p:nvPr/>
            </p:nvSpPr>
            <p:spPr>
              <a:xfrm>
                <a:off x="6337521" y="4665677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9" name="Google Shape;4389;p24"/>
              <p:cNvSpPr/>
              <p:nvPr/>
            </p:nvSpPr>
            <p:spPr>
              <a:xfrm>
                <a:off x="6281950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0" name="Google Shape;4390;p24"/>
              <p:cNvSpPr/>
              <p:nvPr/>
            </p:nvSpPr>
            <p:spPr>
              <a:xfrm>
                <a:off x="6219430" y="4665677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1" name="Google Shape;4391;p24"/>
              <p:cNvSpPr/>
              <p:nvPr/>
            </p:nvSpPr>
            <p:spPr>
              <a:xfrm>
                <a:off x="7059967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2" name="Google Shape;4392;p24"/>
              <p:cNvSpPr/>
              <p:nvPr/>
            </p:nvSpPr>
            <p:spPr>
              <a:xfrm>
                <a:off x="7004396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3" name="Google Shape;4393;p24"/>
              <p:cNvSpPr/>
              <p:nvPr/>
            </p:nvSpPr>
            <p:spPr>
              <a:xfrm>
                <a:off x="6948824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4" name="Google Shape;4394;p24"/>
              <p:cNvSpPr/>
              <p:nvPr/>
            </p:nvSpPr>
            <p:spPr>
              <a:xfrm>
                <a:off x="6893248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5" name="Google Shape;4395;p24"/>
              <p:cNvSpPr/>
              <p:nvPr/>
            </p:nvSpPr>
            <p:spPr>
              <a:xfrm>
                <a:off x="6837677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6" name="Google Shape;4396;p24"/>
              <p:cNvSpPr/>
              <p:nvPr/>
            </p:nvSpPr>
            <p:spPr>
              <a:xfrm>
                <a:off x="6782101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7" name="Google Shape;4397;p24"/>
              <p:cNvSpPr/>
              <p:nvPr/>
            </p:nvSpPr>
            <p:spPr>
              <a:xfrm>
                <a:off x="6719586" y="4603162"/>
                <a:ext cx="62541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8" name="Google Shape;4398;p24"/>
              <p:cNvSpPr/>
              <p:nvPr/>
            </p:nvSpPr>
            <p:spPr>
              <a:xfrm>
                <a:off x="6670963" y="4603162"/>
                <a:ext cx="48644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9" name="Google Shape;4399;p24"/>
              <p:cNvSpPr/>
              <p:nvPr/>
            </p:nvSpPr>
            <p:spPr>
              <a:xfrm>
                <a:off x="6615387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0" name="Google Shape;4400;p24"/>
              <p:cNvSpPr/>
              <p:nvPr/>
            </p:nvSpPr>
            <p:spPr>
              <a:xfrm>
                <a:off x="6552862" y="4603162"/>
                <a:ext cx="62552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1" name="Google Shape;4401;p24"/>
              <p:cNvSpPr/>
              <p:nvPr/>
            </p:nvSpPr>
            <p:spPr>
              <a:xfrm>
                <a:off x="6504240" y="4603162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2" name="Google Shape;4402;p24"/>
              <p:cNvSpPr/>
              <p:nvPr/>
            </p:nvSpPr>
            <p:spPr>
              <a:xfrm>
                <a:off x="6448669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3" name="Google Shape;4403;p24"/>
              <p:cNvSpPr/>
              <p:nvPr/>
            </p:nvSpPr>
            <p:spPr>
              <a:xfrm>
                <a:off x="6386148" y="4603162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4" name="Google Shape;4404;p24"/>
              <p:cNvSpPr/>
              <p:nvPr/>
            </p:nvSpPr>
            <p:spPr>
              <a:xfrm>
                <a:off x="6337521" y="4603162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5" name="Google Shape;4405;p24"/>
              <p:cNvSpPr/>
              <p:nvPr/>
            </p:nvSpPr>
            <p:spPr>
              <a:xfrm>
                <a:off x="6281950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6" name="Google Shape;4406;p24"/>
              <p:cNvSpPr/>
              <p:nvPr/>
            </p:nvSpPr>
            <p:spPr>
              <a:xfrm>
                <a:off x="6219430" y="4603162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7" name="Google Shape;4407;p24"/>
              <p:cNvSpPr/>
              <p:nvPr/>
            </p:nvSpPr>
            <p:spPr>
              <a:xfrm>
                <a:off x="7059967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8" name="Google Shape;4408;p24"/>
              <p:cNvSpPr/>
              <p:nvPr/>
            </p:nvSpPr>
            <p:spPr>
              <a:xfrm>
                <a:off x="7004396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9" name="Google Shape;4409;p24"/>
              <p:cNvSpPr/>
              <p:nvPr/>
            </p:nvSpPr>
            <p:spPr>
              <a:xfrm>
                <a:off x="6948824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0" name="Google Shape;4410;p24"/>
              <p:cNvSpPr/>
              <p:nvPr/>
            </p:nvSpPr>
            <p:spPr>
              <a:xfrm>
                <a:off x="6893248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1" name="Google Shape;4411;p24"/>
              <p:cNvSpPr/>
              <p:nvPr/>
            </p:nvSpPr>
            <p:spPr>
              <a:xfrm>
                <a:off x="6837677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2" name="Google Shape;4412;p24"/>
              <p:cNvSpPr/>
              <p:nvPr/>
            </p:nvSpPr>
            <p:spPr>
              <a:xfrm>
                <a:off x="6782101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3" name="Google Shape;4413;p24"/>
              <p:cNvSpPr/>
              <p:nvPr/>
            </p:nvSpPr>
            <p:spPr>
              <a:xfrm>
                <a:off x="6719586" y="4554534"/>
                <a:ext cx="62541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4" name="Google Shape;4414;p24"/>
              <p:cNvSpPr/>
              <p:nvPr/>
            </p:nvSpPr>
            <p:spPr>
              <a:xfrm>
                <a:off x="6670963" y="4554534"/>
                <a:ext cx="48644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5" name="Google Shape;4415;p24"/>
              <p:cNvSpPr/>
              <p:nvPr/>
            </p:nvSpPr>
            <p:spPr>
              <a:xfrm>
                <a:off x="6615387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6" name="Google Shape;4416;p24"/>
              <p:cNvSpPr/>
              <p:nvPr/>
            </p:nvSpPr>
            <p:spPr>
              <a:xfrm>
                <a:off x="6552862" y="4554534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7" name="Google Shape;4417;p24"/>
              <p:cNvSpPr/>
              <p:nvPr/>
            </p:nvSpPr>
            <p:spPr>
              <a:xfrm>
                <a:off x="6504240" y="4554534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8" name="Google Shape;4418;p24"/>
              <p:cNvSpPr/>
              <p:nvPr/>
            </p:nvSpPr>
            <p:spPr>
              <a:xfrm>
                <a:off x="6448669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9" name="Google Shape;4419;p24"/>
              <p:cNvSpPr/>
              <p:nvPr/>
            </p:nvSpPr>
            <p:spPr>
              <a:xfrm>
                <a:off x="6386148" y="4554534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0" name="Google Shape;4420;p24"/>
              <p:cNvSpPr/>
              <p:nvPr/>
            </p:nvSpPr>
            <p:spPr>
              <a:xfrm>
                <a:off x="6337521" y="4554534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1" name="Google Shape;4421;p24"/>
              <p:cNvSpPr/>
              <p:nvPr/>
            </p:nvSpPr>
            <p:spPr>
              <a:xfrm>
                <a:off x="6281950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2" name="Google Shape;4422;p24"/>
              <p:cNvSpPr/>
              <p:nvPr/>
            </p:nvSpPr>
            <p:spPr>
              <a:xfrm>
                <a:off x="6219430" y="4554534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3" name="Google Shape;4423;p24"/>
              <p:cNvSpPr/>
              <p:nvPr/>
            </p:nvSpPr>
            <p:spPr>
              <a:xfrm>
                <a:off x="7059967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4" name="Google Shape;4424;p24"/>
              <p:cNvSpPr/>
              <p:nvPr/>
            </p:nvSpPr>
            <p:spPr>
              <a:xfrm>
                <a:off x="7115543" y="477682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5" name="Google Shape;4425;p24"/>
              <p:cNvSpPr/>
              <p:nvPr/>
            </p:nvSpPr>
            <p:spPr>
              <a:xfrm>
                <a:off x="7115543" y="4728197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6" name="Google Shape;4426;p24"/>
              <p:cNvSpPr/>
              <p:nvPr/>
            </p:nvSpPr>
            <p:spPr>
              <a:xfrm>
                <a:off x="7115543" y="466567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7" name="Google Shape;4427;p24"/>
              <p:cNvSpPr/>
              <p:nvPr/>
            </p:nvSpPr>
            <p:spPr>
              <a:xfrm>
                <a:off x="7115543" y="4610106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8" name="Google Shape;4428;p24"/>
              <p:cNvSpPr/>
              <p:nvPr/>
            </p:nvSpPr>
            <p:spPr>
              <a:xfrm>
                <a:off x="7115543" y="4561478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9" name="Google Shape;4429;p24"/>
              <p:cNvSpPr/>
              <p:nvPr/>
            </p:nvSpPr>
            <p:spPr>
              <a:xfrm>
                <a:off x="7004396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0" name="Google Shape;4430;p24"/>
              <p:cNvSpPr/>
              <p:nvPr/>
            </p:nvSpPr>
            <p:spPr>
              <a:xfrm>
                <a:off x="6948824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1" name="Google Shape;4431;p24"/>
              <p:cNvSpPr/>
              <p:nvPr/>
            </p:nvSpPr>
            <p:spPr>
              <a:xfrm>
                <a:off x="6893248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2" name="Google Shape;4432;p24"/>
              <p:cNvSpPr/>
              <p:nvPr/>
            </p:nvSpPr>
            <p:spPr>
              <a:xfrm>
                <a:off x="6837677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3" name="Google Shape;4433;p24"/>
              <p:cNvSpPr/>
              <p:nvPr/>
            </p:nvSpPr>
            <p:spPr>
              <a:xfrm>
                <a:off x="6782101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4" name="Google Shape;4434;p24"/>
              <p:cNvSpPr/>
              <p:nvPr/>
            </p:nvSpPr>
            <p:spPr>
              <a:xfrm>
                <a:off x="6719586" y="4498958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5" name="Google Shape;4435;p24"/>
              <p:cNvSpPr/>
              <p:nvPr/>
            </p:nvSpPr>
            <p:spPr>
              <a:xfrm>
                <a:off x="6670963" y="4498958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6" name="Google Shape;4436;p24"/>
              <p:cNvSpPr/>
              <p:nvPr/>
            </p:nvSpPr>
            <p:spPr>
              <a:xfrm>
                <a:off x="6615387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7" name="Google Shape;4437;p24"/>
              <p:cNvSpPr/>
              <p:nvPr/>
            </p:nvSpPr>
            <p:spPr>
              <a:xfrm>
                <a:off x="6552862" y="4498958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8" name="Google Shape;4438;p24"/>
              <p:cNvSpPr/>
              <p:nvPr/>
            </p:nvSpPr>
            <p:spPr>
              <a:xfrm>
                <a:off x="6504240" y="4498958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9" name="Google Shape;4439;p24"/>
              <p:cNvSpPr/>
              <p:nvPr/>
            </p:nvSpPr>
            <p:spPr>
              <a:xfrm>
                <a:off x="6448669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0" name="Google Shape;4440;p24"/>
              <p:cNvSpPr/>
              <p:nvPr/>
            </p:nvSpPr>
            <p:spPr>
              <a:xfrm>
                <a:off x="6386148" y="4498958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1" name="Google Shape;4441;p24"/>
              <p:cNvSpPr/>
              <p:nvPr/>
            </p:nvSpPr>
            <p:spPr>
              <a:xfrm>
                <a:off x="6337521" y="4498958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2" name="Google Shape;4442;p24"/>
              <p:cNvSpPr/>
              <p:nvPr/>
            </p:nvSpPr>
            <p:spPr>
              <a:xfrm>
                <a:off x="6281950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3" name="Google Shape;4443;p24"/>
              <p:cNvSpPr/>
              <p:nvPr/>
            </p:nvSpPr>
            <p:spPr>
              <a:xfrm>
                <a:off x="6219430" y="4498958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4" name="Google Shape;4444;p24"/>
              <p:cNvSpPr/>
              <p:nvPr/>
            </p:nvSpPr>
            <p:spPr>
              <a:xfrm>
                <a:off x="6552862" y="4436437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7" y="12246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5" name="Google Shape;4445;p24"/>
              <p:cNvSpPr/>
              <p:nvPr/>
            </p:nvSpPr>
            <p:spPr>
              <a:xfrm>
                <a:off x="6504240" y="4436437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6" name="Google Shape;4446;p24"/>
              <p:cNvSpPr/>
              <p:nvPr/>
            </p:nvSpPr>
            <p:spPr>
              <a:xfrm>
                <a:off x="6448669" y="443643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7" name="Google Shape;4447;p24"/>
              <p:cNvSpPr/>
              <p:nvPr/>
            </p:nvSpPr>
            <p:spPr>
              <a:xfrm>
                <a:off x="6386148" y="4436437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8" name="Google Shape;4448;p24"/>
              <p:cNvSpPr/>
              <p:nvPr/>
            </p:nvSpPr>
            <p:spPr>
              <a:xfrm>
                <a:off x="6337521" y="4436437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9" name="Google Shape;4449;p24"/>
              <p:cNvSpPr/>
              <p:nvPr/>
            </p:nvSpPr>
            <p:spPr>
              <a:xfrm>
                <a:off x="6281950" y="443643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0" name="Google Shape;4450;p24"/>
              <p:cNvSpPr/>
              <p:nvPr/>
            </p:nvSpPr>
            <p:spPr>
              <a:xfrm>
                <a:off x="6219430" y="4436437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1" name="Google Shape;4451;p24"/>
              <p:cNvSpPr/>
              <p:nvPr/>
            </p:nvSpPr>
            <p:spPr>
              <a:xfrm>
                <a:off x="6552862" y="4387810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2" name="Google Shape;4452;p24"/>
              <p:cNvSpPr/>
              <p:nvPr/>
            </p:nvSpPr>
            <p:spPr>
              <a:xfrm>
                <a:off x="6504240" y="4387810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3" name="Google Shape;4453;p24"/>
              <p:cNvSpPr/>
              <p:nvPr/>
            </p:nvSpPr>
            <p:spPr>
              <a:xfrm>
                <a:off x="6448669" y="438781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4" name="Google Shape;4454;p24"/>
              <p:cNvSpPr/>
              <p:nvPr/>
            </p:nvSpPr>
            <p:spPr>
              <a:xfrm>
                <a:off x="6386148" y="4387810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5" name="Google Shape;4455;p24"/>
              <p:cNvSpPr/>
              <p:nvPr/>
            </p:nvSpPr>
            <p:spPr>
              <a:xfrm>
                <a:off x="6337521" y="4387810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6" name="Google Shape;4456;p24"/>
              <p:cNvSpPr/>
              <p:nvPr/>
            </p:nvSpPr>
            <p:spPr>
              <a:xfrm>
                <a:off x="6281950" y="438781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7" name="Google Shape;4457;p24"/>
              <p:cNvSpPr/>
              <p:nvPr/>
            </p:nvSpPr>
            <p:spPr>
              <a:xfrm>
                <a:off x="6219430" y="4387810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8" name="Google Shape;4458;p24"/>
              <p:cNvSpPr/>
              <p:nvPr/>
            </p:nvSpPr>
            <p:spPr>
              <a:xfrm>
                <a:off x="6163859" y="4387810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9" name="Google Shape;4459;p24"/>
              <p:cNvSpPr/>
              <p:nvPr/>
            </p:nvSpPr>
            <p:spPr>
              <a:xfrm>
                <a:off x="6163859" y="445033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0" name="Google Shape;4460;p24"/>
              <p:cNvSpPr/>
              <p:nvPr/>
            </p:nvSpPr>
            <p:spPr>
              <a:xfrm>
                <a:off x="6163859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1" name="Google Shape;4461;p24"/>
              <p:cNvSpPr/>
              <p:nvPr/>
            </p:nvSpPr>
            <p:spPr>
              <a:xfrm>
                <a:off x="6163859" y="4554534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2" name="Google Shape;4462;p24"/>
              <p:cNvSpPr/>
              <p:nvPr/>
            </p:nvSpPr>
            <p:spPr>
              <a:xfrm>
                <a:off x="6163859" y="4610106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3" name="Google Shape;4463;p24"/>
              <p:cNvSpPr/>
              <p:nvPr/>
            </p:nvSpPr>
            <p:spPr>
              <a:xfrm>
                <a:off x="6163859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4" name="Google Shape;4464;p24"/>
              <p:cNvSpPr/>
              <p:nvPr/>
            </p:nvSpPr>
            <p:spPr>
              <a:xfrm>
                <a:off x="6163859" y="4721253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5" name="Google Shape;4465;p24"/>
              <p:cNvSpPr/>
              <p:nvPr/>
            </p:nvSpPr>
            <p:spPr>
              <a:xfrm>
                <a:off x="6163859" y="477682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6" name="Google Shape;4466;p24"/>
              <p:cNvSpPr/>
              <p:nvPr/>
            </p:nvSpPr>
            <p:spPr>
              <a:xfrm>
                <a:off x="6552862" y="4325295"/>
                <a:ext cx="62552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7" name="Google Shape;4467;p24"/>
              <p:cNvSpPr/>
              <p:nvPr/>
            </p:nvSpPr>
            <p:spPr>
              <a:xfrm>
                <a:off x="6504240" y="4325295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8" name="Google Shape;4468;p24"/>
              <p:cNvSpPr/>
              <p:nvPr/>
            </p:nvSpPr>
            <p:spPr>
              <a:xfrm>
                <a:off x="6448669" y="4325295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9" name="Google Shape;4469;p24"/>
              <p:cNvSpPr/>
              <p:nvPr/>
            </p:nvSpPr>
            <p:spPr>
              <a:xfrm>
                <a:off x="6386148" y="4325295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0" name="Google Shape;4470;p24"/>
              <p:cNvSpPr/>
              <p:nvPr/>
            </p:nvSpPr>
            <p:spPr>
              <a:xfrm>
                <a:off x="6337521" y="4325295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1" name="Google Shape;4471;p24"/>
              <p:cNvSpPr/>
              <p:nvPr/>
            </p:nvSpPr>
            <p:spPr>
              <a:xfrm>
                <a:off x="6281950" y="4325295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2" name="Google Shape;4472;p24"/>
              <p:cNvSpPr/>
              <p:nvPr/>
            </p:nvSpPr>
            <p:spPr>
              <a:xfrm>
                <a:off x="6219430" y="4325295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73" name="Google Shape;4473;p24"/>
            <p:cNvGrpSpPr/>
            <p:nvPr/>
          </p:nvGrpSpPr>
          <p:grpSpPr>
            <a:xfrm flipH="1">
              <a:off x="0" y="1474590"/>
              <a:ext cx="9144000" cy="3853085"/>
              <a:chOff x="0" y="1474590"/>
              <a:chExt cx="9144000" cy="3853085"/>
            </a:xfrm>
          </p:grpSpPr>
          <p:sp>
            <p:nvSpPr>
              <p:cNvPr id="4474" name="Google Shape;4474;p24"/>
              <p:cNvSpPr/>
              <p:nvPr/>
            </p:nvSpPr>
            <p:spPr>
              <a:xfrm>
                <a:off x="0" y="4025575"/>
                <a:ext cx="91440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5" name="Google Shape;4475;p24"/>
              <p:cNvSpPr/>
              <p:nvPr/>
            </p:nvSpPr>
            <p:spPr>
              <a:xfrm>
                <a:off x="0" y="4598775"/>
                <a:ext cx="91440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6" name="Google Shape;4476;p24"/>
              <p:cNvSpPr/>
              <p:nvPr/>
            </p:nvSpPr>
            <p:spPr>
              <a:xfrm>
                <a:off x="0" y="4760675"/>
                <a:ext cx="9144000" cy="5670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7" name="Google Shape;4477;p24"/>
              <p:cNvSpPr/>
              <p:nvPr/>
            </p:nvSpPr>
            <p:spPr>
              <a:xfrm>
                <a:off x="0" y="1475275"/>
                <a:ext cx="16116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8" name="Google Shape;4478;p24"/>
              <p:cNvSpPr/>
              <p:nvPr/>
            </p:nvSpPr>
            <p:spPr>
              <a:xfrm>
                <a:off x="0" y="2048475"/>
                <a:ext cx="16116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9" name="Google Shape;4479;p24"/>
              <p:cNvSpPr/>
              <p:nvPr/>
            </p:nvSpPr>
            <p:spPr>
              <a:xfrm>
                <a:off x="0" y="2204175"/>
                <a:ext cx="1611600" cy="1821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480" name="Google Shape;4480;p24"/>
              <p:cNvGrpSpPr/>
              <p:nvPr/>
            </p:nvGrpSpPr>
            <p:grpSpPr>
              <a:xfrm>
                <a:off x="514651" y="1474590"/>
                <a:ext cx="582277" cy="2550888"/>
                <a:chOff x="573900" y="1154950"/>
                <a:chExt cx="538000" cy="2396100"/>
              </a:xfrm>
            </p:grpSpPr>
            <p:sp>
              <p:nvSpPr>
                <p:cNvPr id="4481" name="Google Shape;4481;p24"/>
                <p:cNvSpPr/>
                <p:nvPr/>
              </p:nvSpPr>
              <p:spPr>
                <a:xfrm>
                  <a:off x="573900" y="1154950"/>
                  <a:ext cx="71700" cy="2396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2" name="Google Shape;4482;p24"/>
                <p:cNvSpPr/>
                <p:nvPr/>
              </p:nvSpPr>
              <p:spPr>
                <a:xfrm>
                  <a:off x="1040200" y="1154950"/>
                  <a:ext cx="71700" cy="2396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3" name="Google Shape;4483;p24"/>
                <p:cNvSpPr/>
                <p:nvPr/>
              </p:nvSpPr>
              <p:spPr>
                <a:xfrm>
                  <a:off x="595400" y="137738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4" name="Google Shape;4484;p24"/>
                <p:cNvSpPr/>
                <p:nvPr/>
              </p:nvSpPr>
              <p:spPr>
                <a:xfrm>
                  <a:off x="595400" y="175401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5" name="Google Shape;4485;p24"/>
                <p:cNvSpPr/>
                <p:nvPr/>
              </p:nvSpPr>
              <p:spPr>
                <a:xfrm>
                  <a:off x="613325" y="213063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6" name="Google Shape;4486;p24"/>
                <p:cNvSpPr/>
                <p:nvPr/>
              </p:nvSpPr>
              <p:spPr>
                <a:xfrm>
                  <a:off x="595400" y="250726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7" name="Google Shape;4487;p24"/>
                <p:cNvSpPr/>
                <p:nvPr/>
              </p:nvSpPr>
              <p:spPr>
                <a:xfrm>
                  <a:off x="595400" y="288388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8" name="Google Shape;4488;p24"/>
                <p:cNvSpPr/>
                <p:nvPr/>
              </p:nvSpPr>
              <p:spPr>
                <a:xfrm>
                  <a:off x="613325" y="326051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489" name="Google Shape;4489;p24"/>
            <p:cNvSpPr/>
            <p:nvPr/>
          </p:nvSpPr>
          <p:spPr>
            <a:xfrm>
              <a:off x="4159775" y="4005175"/>
              <a:ext cx="1250700" cy="1322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spTree>
      <p:nvGrpSpPr>
        <p:cNvPr id="1" name="Shape 4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1" name="Google Shape;4491;p25"/>
          <p:cNvGrpSpPr/>
          <p:nvPr/>
        </p:nvGrpSpPr>
        <p:grpSpPr>
          <a:xfrm flipH="1">
            <a:off x="8293513" y="2942503"/>
            <a:ext cx="1443946" cy="721968"/>
            <a:chOff x="311697" y="-12"/>
            <a:chExt cx="4437449" cy="2218709"/>
          </a:xfrm>
        </p:grpSpPr>
        <p:sp>
          <p:nvSpPr>
            <p:cNvPr id="4492" name="Google Shape;4492;p25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25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25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25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25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25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25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25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25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25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25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25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25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25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25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25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25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25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25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25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25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25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25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25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25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25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25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25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25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25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25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25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25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25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25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25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25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25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25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25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25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25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25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25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25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25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25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25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25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25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25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25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25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25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25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25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25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25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25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25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25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25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25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25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25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25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25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25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25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25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25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25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25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25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25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25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25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25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25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25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25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25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25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25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25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25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25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25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25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25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25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25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25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25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25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25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25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25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25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25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25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25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25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25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4596;p25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25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25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25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25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25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25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25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25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25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25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25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25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25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25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25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25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25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25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25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25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25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25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25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25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25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25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25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25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25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25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4627;p25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25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4629;p25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25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4631;p25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2" name="Google Shape;4632;p25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3" name="Google Shape;4633;p25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4" name="Google Shape;4634;p25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5" name="Google Shape;4635;p25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6" name="Google Shape;4636;p25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7" name="Google Shape;4637;p25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8" name="Google Shape;4638;p25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9" name="Google Shape;4639;p25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0" name="Google Shape;4640;p25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1" name="Google Shape;4641;p25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2" name="Google Shape;4642;p25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3" name="Google Shape;4643;p25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4" name="Google Shape;4644;p25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5" name="Google Shape;4645;p25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4646;p25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4647;p25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4648;p25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4649;p25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4650;p25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4651;p25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25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25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25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25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25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25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25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25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4660;p25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25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25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25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25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25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25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25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25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25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25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25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25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25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25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25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25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25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25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25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25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25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2" name="Google Shape;4682;p25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3" name="Google Shape;4683;p25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25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25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25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25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25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25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25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25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25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25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25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25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25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25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25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25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25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25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25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25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4" name="Google Shape;4704;p25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5" name="Google Shape;4705;p25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25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25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25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25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25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25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25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25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25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25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25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25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25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25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25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25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25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25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25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25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25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25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25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25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25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25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25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25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25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25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25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25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25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25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25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25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25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4743;p25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25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25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4746;p25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25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25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4749;p25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0" name="Google Shape;4750;p25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4751;p25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2" name="Google Shape;4752;p25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3" name="Google Shape;4753;p25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25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5" name="Google Shape;4755;p25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6" name="Google Shape;4756;p25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4757;p25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8" name="Google Shape;4758;p25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4759;p25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25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4761;p25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4762;p25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25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25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25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25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25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25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25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25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25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25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25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25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25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25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4777;p25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25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4779;p25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4780;p25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25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25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25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25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25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25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25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25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25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25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25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25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25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25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25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25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25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25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25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25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25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25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25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25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25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25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25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25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25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25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4811;p25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4812;p25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4813;p25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4814;p25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5" name="Google Shape;4815;p25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6" name="Google Shape;4816;p25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7" name="Google Shape;4817;p25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8" name="Google Shape;4818;p25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9" name="Google Shape;4819;p25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0" name="Google Shape;4820;p25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21" name="Google Shape;4821;p25"/>
          <p:cNvGrpSpPr/>
          <p:nvPr/>
        </p:nvGrpSpPr>
        <p:grpSpPr>
          <a:xfrm flipH="1">
            <a:off x="-1055437" y="935378"/>
            <a:ext cx="1443946" cy="721968"/>
            <a:chOff x="311697" y="-12"/>
            <a:chExt cx="4437449" cy="2218709"/>
          </a:xfrm>
        </p:grpSpPr>
        <p:sp>
          <p:nvSpPr>
            <p:cNvPr id="4822" name="Google Shape;4822;p25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3" name="Google Shape;4823;p25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4" name="Google Shape;4824;p25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5" name="Google Shape;4825;p25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6" name="Google Shape;4826;p25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7" name="Google Shape;4827;p25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8" name="Google Shape;4828;p25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25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4830;p25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1" name="Google Shape;4831;p25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4832;p25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3" name="Google Shape;4833;p25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4" name="Google Shape;4834;p25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5" name="Google Shape;4835;p25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6" name="Google Shape;4836;p25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7" name="Google Shape;4837;p25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8" name="Google Shape;4838;p25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9" name="Google Shape;4839;p25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0" name="Google Shape;4840;p25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1" name="Google Shape;4841;p25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2" name="Google Shape;4842;p25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3" name="Google Shape;4843;p25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4" name="Google Shape;4844;p25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5" name="Google Shape;4845;p25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6" name="Google Shape;4846;p25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7" name="Google Shape;4847;p25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8" name="Google Shape;4848;p25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9" name="Google Shape;4849;p25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0" name="Google Shape;4850;p25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1" name="Google Shape;4851;p25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2" name="Google Shape;4852;p25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3" name="Google Shape;4853;p25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4" name="Google Shape;4854;p25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5" name="Google Shape;4855;p25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6" name="Google Shape;4856;p25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7" name="Google Shape;4857;p25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8" name="Google Shape;4858;p25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9" name="Google Shape;4859;p25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0" name="Google Shape;4860;p25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1" name="Google Shape;4861;p25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2" name="Google Shape;4862;p25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3" name="Google Shape;4863;p25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4" name="Google Shape;4864;p25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5" name="Google Shape;4865;p25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6" name="Google Shape;4866;p25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7" name="Google Shape;4867;p25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8" name="Google Shape;4868;p25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9" name="Google Shape;4869;p25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0" name="Google Shape;4870;p25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1" name="Google Shape;4871;p25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2" name="Google Shape;4872;p25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3" name="Google Shape;4873;p25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4" name="Google Shape;4874;p25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5" name="Google Shape;4875;p25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6" name="Google Shape;4876;p25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7" name="Google Shape;4877;p25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8" name="Google Shape;4878;p25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9" name="Google Shape;4879;p25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0" name="Google Shape;4880;p25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1" name="Google Shape;4881;p25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2" name="Google Shape;4882;p25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3" name="Google Shape;4883;p25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4" name="Google Shape;4884;p25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5" name="Google Shape;4885;p25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6" name="Google Shape;4886;p25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7" name="Google Shape;4887;p25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8" name="Google Shape;4888;p25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9" name="Google Shape;4889;p25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0" name="Google Shape;4890;p25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1" name="Google Shape;4891;p25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2" name="Google Shape;4892;p25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3" name="Google Shape;4893;p25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4" name="Google Shape;4894;p25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5" name="Google Shape;4895;p25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6" name="Google Shape;4896;p25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7" name="Google Shape;4897;p25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8" name="Google Shape;4898;p25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9" name="Google Shape;4899;p25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0" name="Google Shape;4900;p25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1" name="Google Shape;4901;p25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2" name="Google Shape;4902;p25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3" name="Google Shape;4903;p25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4" name="Google Shape;4904;p25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5" name="Google Shape;4905;p25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6" name="Google Shape;4906;p25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7" name="Google Shape;4907;p25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8" name="Google Shape;4908;p25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9" name="Google Shape;4909;p25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0" name="Google Shape;4910;p25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1" name="Google Shape;4911;p25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2" name="Google Shape;4912;p25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3" name="Google Shape;4913;p25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4" name="Google Shape;4914;p25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5" name="Google Shape;4915;p25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6" name="Google Shape;4916;p25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7" name="Google Shape;4917;p25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8" name="Google Shape;4918;p25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9" name="Google Shape;4919;p25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0" name="Google Shape;4920;p25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1" name="Google Shape;4921;p25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2" name="Google Shape;4922;p25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3" name="Google Shape;4923;p25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4" name="Google Shape;4924;p25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5" name="Google Shape;4925;p25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6" name="Google Shape;4926;p25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7" name="Google Shape;4927;p25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8" name="Google Shape;4928;p25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9" name="Google Shape;4929;p25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0" name="Google Shape;4930;p25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1" name="Google Shape;4931;p25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2" name="Google Shape;4932;p25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3" name="Google Shape;4933;p25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4" name="Google Shape;4934;p25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5" name="Google Shape;4935;p25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6" name="Google Shape;4936;p25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7" name="Google Shape;4937;p25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8" name="Google Shape;4938;p25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9" name="Google Shape;4939;p25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0" name="Google Shape;4940;p25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1" name="Google Shape;4941;p25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2" name="Google Shape;4942;p25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3" name="Google Shape;4943;p25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4" name="Google Shape;4944;p25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5" name="Google Shape;4945;p25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6" name="Google Shape;4946;p25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7" name="Google Shape;4947;p25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8" name="Google Shape;4948;p25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9" name="Google Shape;4949;p25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0" name="Google Shape;4950;p25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1" name="Google Shape;4951;p25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2" name="Google Shape;4952;p25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3" name="Google Shape;4953;p25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4" name="Google Shape;4954;p25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5" name="Google Shape;4955;p25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6" name="Google Shape;4956;p25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7" name="Google Shape;4957;p25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8" name="Google Shape;4958;p25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9" name="Google Shape;4959;p25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0" name="Google Shape;4960;p25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1" name="Google Shape;4961;p25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2" name="Google Shape;4962;p25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3" name="Google Shape;4963;p25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4964;p25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5" name="Google Shape;4965;p25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6" name="Google Shape;4966;p25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4967;p25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8" name="Google Shape;4968;p25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9" name="Google Shape;4969;p25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0" name="Google Shape;4970;p25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1" name="Google Shape;4971;p25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2" name="Google Shape;4972;p25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3" name="Google Shape;4973;p25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4" name="Google Shape;4974;p25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5" name="Google Shape;4975;p25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6" name="Google Shape;4976;p25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7" name="Google Shape;4977;p25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8" name="Google Shape;4978;p25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9" name="Google Shape;4979;p25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0" name="Google Shape;4980;p25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1" name="Google Shape;4981;p25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2" name="Google Shape;4982;p25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3" name="Google Shape;4983;p25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4" name="Google Shape;4984;p25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5" name="Google Shape;4985;p25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6" name="Google Shape;4986;p25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25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25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25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25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25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25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25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25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4995;p25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4996;p25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25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25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25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25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25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25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25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25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25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25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25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25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25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25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25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25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25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25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25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25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25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25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25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25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25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25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25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25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25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25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25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25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25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25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25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25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25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25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25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25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25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25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25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25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25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25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25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25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25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25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25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25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25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25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25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25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25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25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25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25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25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25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25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25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25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25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25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25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25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25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25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25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25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25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25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25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25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25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25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25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25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25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25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25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25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25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25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25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25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25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25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25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25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25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25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25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25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25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25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25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25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25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25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25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25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25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25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25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25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25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25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25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25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25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25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25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25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25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25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25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25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25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25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25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25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25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25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25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25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126;p25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25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25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25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25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25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25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25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25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25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25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25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8" name="Google Shape;5138;p25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9" name="Google Shape;5139;p25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0" name="Google Shape;5140;p25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1" name="Google Shape;5141;p25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2" name="Google Shape;5142;p25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3" name="Google Shape;5143;p25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4" name="Google Shape;5144;p25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5" name="Google Shape;5145;p25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6" name="Google Shape;5146;p25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5147;p25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148;p25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9" name="Google Shape;5149;p25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0" name="Google Shape;5150;p25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51" name="Google Shape;5151;p25"/>
          <p:cNvGrpSpPr/>
          <p:nvPr/>
        </p:nvGrpSpPr>
        <p:grpSpPr>
          <a:xfrm flipH="1">
            <a:off x="4062359" y="461843"/>
            <a:ext cx="1019282" cy="509637"/>
            <a:chOff x="311697" y="-12"/>
            <a:chExt cx="4437449" cy="2218709"/>
          </a:xfrm>
        </p:grpSpPr>
        <p:sp>
          <p:nvSpPr>
            <p:cNvPr id="5152" name="Google Shape;5152;p25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3" name="Google Shape;5153;p25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4" name="Google Shape;5154;p25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5" name="Google Shape;5155;p25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6" name="Google Shape;5156;p25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7" name="Google Shape;5157;p25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8" name="Google Shape;5158;p25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9" name="Google Shape;5159;p25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0" name="Google Shape;5160;p25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1" name="Google Shape;5161;p25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2" name="Google Shape;5162;p25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3" name="Google Shape;5163;p25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4" name="Google Shape;5164;p25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5" name="Google Shape;5165;p25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6" name="Google Shape;5166;p25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7" name="Google Shape;5167;p25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8" name="Google Shape;5168;p25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9" name="Google Shape;5169;p25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0" name="Google Shape;5170;p25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1" name="Google Shape;5171;p25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2" name="Google Shape;5172;p25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3" name="Google Shape;5173;p25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4" name="Google Shape;5174;p25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5" name="Google Shape;5175;p25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6" name="Google Shape;5176;p25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7" name="Google Shape;5177;p25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8" name="Google Shape;5178;p25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9" name="Google Shape;5179;p25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0" name="Google Shape;5180;p25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1" name="Google Shape;5181;p25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2" name="Google Shape;5182;p25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3" name="Google Shape;5183;p25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4" name="Google Shape;5184;p25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5" name="Google Shape;5185;p25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6" name="Google Shape;5186;p25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7" name="Google Shape;5187;p25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8" name="Google Shape;5188;p25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9" name="Google Shape;5189;p25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0" name="Google Shape;5190;p25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1" name="Google Shape;5191;p25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2" name="Google Shape;5192;p25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3" name="Google Shape;5193;p25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4" name="Google Shape;5194;p25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5" name="Google Shape;5195;p25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6" name="Google Shape;5196;p25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7" name="Google Shape;5197;p25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8" name="Google Shape;5198;p25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9" name="Google Shape;5199;p25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0" name="Google Shape;5200;p25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1" name="Google Shape;5201;p25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2" name="Google Shape;5202;p25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3" name="Google Shape;5203;p25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4" name="Google Shape;5204;p25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5" name="Google Shape;5205;p25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6" name="Google Shape;5206;p25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7" name="Google Shape;5207;p25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8" name="Google Shape;5208;p25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9" name="Google Shape;5209;p25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0" name="Google Shape;5210;p25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1" name="Google Shape;5211;p25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2" name="Google Shape;5212;p25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3" name="Google Shape;5213;p25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4" name="Google Shape;5214;p25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5" name="Google Shape;5215;p25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6" name="Google Shape;5216;p25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7" name="Google Shape;5217;p25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8" name="Google Shape;5218;p25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9" name="Google Shape;5219;p25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0" name="Google Shape;5220;p25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1" name="Google Shape;5221;p25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2" name="Google Shape;5222;p25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3" name="Google Shape;5223;p25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4" name="Google Shape;5224;p25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5" name="Google Shape;5225;p25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6" name="Google Shape;5226;p25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7" name="Google Shape;5227;p25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8" name="Google Shape;5228;p25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9" name="Google Shape;5229;p25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0" name="Google Shape;5230;p25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1" name="Google Shape;5231;p25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2" name="Google Shape;5232;p25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3" name="Google Shape;5233;p25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4" name="Google Shape;5234;p25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5" name="Google Shape;5235;p25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6" name="Google Shape;5236;p25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7" name="Google Shape;5237;p25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8" name="Google Shape;5238;p25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9" name="Google Shape;5239;p25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0" name="Google Shape;5240;p25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1" name="Google Shape;5241;p25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2" name="Google Shape;5242;p25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3" name="Google Shape;5243;p25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4" name="Google Shape;5244;p25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5" name="Google Shape;5245;p25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6" name="Google Shape;5246;p25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7" name="Google Shape;5247;p25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8" name="Google Shape;5248;p25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9" name="Google Shape;5249;p25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0" name="Google Shape;5250;p25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1" name="Google Shape;5251;p25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2" name="Google Shape;5252;p25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3" name="Google Shape;5253;p25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4" name="Google Shape;5254;p25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5" name="Google Shape;5255;p25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6" name="Google Shape;5256;p25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7" name="Google Shape;5257;p25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8" name="Google Shape;5258;p25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9" name="Google Shape;5259;p25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0" name="Google Shape;5260;p25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1" name="Google Shape;5261;p25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2" name="Google Shape;5262;p25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3" name="Google Shape;5263;p25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4" name="Google Shape;5264;p25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5" name="Google Shape;5265;p25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6" name="Google Shape;5266;p25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7" name="Google Shape;5267;p25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8" name="Google Shape;5268;p25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9" name="Google Shape;5269;p25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0" name="Google Shape;5270;p25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1" name="Google Shape;5271;p25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2" name="Google Shape;5272;p25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3" name="Google Shape;5273;p25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4" name="Google Shape;5274;p25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5" name="Google Shape;5275;p25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6" name="Google Shape;5276;p25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7" name="Google Shape;5277;p25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8" name="Google Shape;5278;p25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9" name="Google Shape;5279;p25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0" name="Google Shape;5280;p25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1" name="Google Shape;5281;p25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2" name="Google Shape;5282;p25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3" name="Google Shape;5283;p25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4" name="Google Shape;5284;p25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5" name="Google Shape;5285;p25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6" name="Google Shape;5286;p25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7" name="Google Shape;5287;p25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8" name="Google Shape;5288;p25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9" name="Google Shape;5289;p25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0" name="Google Shape;5290;p25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1" name="Google Shape;5291;p25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2" name="Google Shape;5292;p25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3" name="Google Shape;5293;p25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4" name="Google Shape;5294;p25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5" name="Google Shape;5295;p25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6" name="Google Shape;5296;p25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7" name="Google Shape;5297;p25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8" name="Google Shape;5298;p25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9" name="Google Shape;5299;p25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0" name="Google Shape;5300;p25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1" name="Google Shape;5301;p25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2" name="Google Shape;5302;p25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3" name="Google Shape;5303;p25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4" name="Google Shape;5304;p25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5" name="Google Shape;5305;p25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6" name="Google Shape;5306;p25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7" name="Google Shape;5307;p25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8" name="Google Shape;5308;p25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9" name="Google Shape;5309;p25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0" name="Google Shape;5310;p25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1" name="Google Shape;5311;p25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2" name="Google Shape;5312;p25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3" name="Google Shape;5313;p25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4" name="Google Shape;5314;p25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5" name="Google Shape;5315;p25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6" name="Google Shape;5316;p25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7" name="Google Shape;5317;p25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8" name="Google Shape;5318;p25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9" name="Google Shape;5319;p25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0" name="Google Shape;5320;p25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1" name="Google Shape;5321;p25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2" name="Google Shape;5322;p25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3" name="Google Shape;5323;p25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4" name="Google Shape;5324;p25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5" name="Google Shape;5325;p25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6" name="Google Shape;5326;p25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7" name="Google Shape;5327;p25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8" name="Google Shape;5328;p25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9" name="Google Shape;5329;p25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0" name="Google Shape;5330;p25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1" name="Google Shape;5331;p25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2" name="Google Shape;5332;p25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3" name="Google Shape;5333;p25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4" name="Google Shape;5334;p25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5" name="Google Shape;5335;p25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6" name="Google Shape;5336;p25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7" name="Google Shape;5337;p25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8" name="Google Shape;5338;p25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9" name="Google Shape;5339;p25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0" name="Google Shape;5340;p25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1" name="Google Shape;5341;p25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2" name="Google Shape;5342;p25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3" name="Google Shape;5343;p25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4" name="Google Shape;5344;p25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5" name="Google Shape;5345;p25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6" name="Google Shape;5346;p25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7" name="Google Shape;5347;p25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8" name="Google Shape;5348;p25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9" name="Google Shape;5349;p25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0" name="Google Shape;5350;p25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1" name="Google Shape;5351;p25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2" name="Google Shape;5352;p25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3" name="Google Shape;5353;p25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4" name="Google Shape;5354;p25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5" name="Google Shape;5355;p25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6" name="Google Shape;5356;p25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7" name="Google Shape;5357;p25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8" name="Google Shape;5358;p25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9" name="Google Shape;5359;p25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0" name="Google Shape;5360;p25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1" name="Google Shape;5361;p25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2" name="Google Shape;5362;p25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3" name="Google Shape;5363;p25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4" name="Google Shape;5364;p25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5" name="Google Shape;5365;p25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6" name="Google Shape;5366;p25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7" name="Google Shape;5367;p25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8" name="Google Shape;5368;p25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9" name="Google Shape;5369;p25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0" name="Google Shape;5370;p25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1" name="Google Shape;5371;p25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2" name="Google Shape;5372;p25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3" name="Google Shape;5373;p25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4" name="Google Shape;5374;p25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5" name="Google Shape;5375;p25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6" name="Google Shape;5376;p25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7" name="Google Shape;5377;p25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8" name="Google Shape;5378;p25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9" name="Google Shape;5379;p25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0" name="Google Shape;5380;p25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1" name="Google Shape;5381;p25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2" name="Google Shape;5382;p25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3" name="Google Shape;5383;p25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4" name="Google Shape;5384;p25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5" name="Google Shape;5385;p25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6" name="Google Shape;5386;p25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7" name="Google Shape;5387;p25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8" name="Google Shape;5388;p25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9" name="Google Shape;5389;p25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0" name="Google Shape;5390;p25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1" name="Google Shape;5391;p25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2" name="Google Shape;5392;p25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3" name="Google Shape;5393;p25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4" name="Google Shape;5394;p25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5" name="Google Shape;5395;p25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6" name="Google Shape;5396;p25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7" name="Google Shape;5397;p25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8" name="Google Shape;5398;p25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9" name="Google Shape;5399;p25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0" name="Google Shape;5400;p25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1" name="Google Shape;5401;p25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2" name="Google Shape;5402;p25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3" name="Google Shape;5403;p25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4" name="Google Shape;5404;p25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5" name="Google Shape;5405;p25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6" name="Google Shape;5406;p25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7" name="Google Shape;5407;p25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8" name="Google Shape;5408;p25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9" name="Google Shape;5409;p25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0" name="Google Shape;5410;p25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1" name="Google Shape;5411;p25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2" name="Google Shape;5412;p25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3" name="Google Shape;5413;p25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4" name="Google Shape;5414;p25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5" name="Google Shape;5415;p25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6" name="Google Shape;5416;p25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7" name="Google Shape;5417;p25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8" name="Google Shape;5418;p25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9" name="Google Shape;5419;p25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0" name="Google Shape;5420;p25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1" name="Google Shape;5421;p25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2" name="Google Shape;5422;p25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3" name="Google Shape;5423;p25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4" name="Google Shape;5424;p25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5" name="Google Shape;5425;p25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6" name="Google Shape;5426;p25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7" name="Google Shape;5427;p25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8" name="Google Shape;5428;p25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9" name="Google Shape;5429;p25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0" name="Google Shape;5430;p25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1" name="Google Shape;5431;p25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2" name="Google Shape;5432;p25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3" name="Google Shape;5433;p25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4" name="Google Shape;5434;p25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5" name="Google Shape;5435;p25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6" name="Google Shape;5436;p25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7" name="Google Shape;5437;p25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8" name="Google Shape;5438;p25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9" name="Google Shape;5439;p25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0" name="Google Shape;5440;p25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1" name="Google Shape;5441;p25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2" name="Google Shape;5442;p25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3" name="Google Shape;5443;p25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4" name="Google Shape;5444;p25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5" name="Google Shape;5445;p25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6" name="Google Shape;5446;p25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7" name="Google Shape;5447;p25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8" name="Google Shape;5448;p25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9" name="Google Shape;5449;p25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0" name="Google Shape;5450;p25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1" name="Google Shape;5451;p25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2" name="Google Shape;5452;p25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3" name="Google Shape;5453;p25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4" name="Google Shape;5454;p25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5" name="Google Shape;5455;p25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6" name="Google Shape;5456;p25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7" name="Google Shape;5457;p25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8" name="Google Shape;5458;p25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9" name="Google Shape;5459;p25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0" name="Google Shape;5460;p25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1" name="Google Shape;5461;p25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2" name="Google Shape;5462;p25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3" name="Google Shape;5463;p25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4" name="Google Shape;5464;p25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5" name="Google Shape;5465;p25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6" name="Google Shape;5466;p25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7" name="Google Shape;5467;p25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8" name="Google Shape;5468;p25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9" name="Google Shape;5469;p25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0" name="Google Shape;5470;p25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1" name="Google Shape;5471;p25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2" name="Google Shape;5472;p25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3" name="Google Shape;5473;p25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4" name="Google Shape;5474;p25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5" name="Google Shape;5475;p25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6" name="Google Shape;5476;p25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7" name="Google Shape;5477;p25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8" name="Google Shape;5478;p25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9" name="Google Shape;5479;p25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0" name="Google Shape;5480;p25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dvent Pro Medium"/>
              <a:buChar char="●"/>
              <a:defRPr sz="1800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●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●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8" r:id="rId6"/>
    <p:sldLayoutId id="2147483659" r:id="rId7"/>
    <p:sldLayoutId id="2147483661" r:id="rId8"/>
    <p:sldLayoutId id="2147483664" r:id="rId9"/>
    <p:sldLayoutId id="2147483665" r:id="rId10"/>
    <p:sldLayoutId id="2147483669" r:id="rId11"/>
    <p:sldLayoutId id="2147483670" r:id="rId12"/>
    <p:sldLayoutId id="214748367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3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atel-S03-20261/Tema-06/blob/main/diagrama-casos-de-uso-S03.jp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atel-S03-20261/Tema-06/blob/main/diagrama-classes-S03.jp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atel-S03-20261/Tema-06/blob/main/AdmSequencia.drawio.png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3" name="Google Shape;5493;p29"/>
          <p:cNvSpPr txBox="1">
            <a:spLocks noGrp="1"/>
          </p:cNvSpPr>
          <p:nvPr>
            <p:ph type="ctrTitle"/>
          </p:nvPr>
        </p:nvSpPr>
        <p:spPr>
          <a:xfrm>
            <a:off x="1214796" y="2030953"/>
            <a:ext cx="6714407" cy="182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PAINEL DE ADMINISTRAÇÃO</a:t>
            </a:r>
            <a:endParaRPr dirty="0"/>
          </a:p>
        </p:txBody>
      </p:sp>
      <p:sp>
        <p:nvSpPr>
          <p:cNvPr id="5494" name="Google Shape;5494;p29"/>
          <p:cNvSpPr txBox="1">
            <a:spLocks noGrp="1"/>
          </p:cNvSpPr>
          <p:nvPr>
            <p:ph type="subTitle" idx="1"/>
          </p:nvPr>
        </p:nvSpPr>
        <p:spPr>
          <a:xfrm>
            <a:off x="1753050" y="375737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Tema 6</a:t>
            </a:r>
            <a:endParaRPr dirty="0"/>
          </a:p>
        </p:txBody>
      </p:sp>
      <p:grpSp>
        <p:nvGrpSpPr>
          <p:cNvPr id="5495" name="Google Shape;5495;p29"/>
          <p:cNvGrpSpPr/>
          <p:nvPr/>
        </p:nvGrpSpPr>
        <p:grpSpPr>
          <a:xfrm>
            <a:off x="2933218" y="1108096"/>
            <a:ext cx="924613" cy="792521"/>
            <a:chOff x="753950" y="238125"/>
            <a:chExt cx="6111125" cy="5238075"/>
          </a:xfrm>
        </p:grpSpPr>
        <p:sp>
          <p:nvSpPr>
            <p:cNvPr id="5496" name="Google Shape;5496;p29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7" name="Google Shape;5497;p29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8" name="Google Shape;5498;p29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9" name="Google Shape;5499;p29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0" name="Google Shape;5500;p29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1" name="Google Shape;5501;p29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2" name="Google Shape;5502;p29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3" name="Google Shape;5503;p29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4" name="Google Shape;5504;p29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5" name="Google Shape;5505;p29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6" name="Google Shape;5506;p29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7" name="Google Shape;5507;p29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8" name="Google Shape;5508;p29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9" name="Google Shape;5509;p29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0" name="Google Shape;5510;p29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1" name="Google Shape;5511;p29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2" name="Google Shape;5512;p29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3" name="Google Shape;5513;p29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4" name="Google Shape;5514;p29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5" name="Google Shape;5515;p29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6" name="Google Shape;5516;p29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7" name="Google Shape;5517;p29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8" name="Google Shape;5518;p29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9" name="Google Shape;5519;p29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0" name="Google Shape;5520;p29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1" name="Google Shape;5521;p29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2" name="Google Shape;5522;p29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3" name="Google Shape;5523;p29"/>
          <p:cNvGrpSpPr/>
          <p:nvPr/>
        </p:nvGrpSpPr>
        <p:grpSpPr>
          <a:xfrm>
            <a:off x="4109693" y="1108096"/>
            <a:ext cx="924613" cy="792521"/>
            <a:chOff x="753950" y="238125"/>
            <a:chExt cx="6111125" cy="5238075"/>
          </a:xfrm>
        </p:grpSpPr>
        <p:sp>
          <p:nvSpPr>
            <p:cNvPr id="5524" name="Google Shape;5524;p29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5" name="Google Shape;5525;p29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6" name="Google Shape;5526;p29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7" name="Google Shape;5527;p29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8" name="Google Shape;5528;p29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9" name="Google Shape;5529;p29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0" name="Google Shape;5530;p29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1" name="Google Shape;5531;p29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2" name="Google Shape;5532;p29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3" name="Google Shape;5533;p29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4" name="Google Shape;5534;p29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5" name="Google Shape;5535;p29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6" name="Google Shape;5536;p29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7" name="Google Shape;5537;p29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8" name="Google Shape;5538;p29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9" name="Google Shape;5539;p29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0" name="Google Shape;5540;p29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1" name="Google Shape;5541;p29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2" name="Google Shape;5542;p29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3" name="Google Shape;5543;p29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4" name="Google Shape;5544;p29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5" name="Google Shape;5545;p29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5546;p29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7" name="Google Shape;5547;p29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5548;p29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29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5550;p29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51" name="Google Shape;5551;p29"/>
          <p:cNvGrpSpPr/>
          <p:nvPr/>
        </p:nvGrpSpPr>
        <p:grpSpPr>
          <a:xfrm>
            <a:off x="5286168" y="1108096"/>
            <a:ext cx="924613" cy="792521"/>
            <a:chOff x="753950" y="238125"/>
            <a:chExt cx="6111125" cy="5238075"/>
          </a:xfrm>
        </p:grpSpPr>
        <p:sp>
          <p:nvSpPr>
            <p:cNvPr id="5552" name="Google Shape;5552;p29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3" name="Google Shape;5553;p29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4" name="Google Shape;5554;p29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5" name="Google Shape;5555;p29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6" name="Google Shape;5556;p29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7" name="Google Shape;5557;p29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8" name="Google Shape;5558;p29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9" name="Google Shape;5559;p29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0" name="Google Shape;5560;p29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1" name="Google Shape;5561;p29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2" name="Google Shape;5562;p29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5563;p29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29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29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5566;p29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7" name="Google Shape;5567;p29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5568;p29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5569;p29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0" name="Google Shape;5570;p29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1" name="Google Shape;5571;p29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2" name="Google Shape;5572;p29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3" name="Google Shape;5573;p29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4" name="Google Shape;5574;p29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5" name="Google Shape;5575;p29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6" name="Google Shape;5576;p29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7" name="Google Shape;5577;p29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8" name="Google Shape;5578;p29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7D0B1098-6AE1-0840-3CCB-43A878B3327A}"/>
              </a:ext>
            </a:extLst>
          </p:cNvPr>
          <p:cNvSpPr/>
          <p:nvPr/>
        </p:nvSpPr>
        <p:spPr>
          <a:xfrm>
            <a:off x="992396" y="2292936"/>
            <a:ext cx="7159202" cy="184884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00" name="Google Shape;5600;p31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CONTEÚDO</a:t>
            </a:r>
            <a:endParaRPr dirty="0"/>
          </a:p>
        </p:txBody>
      </p:sp>
      <p:grpSp>
        <p:nvGrpSpPr>
          <p:cNvPr id="5601" name="Google Shape;5601;p31"/>
          <p:cNvGrpSpPr/>
          <p:nvPr/>
        </p:nvGrpSpPr>
        <p:grpSpPr>
          <a:xfrm rot="-5400000">
            <a:off x="2137596" y="535371"/>
            <a:ext cx="242781" cy="161857"/>
            <a:chOff x="2500050" y="3730175"/>
            <a:chExt cx="2619000" cy="1746025"/>
          </a:xfrm>
        </p:grpSpPr>
        <p:sp>
          <p:nvSpPr>
            <p:cNvPr id="5602" name="Google Shape;5602;p31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3" name="Google Shape;5603;p31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4" name="Google Shape;5604;p31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5" name="Google Shape;5605;p31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06" name="Google Shape;5606;p31"/>
          <p:cNvGrpSpPr/>
          <p:nvPr/>
        </p:nvGrpSpPr>
        <p:grpSpPr>
          <a:xfrm rot="5400000">
            <a:off x="6763621" y="535371"/>
            <a:ext cx="242781" cy="161857"/>
            <a:chOff x="2500050" y="3730175"/>
            <a:chExt cx="2619000" cy="1746025"/>
          </a:xfrm>
        </p:grpSpPr>
        <p:sp>
          <p:nvSpPr>
            <p:cNvPr id="5607" name="Google Shape;5607;p31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8" name="Google Shape;5608;p31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9" name="Google Shape;5609;p31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0" name="Google Shape;5610;p31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11" name="Google Shape;5611;p31">
            <a:hlinkClick r:id="rId3" action="ppaction://hlinksldjump"/>
          </p:cNvPr>
          <p:cNvSpPr txBox="1">
            <a:spLocks noGrp="1"/>
          </p:cNvSpPr>
          <p:nvPr>
            <p:ph type="title" idx="2"/>
          </p:nvPr>
        </p:nvSpPr>
        <p:spPr>
          <a:xfrm>
            <a:off x="2178058" y="1154961"/>
            <a:ext cx="4787882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ESCOPO DO TEMA</a:t>
            </a:r>
            <a:endParaRPr dirty="0"/>
          </a:p>
        </p:txBody>
      </p:sp>
      <p:sp>
        <p:nvSpPr>
          <p:cNvPr id="5612" name="Google Shape;5612;p31"/>
          <p:cNvSpPr txBox="1">
            <a:spLocks noGrp="1"/>
          </p:cNvSpPr>
          <p:nvPr>
            <p:ph type="subTitle" idx="1"/>
          </p:nvPr>
        </p:nvSpPr>
        <p:spPr>
          <a:xfrm>
            <a:off x="2178057" y="1414770"/>
            <a:ext cx="4787881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Quais as responsabilidades e dependências do painel de administração?</a:t>
            </a:r>
            <a:endParaRPr dirty="0"/>
          </a:p>
        </p:txBody>
      </p:sp>
      <p:sp>
        <p:nvSpPr>
          <p:cNvPr id="5613" name="Google Shape;5613;p31">
            <a:hlinkClick r:id="rId4" action="ppaction://hlinksldjump"/>
          </p:cNvPr>
          <p:cNvSpPr txBox="1">
            <a:spLocks noGrp="1"/>
          </p:cNvSpPr>
          <p:nvPr>
            <p:ph type="title" idx="3"/>
          </p:nvPr>
        </p:nvSpPr>
        <p:spPr>
          <a:xfrm>
            <a:off x="2178057" y="2116559"/>
            <a:ext cx="4787881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DIAGRAMA DE CASOS DE USO</a:t>
            </a:r>
            <a:endParaRPr dirty="0"/>
          </a:p>
        </p:txBody>
      </p:sp>
      <p:sp>
        <p:nvSpPr>
          <p:cNvPr id="5615" name="Google Shape;5615;p31">
            <a:hlinkClick r:id="rId5" action="ppaction://hlinksldjump"/>
          </p:cNvPr>
          <p:cNvSpPr txBox="1">
            <a:spLocks noGrp="1"/>
          </p:cNvSpPr>
          <p:nvPr>
            <p:ph type="title" idx="5"/>
          </p:nvPr>
        </p:nvSpPr>
        <p:spPr>
          <a:xfrm>
            <a:off x="3027600" y="2835583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DIAGRAMA DE CLASSES</a:t>
            </a:r>
            <a:endParaRPr dirty="0"/>
          </a:p>
        </p:txBody>
      </p:sp>
      <p:sp>
        <p:nvSpPr>
          <p:cNvPr id="5616" name="Google Shape;5616;p31"/>
          <p:cNvSpPr txBox="1">
            <a:spLocks noGrp="1"/>
          </p:cNvSpPr>
          <p:nvPr>
            <p:ph type="subTitle" idx="6"/>
          </p:nvPr>
        </p:nvSpPr>
        <p:spPr>
          <a:xfrm>
            <a:off x="2178057" y="3114442"/>
            <a:ext cx="4787881" cy="6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Classes do painel de administração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4B3AA9F7-8D45-7C17-6EDD-6362BDF849AA}"/>
              </a:ext>
            </a:extLst>
          </p:cNvPr>
          <p:cNvCxnSpPr>
            <a:cxnSpLocks/>
          </p:cNvCxnSpPr>
          <p:nvPr/>
        </p:nvCxnSpPr>
        <p:spPr>
          <a:xfrm>
            <a:off x="1022773" y="2073909"/>
            <a:ext cx="7084907" cy="0"/>
          </a:xfrm>
          <a:prstGeom prst="line">
            <a:avLst/>
          </a:prstGeom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614" name="Google Shape;5614;p31"/>
          <p:cNvSpPr txBox="1">
            <a:spLocks noGrp="1"/>
          </p:cNvSpPr>
          <p:nvPr>
            <p:ph type="subTitle" idx="4"/>
          </p:nvPr>
        </p:nvSpPr>
        <p:spPr>
          <a:xfrm>
            <a:off x="2178057" y="2376368"/>
            <a:ext cx="4787881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Casos de uso do painel de administração</a:t>
            </a:r>
            <a:endParaRPr dirty="0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A5654F2E-FD85-1976-966E-2B428AAA9EC6}"/>
              </a:ext>
            </a:extLst>
          </p:cNvPr>
          <p:cNvCxnSpPr>
            <a:cxnSpLocks/>
          </p:cNvCxnSpPr>
          <p:nvPr/>
        </p:nvCxnSpPr>
        <p:spPr>
          <a:xfrm>
            <a:off x="1022773" y="2791874"/>
            <a:ext cx="7098453" cy="0"/>
          </a:xfrm>
          <a:prstGeom prst="line">
            <a:avLst/>
          </a:prstGeom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8DEBB4B4-8ABA-1349-A0FD-235A70EACC83}"/>
              </a:ext>
            </a:extLst>
          </p:cNvPr>
          <p:cNvSpPr/>
          <p:nvPr/>
        </p:nvSpPr>
        <p:spPr>
          <a:xfrm>
            <a:off x="890691" y="3568992"/>
            <a:ext cx="7184128" cy="184884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Google Shape;5611;p31">
            <a:hlinkClick r:id="rId3" action="ppaction://hlinksldjump"/>
            <a:extLst>
              <a:ext uri="{FF2B5EF4-FFF2-40B4-BE49-F238E27FC236}">
                <a16:creationId xmlns:a16="http://schemas.microsoft.com/office/drawing/2014/main" id="{CD2CED5A-3C4F-C1F8-00EE-AD6177662637}"/>
              </a:ext>
            </a:extLst>
          </p:cNvPr>
          <p:cNvSpPr txBox="1">
            <a:spLocks/>
          </p:cNvSpPr>
          <p:nvPr/>
        </p:nvSpPr>
        <p:spPr>
          <a:xfrm>
            <a:off x="2178056" y="3571880"/>
            <a:ext cx="4787882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rbitron ExtraBold"/>
              <a:buNone/>
              <a:defRPr sz="16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dirty="0"/>
              <a:t>DIAGRAMA SEQUENCIAL</a:t>
            </a:r>
          </a:p>
        </p:txBody>
      </p:sp>
      <p:sp>
        <p:nvSpPr>
          <p:cNvPr id="16" name="Google Shape;5612;p31">
            <a:extLst>
              <a:ext uri="{FF2B5EF4-FFF2-40B4-BE49-F238E27FC236}">
                <a16:creationId xmlns:a16="http://schemas.microsoft.com/office/drawing/2014/main" id="{E3B198E1-E3D4-2680-7BC4-D1605AA16908}"/>
              </a:ext>
            </a:extLst>
          </p:cNvPr>
          <p:cNvSpPr txBox="1">
            <a:spLocks/>
          </p:cNvSpPr>
          <p:nvPr/>
        </p:nvSpPr>
        <p:spPr>
          <a:xfrm>
            <a:off x="2178055" y="3831689"/>
            <a:ext cx="4787881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/>
            <a:r>
              <a:rPr lang="pt-BR" dirty="0"/>
              <a:t>Sequência lógica do painel de administração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405E354D-CCA7-35C3-32C8-CE96B8A28BCA}"/>
              </a:ext>
            </a:extLst>
          </p:cNvPr>
          <p:cNvCxnSpPr>
            <a:cxnSpLocks/>
          </p:cNvCxnSpPr>
          <p:nvPr/>
        </p:nvCxnSpPr>
        <p:spPr>
          <a:xfrm>
            <a:off x="1022773" y="3553874"/>
            <a:ext cx="7052046" cy="0"/>
          </a:xfrm>
          <a:prstGeom prst="line">
            <a:avLst/>
          </a:prstGeom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4" name="Google Shape;6024;p40"/>
          <p:cNvSpPr txBox="1">
            <a:spLocks noGrp="1"/>
          </p:cNvSpPr>
          <p:nvPr>
            <p:ph type="title" idx="2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6025" name="Google Shape;6025;p40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Escopo do Tema</a:t>
            </a:r>
            <a:endParaRPr dirty="0"/>
          </a:p>
        </p:txBody>
      </p:sp>
      <p:grpSp>
        <p:nvGrpSpPr>
          <p:cNvPr id="6027" name="Google Shape;6027;p40"/>
          <p:cNvGrpSpPr/>
          <p:nvPr/>
        </p:nvGrpSpPr>
        <p:grpSpPr>
          <a:xfrm>
            <a:off x="8029241" y="154008"/>
            <a:ext cx="264001" cy="226285"/>
            <a:chOff x="753950" y="238125"/>
            <a:chExt cx="6111125" cy="5238075"/>
          </a:xfrm>
        </p:grpSpPr>
        <p:sp>
          <p:nvSpPr>
            <p:cNvPr id="6028" name="Google Shape;6028;p40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9" name="Google Shape;6029;p40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0" name="Google Shape;6030;p40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1" name="Google Shape;6031;p40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2" name="Google Shape;6032;p40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3" name="Google Shape;6033;p40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4" name="Google Shape;6034;p40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5" name="Google Shape;6035;p40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6" name="Google Shape;6036;p40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7" name="Google Shape;6037;p40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8" name="Google Shape;6038;p40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9" name="Google Shape;6039;p40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0" name="Google Shape;6040;p40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1" name="Google Shape;6041;p40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2" name="Google Shape;6042;p40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3" name="Google Shape;6043;p40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4" name="Google Shape;6044;p40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5" name="Google Shape;6045;p40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6" name="Google Shape;6046;p40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7" name="Google Shape;6047;p40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8" name="Google Shape;6048;p40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9" name="Google Shape;6049;p40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0" name="Google Shape;6050;p40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1" name="Google Shape;6051;p40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2" name="Google Shape;6052;p40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3" name="Google Shape;6053;p40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4" name="Google Shape;6054;p40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55" name="Google Shape;6055;p40"/>
          <p:cNvGrpSpPr/>
          <p:nvPr/>
        </p:nvGrpSpPr>
        <p:grpSpPr>
          <a:xfrm>
            <a:off x="8365321" y="154008"/>
            <a:ext cx="264001" cy="226285"/>
            <a:chOff x="753950" y="238125"/>
            <a:chExt cx="6111125" cy="5238075"/>
          </a:xfrm>
        </p:grpSpPr>
        <p:sp>
          <p:nvSpPr>
            <p:cNvPr id="6056" name="Google Shape;6056;p40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7" name="Google Shape;6057;p40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8" name="Google Shape;6058;p40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9" name="Google Shape;6059;p40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0" name="Google Shape;6060;p40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1" name="Google Shape;6061;p40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2" name="Google Shape;6062;p40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3" name="Google Shape;6063;p40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4" name="Google Shape;6064;p40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5" name="Google Shape;6065;p40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6" name="Google Shape;6066;p40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7" name="Google Shape;6067;p40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8" name="Google Shape;6068;p40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9" name="Google Shape;6069;p40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0" name="Google Shape;6070;p40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1" name="Google Shape;6071;p40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2" name="Google Shape;6072;p40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3" name="Google Shape;6073;p40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4" name="Google Shape;6074;p40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5" name="Google Shape;6075;p40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6" name="Google Shape;6076;p40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7" name="Google Shape;6077;p40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8" name="Google Shape;6078;p40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6079;p40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6080;p40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1" name="Google Shape;6081;p40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2" name="Google Shape;6082;p40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83" name="Google Shape;6083;p40"/>
          <p:cNvGrpSpPr/>
          <p:nvPr/>
        </p:nvGrpSpPr>
        <p:grpSpPr>
          <a:xfrm>
            <a:off x="8701401" y="154008"/>
            <a:ext cx="264001" cy="226285"/>
            <a:chOff x="753950" y="238125"/>
            <a:chExt cx="6111125" cy="5238075"/>
          </a:xfrm>
        </p:grpSpPr>
        <p:sp>
          <p:nvSpPr>
            <p:cNvPr id="6084" name="Google Shape;6084;p40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5" name="Google Shape;6085;p40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6" name="Google Shape;6086;p40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7" name="Google Shape;6087;p40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8" name="Google Shape;6088;p40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9" name="Google Shape;6089;p40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0" name="Google Shape;6090;p40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1" name="Google Shape;6091;p40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2" name="Google Shape;6092;p40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3" name="Google Shape;6093;p40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4" name="Google Shape;6094;p40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5" name="Google Shape;6095;p40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6" name="Google Shape;6096;p40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7" name="Google Shape;6097;p40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8" name="Google Shape;6098;p40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9" name="Google Shape;6099;p40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0" name="Google Shape;6100;p40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1" name="Google Shape;6101;p40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2" name="Google Shape;6102;p40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3" name="Google Shape;6103;p40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4" name="Google Shape;6104;p40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5" name="Google Shape;6105;p40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6" name="Google Shape;6106;p40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7" name="Google Shape;6107;p40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8" name="Google Shape;6108;p40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9" name="Google Shape;6109;p40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0" name="Google Shape;6110;p40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11" name="Google Shape;6111;p40">
            <a:hlinkClick r:id="rId3" action="ppaction://hlinksldjump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1664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2" name="Google Shape;6112;p40">
            <a:hlinkClick r:id="rId5" action="ppaction://hlinksldjump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3025" y="5395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3" name="Google Shape;6113;p40">
            <a:hlinkClick r:id="rId7" action="ppaction://hlinksldjump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29239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8" name="Google Shape;6118;p41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ESCOPO</a:t>
            </a:r>
            <a:endParaRPr dirty="0"/>
          </a:p>
        </p:txBody>
      </p:sp>
      <p:sp>
        <p:nvSpPr>
          <p:cNvPr id="6119" name="Google Shape;6119;p41"/>
          <p:cNvSpPr txBox="1">
            <a:spLocks noGrp="1"/>
          </p:cNvSpPr>
          <p:nvPr>
            <p:ph type="title" idx="2"/>
          </p:nvPr>
        </p:nvSpPr>
        <p:spPr>
          <a:xfrm>
            <a:off x="1598176" y="1762650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DASHBOARDS</a:t>
            </a:r>
            <a:endParaRPr dirty="0"/>
          </a:p>
        </p:txBody>
      </p:sp>
      <p:sp>
        <p:nvSpPr>
          <p:cNvPr id="6120" name="Google Shape;6120;p41"/>
          <p:cNvSpPr txBox="1">
            <a:spLocks noGrp="1"/>
          </p:cNvSpPr>
          <p:nvPr>
            <p:ph type="subTitle" idx="1"/>
          </p:nvPr>
        </p:nvSpPr>
        <p:spPr>
          <a:xfrm>
            <a:off x="1598174" y="2174828"/>
            <a:ext cx="2768017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Visualizar dados relevantes do sistema de maneira visual, como </a:t>
            </a:r>
            <a:r>
              <a:rPr lang="en" dirty="0">
                <a:solidFill>
                  <a:schemeClr val="accent1"/>
                </a:solidFill>
              </a:rPr>
              <a:t>Jogadores</a:t>
            </a:r>
            <a:r>
              <a:rPr lang="en" dirty="0"/>
              <a:t>, </a:t>
            </a:r>
            <a:r>
              <a:rPr lang="en" dirty="0">
                <a:solidFill>
                  <a:schemeClr val="accent1"/>
                </a:solidFill>
              </a:rPr>
              <a:t>Cartas</a:t>
            </a:r>
            <a:r>
              <a:rPr lang="en" dirty="0"/>
              <a:t> e </a:t>
            </a:r>
            <a:r>
              <a:rPr lang="en" dirty="0">
                <a:solidFill>
                  <a:schemeClr val="accent1"/>
                </a:solidFill>
              </a:rPr>
              <a:t>Trocas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6121" name="Google Shape;6121;p41"/>
          <p:cNvSpPr txBox="1">
            <a:spLocks noGrp="1"/>
          </p:cNvSpPr>
          <p:nvPr>
            <p:ph type="title" idx="3"/>
          </p:nvPr>
        </p:nvSpPr>
        <p:spPr>
          <a:xfrm>
            <a:off x="1598176" y="3271775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BANIR/DESBANIR</a:t>
            </a:r>
            <a:endParaRPr dirty="0"/>
          </a:p>
        </p:txBody>
      </p:sp>
      <p:sp>
        <p:nvSpPr>
          <p:cNvPr id="6122" name="Google Shape;6122;p41"/>
          <p:cNvSpPr txBox="1">
            <a:spLocks noGrp="1"/>
          </p:cNvSpPr>
          <p:nvPr>
            <p:ph type="subTitle" idx="4"/>
          </p:nvPr>
        </p:nvSpPr>
        <p:spPr>
          <a:xfrm>
            <a:off x="1598175" y="3683953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Alterar o estado de um usuário para ‘</a:t>
            </a:r>
            <a:r>
              <a:rPr lang="pt-BR" dirty="0">
                <a:solidFill>
                  <a:schemeClr val="accent1"/>
                </a:solidFill>
              </a:rPr>
              <a:t>Banido</a:t>
            </a:r>
            <a:r>
              <a:rPr lang="pt-BR" dirty="0"/>
              <a:t>’</a:t>
            </a:r>
            <a:endParaRPr dirty="0"/>
          </a:p>
        </p:txBody>
      </p:sp>
      <p:sp>
        <p:nvSpPr>
          <p:cNvPr id="6123" name="Google Shape;6123;p41"/>
          <p:cNvSpPr txBox="1">
            <a:spLocks noGrp="1"/>
          </p:cNvSpPr>
          <p:nvPr>
            <p:ph type="title" idx="5"/>
          </p:nvPr>
        </p:nvSpPr>
        <p:spPr>
          <a:xfrm>
            <a:off x="5744226" y="1762650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PROMOVER ADM</a:t>
            </a:r>
            <a:endParaRPr dirty="0"/>
          </a:p>
        </p:txBody>
      </p:sp>
      <p:sp>
        <p:nvSpPr>
          <p:cNvPr id="6124" name="Google Shape;6124;p41"/>
          <p:cNvSpPr txBox="1">
            <a:spLocks noGrp="1"/>
          </p:cNvSpPr>
          <p:nvPr>
            <p:ph type="subTitle" idx="6"/>
          </p:nvPr>
        </p:nvSpPr>
        <p:spPr>
          <a:xfrm>
            <a:off x="5744225" y="2174828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Definir outros usuários como </a:t>
            </a:r>
            <a:r>
              <a:rPr lang="en" dirty="0">
                <a:solidFill>
                  <a:schemeClr val="accent1"/>
                </a:solidFill>
              </a:rPr>
              <a:t>administradores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6125" name="Google Shape;6125;p41"/>
          <p:cNvSpPr txBox="1">
            <a:spLocks noGrp="1"/>
          </p:cNvSpPr>
          <p:nvPr>
            <p:ph type="title" idx="7"/>
          </p:nvPr>
        </p:nvSpPr>
        <p:spPr>
          <a:xfrm>
            <a:off x="5744226" y="3271775"/>
            <a:ext cx="2978924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AUDITAR DADOS</a:t>
            </a:r>
            <a:endParaRPr dirty="0"/>
          </a:p>
        </p:txBody>
      </p:sp>
      <p:sp>
        <p:nvSpPr>
          <p:cNvPr id="6126" name="Google Shape;6126;p41"/>
          <p:cNvSpPr txBox="1">
            <a:spLocks noGrp="1"/>
          </p:cNvSpPr>
          <p:nvPr>
            <p:ph type="subTitle" idx="8"/>
          </p:nvPr>
        </p:nvSpPr>
        <p:spPr>
          <a:xfrm>
            <a:off x="5744225" y="3683953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Manter um </a:t>
            </a:r>
            <a:r>
              <a:rPr lang="en" dirty="0">
                <a:solidFill>
                  <a:schemeClr val="accent1"/>
                </a:solidFill>
              </a:rPr>
              <a:t>histórico</a:t>
            </a:r>
            <a:r>
              <a:rPr lang="en" dirty="0"/>
              <a:t> das informações trafegadas no sistema</a:t>
            </a:r>
            <a:endParaRPr dirty="0"/>
          </a:p>
        </p:txBody>
      </p:sp>
      <p:grpSp>
        <p:nvGrpSpPr>
          <p:cNvPr id="6135" name="Google Shape;6135;p41"/>
          <p:cNvGrpSpPr/>
          <p:nvPr/>
        </p:nvGrpSpPr>
        <p:grpSpPr>
          <a:xfrm>
            <a:off x="5020588" y="3554650"/>
            <a:ext cx="531825" cy="474000"/>
            <a:chOff x="5509325" y="2690550"/>
            <a:chExt cx="531825" cy="474000"/>
          </a:xfrm>
        </p:grpSpPr>
        <p:sp>
          <p:nvSpPr>
            <p:cNvPr id="6136" name="Google Shape;6136;p41"/>
            <p:cNvSpPr/>
            <p:nvPr/>
          </p:nvSpPr>
          <p:spPr>
            <a:xfrm>
              <a:off x="5509325" y="2690550"/>
              <a:ext cx="531825" cy="474000"/>
            </a:xfrm>
            <a:custGeom>
              <a:avLst/>
              <a:gdLst/>
              <a:ahLst/>
              <a:cxnLst/>
              <a:rect l="l" t="t" r="r" b="b"/>
              <a:pathLst>
                <a:path w="21273" h="18960" extrusionOk="0">
                  <a:moveTo>
                    <a:pt x="0" y="1"/>
                  </a:moveTo>
                  <a:lnTo>
                    <a:pt x="0" y="16185"/>
                  </a:lnTo>
                  <a:lnTo>
                    <a:pt x="8325" y="16185"/>
                  </a:lnTo>
                  <a:lnTo>
                    <a:pt x="8325" y="18959"/>
                  </a:lnTo>
                  <a:lnTo>
                    <a:pt x="11099" y="18959"/>
                  </a:lnTo>
                  <a:lnTo>
                    <a:pt x="11099" y="17573"/>
                  </a:lnTo>
                  <a:lnTo>
                    <a:pt x="12486" y="17573"/>
                  </a:lnTo>
                  <a:lnTo>
                    <a:pt x="12486" y="16185"/>
                  </a:lnTo>
                  <a:lnTo>
                    <a:pt x="21273" y="16185"/>
                  </a:lnTo>
                  <a:lnTo>
                    <a:pt x="212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41"/>
            <p:cNvSpPr/>
            <p:nvPr/>
          </p:nvSpPr>
          <p:spPr>
            <a:xfrm>
              <a:off x="5509325" y="2690550"/>
              <a:ext cx="531825" cy="404625"/>
            </a:xfrm>
            <a:custGeom>
              <a:avLst/>
              <a:gdLst/>
              <a:ahLst/>
              <a:cxnLst/>
              <a:rect l="l" t="t" r="r" b="b"/>
              <a:pathLst>
                <a:path w="21273" h="16185" extrusionOk="0">
                  <a:moveTo>
                    <a:pt x="0" y="1"/>
                  </a:moveTo>
                  <a:lnTo>
                    <a:pt x="0" y="2311"/>
                  </a:lnTo>
                  <a:lnTo>
                    <a:pt x="0" y="16185"/>
                  </a:lnTo>
                  <a:lnTo>
                    <a:pt x="2312" y="16185"/>
                  </a:lnTo>
                  <a:lnTo>
                    <a:pt x="2312" y="2311"/>
                  </a:lnTo>
                  <a:lnTo>
                    <a:pt x="21273" y="2311"/>
                  </a:lnTo>
                  <a:lnTo>
                    <a:pt x="212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41"/>
            <p:cNvSpPr/>
            <p:nvPr/>
          </p:nvSpPr>
          <p:spPr>
            <a:xfrm>
              <a:off x="5659625" y="2794575"/>
              <a:ext cx="242800" cy="208150"/>
            </a:xfrm>
            <a:custGeom>
              <a:avLst/>
              <a:gdLst/>
              <a:ahLst/>
              <a:cxnLst/>
              <a:rect l="l" t="t" r="r" b="b"/>
              <a:pathLst>
                <a:path w="9712" h="8326" extrusionOk="0">
                  <a:moveTo>
                    <a:pt x="1387" y="1"/>
                  </a:moveTo>
                  <a:lnTo>
                    <a:pt x="1387" y="1388"/>
                  </a:lnTo>
                  <a:lnTo>
                    <a:pt x="1" y="1388"/>
                  </a:lnTo>
                  <a:lnTo>
                    <a:pt x="1" y="5551"/>
                  </a:lnTo>
                  <a:lnTo>
                    <a:pt x="1387" y="5551"/>
                  </a:lnTo>
                  <a:lnTo>
                    <a:pt x="1387" y="6937"/>
                  </a:lnTo>
                  <a:lnTo>
                    <a:pt x="4162" y="6937"/>
                  </a:lnTo>
                  <a:lnTo>
                    <a:pt x="4162" y="8325"/>
                  </a:lnTo>
                  <a:lnTo>
                    <a:pt x="5550" y="8325"/>
                  </a:lnTo>
                  <a:lnTo>
                    <a:pt x="5550" y="6937"/>
                  </a:lnTo>
                  <a:lnTo>
                    <a:pt x="8324" y="6937"/>
                  </a:lnTo>
                  <a:lnTo>
                    <a:pt x="8324" y="5551"/>
                  </a:lnTo>
                  <a:lnTo>
                    <a:pt x="9712" y="5551"/>
                  </a:lnTo>
                  <a:lnTo>
                    <a:pt x="9712" y="1388"/>
                  </a:lnTo>
                  <a:lnTo>
                    <a:pt x="8324" y="1388"/>
                  </a:lnTo>
                  <a:lnTo>
                    <a:pt x="8324" y="1"/>
                  </a:lnTo>
                  <a:lnTo>
                    <a:pt x="5550" y="1"/>
                  </a:lnTo>
                  <a:lnTo>
                    <a:pt x="5550" y="1388"/>
                  </a:lnTo>
                  <a:lnTo>
                    <a:pt x="4162" y="1388"/>
                  </a:lnTo>
                  <a:lnTo>
                    <a:pt x="41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41"/>
            <p:cNvSpPr/>
            <p:nvPr/>
          </p:nvSpPr>
          <p:spPr>
            <a:xfrm>
              <a:off x="5786800" y="3095150"/>
              <a:ext cx="34675" cy="34725"/>
            </a:xfrm>
            <a:custGeom>
              <a:avLst/>
              <a:gdLst/>
              <a:ahLst/>
              <a:cxnLst/>
              <a:rect l="l" t="t" r="r" b="b"/>
              <a:pathLst>
                <a:path w="1387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387" y="1389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41"/>
            <p:cNvSpPr/>
            <p:nvPr/>
          </p:nvSpPr>
          <p:spPr>
            <a:xfrm>
              <a:off x="5509325" y="2690550"/>
              <a:ext cx="531825" cy="474000"/>
            </a:xfrm>
            <a:custGeom>
              <a:avLst/>
              <a:gdLst/>
              <a:ahLst/>
              <a:cxnLst/>
              <a:rect l="l" t="t" r="r" b="b"/>
              <a:pathLst>
                <a:path w="21273" h="18960" extrusionOk="0">
                  <a:moveTo>
                    <a:pt x="0" y="1"/>
                  </a:moveTo>
                  <a:lnTo>
                    <a:pt x="0" y="16185"/>
                  </a:lnTo>
                  <a:lnTo>
                    <a:pt x="8325" y="16185"/>
                  </a:lnTo>
                  <a:lnTo>
                    <a:pt x="8325" y="18959"/>
                  </a:lnTo>
                  <a:lnTo>
                    <a:pt x="11099" y="18959"/>
                  </a:lnTo>
                  <a:lnTo>
                    <a:pt x="11099" y="17573"/>
                  </a:lnTo>
                  <a:lnTo>
                    <a:pt x="9711" y="17573"/>
                  </a:lnTo>
                  <a:lnTo>
                    <a:pt x="9711" y="14798"/>
                  </a:lnTo>
                  <a:lnTo>
                    <a:pt x="1388" y="14798"/>
                  </a:lnTo>
                  <a:lnTo>
                    <a:pt x="1388" y="1387"/>
                  </a:lnTo>
                  <a:lnTo>
                    <a:pt x="19885" y="1387"/>
                  </a:lnTo>
                  <a:lnTo>
                    <a:pt x="19885" y="14798"/>
                  </a:lnTo>
                  <a:lnTo>
                    <a:pt x="12486" y="14798"/>
                  </a:lnTo>
                  <a:lnTo>
                    <a:pt x="12486" y="16185"/>
                  </a:lnTo>
                  <a:lnTo>
                    <a:pt x="21273" y="16185"/>
                  </a:lnTo>
                  <a:lnTo>
                    <a:pt x="212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57" name="Google Shape;6157;p41"/>
          <p:cNvGrpSpPr/>
          <p:nvPr/>
        </p:nvGrpSpPr>
        <p:grpSpPr>
          <a:xfrm>
            <a:off x="891025" y="3483318"/>
            <a:ext cx="506937" cy="616680"/>
            <a:chOff x="4286175" y="4091875"/>
            <a:chExt cx="370000" cy="531850"/>
          </a:xfrm>
        </p:grpSpPr>
        <p:sp>
          <p:nvSpPr>
            <p:cNvPr id="6158" name="Google Shape;6158;p41"/>
            <p:cNvSpPr/>
            <p:nvPr/>
          </p:nvSpPr>
          <p:spPr>
            <a:xfrm>
              <a:off x="4286175" y="4300000"/>
              <a:ext cx="370000" cy="323725"/>
            </a:xfrm>
            <a:custGeom>
              <a:avLst/>
              <a:gdLst/>
              <a:ahLst/>
              <a:cxnLst/>
              <a:rect l="l" t="t" r="r" b="b"/>
              <a:pathLst>
                <a:path w="14800" h="12949" extrusionOk="0">
                  <a:moveTo>
                    <a:pt x="0" y="1"/>
                  </a:moveTo>
                  <a:lnTo>
                    <a:pt x="0" y="12948"/>
                  </a:lnTo>
                  <a:lnTo>
                    <a:pt x="14800" y="12948"/>
                  </a:lnTo>
                  <a:lnTo>
                    <a:pt x="148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41"/>
            <p:cNvSpPr/>
            <p:nvPr/>
          </p:nvSpPr>
          <p:spPr>
            <a:xfrm>
              <a:off x="4286175" y="4300000"/>
              <a:ext cx="370000" cy="323725"/>
            </a:xfrm>
            <a:custGeom>
              <a:avLst/>
              <a:gdLst/>
              <a:ahLst/>
              <a:cxnLst/>
              <a:rect l="l" t="t" r="r" b="b"/>
              <a:pathLst>
                <a:path w="14800" h="12949" extrusionOk="0">
                  <a:moveTo>
                    <a:pt x="0" y="1"/>
                  </a:moveTo>
                  <a:lnTo>
                    <a:pt x="0" y="12948"/>
                  </a:lnTo>
                  <a:lnTo>
                    <a:pt x="2313" y="12948"/>
                  </a:lnTo>
                  <a:lnTo>
                    <a:pt x="2313" y="2313"/>
                  </a:lnTo>
                  <a:lnTo>
                    <a:pt x="14800" y="2313"/>
                  </a:lnTo>
                  <a:lnTo>
                    <a:pt x="148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41"/>
            <p:cNvSpPr/>
            <p:nvPr/>
          </p:nvSpPr>
          <p:spPr>
            <a:xfrm>
              <a:off x="4401775" y="4091875"/>
              <a:ext cx="138800" cy="34725"/>
            </a:xfrm>
            <a:custGeom>
              <a:avLst/>
              <a:gdLst/>
              <a:ahLst/>
              <a:cxnLst/>
              <a:rect l="l" t="t" r="r" b="b"/>
              <a:pathLst>
                <a:path w="5552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5551" y="1389"/>
                  </a:lnTo>
                  <a:lnTo>
                    <a:pt x="55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41"/>
            <p:cNvSpPr/>
            <p:nvPr/>
          </p:nvSpPr>
          <p:spPr>
            <a:xfrm>
              <a:off x="4286175" y="4161275"/>
              <a:ext cx="370000" cy="462450"/>
            </a:xfrm>
            <a:custGeom>
              <a:avLst/>
              <a:gdLst/>
              <a:ahLst/>
              <a:cxnLst/>
              <a:rect l="l" t="t" r="r" b="b"/>
              <a:pathLst>
                <a:path w="14800" h="18498" extrusionOk="0">
                  <a:moveTo>
                    <a:pt x="13412" y="6936"/>
                  </a:moveTo>
                  <a:lnTo>
                    <a:pt x="13412" y="17111"/>
                  </a:lnTo>
                  <a:lnTo>
                    <a:pt x="1388" y="17111"/>
                  </a:lnTo>
                  <a:lnTo>
                    <a:pt x="1388" y="6936"/>
                  </a:lnTo>
                  <a:close/>
                  <a:moveTo>
                    <a:pt x="1851" y="1"/>
                  </a:moveTo>
                  <a:lnTo>
                    <a:pt x="1851" y="5550"/>
                  </a:lnTo>
                  <a:lnTo>
                    <a:pt x="0" y="5550"/>
                  </a:lnTo>
                  <a:lnTo>
                    <a:pt x="0" y="18497"/>
                  </a:lnTo>
                  <a:lnTo>
                    <a:pt x="14800" y="18497"/>
                  </a:lnTo>
                  <a:lnTo>
                    <a:pt x="14800" y="5550"/>
                  </a:lnTo>
                  <a:lnTo>
                    <a:pt x="12950" y="5550"/>
                  </a:lnTo>
                  <a:lnTo>
                    <a:pt x="12950" y="1"/>
                  </a:lnTo>
                  <a:lnTo>
                    <a:pt x="11562" y="1"/>
                  </a:lnTo>
                  <a:lnTo>
                    <a:pt x="11562" y="5550"/>
                  </a:lnTo>
                  <a:lnTo>
                    <a:pt x="3239" y="5550"/>
                  </a:lnTo>
                  <a:lnTo>
                    <a:pt x="32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41"/>
            <p:cNvSpPr/>
            <p:nvPr/>
          </p:nvSpPr>
          <p:spPr>
            <a:xfrm>
              <a:off x="4367125" y="4126575"/>
              <a:ext cx="34675" cy="34725"/>
            </a:xfrm>
            <a:custGeom>
              <a:avLst/>
              <a:gdLst/>
              <a:ahLst/>
              <a:cxnLst/>
              <a:rect l="l" t="t" r="r" b="b"/>
              <a:pathLst>
                <a:path w="1387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1387" y="1389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41"/>
            <p:cNvSpPr/>
            <p:nvPr/>
          </p:nvSpPr>
          <p:spPr>
            <a:xfrm>
              <a:off x="4540550" y="4126575"/>
              <a:ext cx="34675" cy="34725"/>
            </a:xfrm>
            <a:custGeom>
              <a:avLst/>
              <a:gdLst/>
              <a:ahLst/>
              <a:cxnLst/>
              <a:rect l="l" t="t" r="r" b="b"/>
              <a:pathLst>
                <a:path w="1387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387" y="1389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41"/>
            <p:cNvSpPr/>
            <p:nvPr/>
          </p:nvSpPr>
          <p:spPr>
            <a:xfrm>
              <a:off x="4436475" y="4404050"/>
              <a:ext cx="69400" cy="127200"/>
            </a:xfrm>
            <a:custGeom>
              <a:avLst/>
              <a:gdLst/>
              <a:ahLst/>
              <a:cxnLst/>
              <a:rect l="l" t="t" r="r" b="b"/>
              <a:pathLst>
                <a:path w="2776" h="5088" extrusionOk="0">
                  <a:moveTo>
                    <a:pt x="1" y="1"/>
                  </a:moveTo>
                  <a:lnTo>
                    <a:pt x="1" y="2775"/>
                  </a:lnTo>
                  <a:lnTo>
                    <a:pt x="925" y="2775"/>
                  </a:lnTo>
                  <a:lnTo>
                    <a:pt x="925" y="5088"/>
                  </a:lnTo>
                  <a:lnTo>
                    <a:pt x="1851" y="5088"/>
                  </a:lnTo>
                  <a:lnTo>
                    <a:pt x="1851" y="2775"/>
                  </a:lnTo>
                  <a:lnTo>
                    <a:pt x="2775" y="2775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65" name="Google Shape;6165;p41"/>
          <p:cNvSpPr/>
          <p:nvPr/>
        </p:nvSpPr>
        <p:spPr>
          <a:xfrm>
            <a:off x="8723150" y="1099650"/>
            <a:ext cx="28800" cy="2944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66" name="Google Shape;6166;p41"/>
          <p:cNvGrpSpPr/>
          <p:nvPr/>
        </p:nvGrpSpPr>
        <p:grpSpPr>
          <a:xfrm rot="-5400000">
            <a:off x="2137596" y="535371"/>
            <a:ext cx="242781" cy="161857"/>
            <a:chOff x="2500050" y="3730175"/>
            <a:chExt cx="2619000" cy="1746025"/>
          </a:xfrm>
        </p:grpSpPr>
        <p:sp>
          <p:nvSpPr>
            <p:cNvPr id="6167" name="Google Shape;6167;p41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41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41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41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1" name="Google Shape;6171;p41"/>
          <p:cNvGrpSpPr/>
          <p:nvPr/>
        </p:nvGrpSpPr>
        <p:grpSpPr>
          <a:xfrm rot="5400000">
            <a:off x="6763621" y="535371"/>
            <a:ext cx="242781" cy="161857"/>
            <a:chOff x="2500050" y="3730175"/>
            <a:chExt cx="2619000" cy="1746025"/>
          </a:xfrm>
        </p:grpSpPr>
        <p:sp>
          <p:nvSpPr>
            <p:cNvPr id="6172" name="Google Shape;6172;p41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41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41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41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76" name="Google Shape;6176;p41"/>
          <p:cNvSpPr/>
          <p:nvPr/>
        </p:nvSpPr>
        <p:spPr>
          <a:xfrm>
            <a:off x="8689850" y="865322"/>
            <a:ext cx="95400" cy="825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7" name="Google Shape;6177;p41"/>
          <p:cNvSpPr/>
          <p:nvPr/>
        </p:nvSpPr>
        <p:spPr>
          <a:xfrm rot="10800000">
            <a:off x="8689850" y="4195672"/>
            <a:ext cx="95400" cy="825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6127;p41">
            <a:extLst>
              <a:ext uri="{FF2B5EF4-FFF2-40B4-BE49-F238E27FC236}">
                <a16:creationId xmlns:a16="http://schemas.microsoft.com/office/drawing/2014/main" id="{D295719B-C1F0-40C9-A639-DF3864BCB041}"/>
              </a:ext>
            </a:extLst>
          </p:cNvPr>
          <p:cNvGrpSpPr/>
          <p:nvPr/>
        </p:nvGrpSpPr>
        <p:grpSpPr>
          <a:xfrm>
            <a:off x="878568" y="2017513"/>
            <a:ext cx="531850" cy="531800"/>
            <a:chOff x="6330975" y="2546400"/>
            <a:chExt cx="531850" cy="531800"/>
          </a:xfrm>
        </p:grpSpPr>
        <p:sp>
          <p:nvSpPr>
            <p:cNvPr id="3" name="Google Shape;6128;p41">
              <a:extLst>
                <a:ext uri="{FF2B5EF4-FFF2-40B4-BE49-F238E27FC236}">
                  <a16:creationId xmlns:a16="http://schemas.microsoft.com/office/drawing/2014/main" id="{475FDC03-6CC9-98E4-AA90-B47EA0CC93EA}"/>
                </a:ext>
              </a:extLst>
            </p:cNvPr>
            <p:cNvSpPr/>
            <p:nvPr/>
          </p:nvSpPr>
          <p:spPr>
            <a:xfrm>
              <a:off x="6400350" y="2858525"/>
              <a:ext cx="115625" cy="150300"/>
            </a:xfrm>
            <a:custGeom>
              <a:avLst/>
              <a:gdLst/>
              <a:ahLst/>
              <a:cxnLst/>
              <a:rect l="l" t="t" r="r" b="b"/>
              <a:pathLst>
                <a:path w="4625" h="6012" extrusionOk="0">
                  <a:moveTo>
                    <a:pt x="0" y="1"/>
                  </a:moveTo>
                  <a:lnTo>
                    <a:pt x="0" y="6012"/>
                  </a:lnTo>
                  <a:lnTo>
                    <a:pt x="4625" y="6012"/>
                  </a:lnTo>
                  <a:lnTo>
                    <a:pt x="4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6129;p41">
              <a:extLst>
                <a:ext uri="{FF2B5EF4-FFF2-40B4-BE49-F238E27FC236}">
                  <a16:creationId xmlns:a16="http://schemas.microsoft.com/office/drawing/2014/main" id="{5F4A8E26-402B-5A65-1902-EB16B2F44983}"/>
                </a:ext>
              </a:extLst>
            </p:cNvPr>
            <p:cNvSpPr/>
            <p:nvPr/>
          </p:nvSpPr>
          <p:spPr>
            <a:xfrm>
              <a:off x="6562200" y="2708225"/>
              <a:ext cx="115650" cy="300600"/>
            </a:xfrm>
            <a:custGeom>
              <a:avLst/>
              <a:gdLst/>
              <a:ahLst/>
              <a:cxnLst/>
              <a:rect l="l" t="t" r="r" b="b"/>
              <a:pathLst>
                <a:path w="4626" h="12024" extrusionOk="0">
                  <a:moveTo>
                    <a:pt x="1" y="0"/>
                  </a:moveTo>
                  <a:lnTo>
                    <a:pt x="1" y="12024"/>
                  </a:lnTo>
                  <a:lnTo>
                    <a:pt x="4625" y="12024"/>
                  </a:lnTo>
                  <a:lnTo>
                    <a:pt x="462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6130;p41">
              <a:extLst>
                <a:ext uri="{FF2B5EF4-FFF2-40B4-BE49-F238E27FC236}">
                  <a16:creationId xmlns:a16="http://schemas.microsoft.com/office/drawing/2014/main" id="{AB2B8E08-3622-E183-DB41-C5DE12536A55}"/>
                </a:ext>
              </a:extLst>
            </p:cNvPr>
            <p:cNvSpPr/>
            <p:nvPr/>
          </p:nvSpPr>
          <p:spPr>
            <a:xfrm>
              <a:off x="6724050" y="2581050"/>
              <a:ext cx="115625" cy="427775"/>
            </a:xfrm>
            <a:custGeom>
              <a:avLst/>
              <a:gdLst/>
              <a:ahLst/>
              <a:cxnLst/>
              <a:rect l="l" t="t" r="r" b="b"/>
              <a:pathLst>
                <a:path w="4625" h="17111" extrusionOk="0">
                  <a:moveTo>
                    <a:pt x="0" y="1"/>
                  </a:moveTo>
                  <a:lnTo>
                    <a:pt x="0" y="17111"/>
                  </a:lnTo>
                  <a:lnTo>
                    <a:pt x="4625" y="17111"/>
                  </a:lnTo>
                  <a:lnTo>
                    <a:pt x="46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131;p41">
              <a:extLst>
                <a:ext uri="{FF2B5EF4-FFF2-40B4-BE49-F238E27FC236}">
                  <a16:creationId xmlns:a16="http://schemas.microsoft.com/office/drawing/2014/main" id="{F7BAFFAD-9253-487F-8D17-7AF57D6318A3}"/>
                </a:ext>
              </a:extLst>
            </p:cNvPr>
            <p:cNvSpPr/>
            <p:nvPr/>
          </p:nvSpPr>
          <p:spPr>
            <a:xfrm>
              <a:off x="6330975" y="2546400"/>
              <a:ext cx="531850" cy="531800"/>
            </a:xfrm>
            <a:custGeom>
              <a:avLst/>
              <a:gdLst/>
              <a:ahLst/>
              <a:cxnLst/>
              <a:rect l="l" t="t" r="r" b="b"/>
              <a:pathLst>
                <a:path w="21274" h="21272" extrusionOk="0">
                  <a:moveTo>
                    <a:pt x="1" y="0"/>
                  </a:moveTo>
                  <a:lnTo>
                    <a:pt x="1" y="19885"/>
                  </a:lnTo>
                  <a:lnTo>
                    <a:pt x="1" y="21271"/>
                  </a:lnTo>
                  <a:lnTo>
                    <a:pt x="21273" y="21271"/>
                  </a:lnTo>
                  <a:lnTo>
                    <a:pt x="21273" y="19885"/>
                  </a:lnTo>
                  <a:lnTo>
                    <a:pt x="1389" y="19885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6132;p41">
              <a:extLst>
                <a:ext uri="{FF2B5EF4-FFF2-40B4-BE49-F238E27FC236}">
                  <a16:creationId xmlns:a16="http://schemas.microsoft.com/office/drawing/2014/main" id="{57692711-1F37-B3FF-8C75-CA6CB04BA93B}"/>
                </a:ext>
              </a:extLst>
            </p:cNvPr>
            <p:cNvSpPr/>
            <p:nvPr/>
          </p:nvSpPr>
          <p:spPr>
            <a:xfrm>
              <a:off x="6724050" y="2581050"/>
              <a:ext cx="115625" cy="427775"/>
            </a:xfrm>
            <a:custGeom>
              <a:avLst/>
              <a:gdLst/>
              <a:ahLst/>
              <a:cxnLst/>
              <a:rect l="l" t="t" r="r" b="b"/>
              <a:pathLst>
                <a:path w="4625" h="17111" extrusionOk="0">
                  <a:moveTo>
                    <a:pt x="3238" y="1389"/>
                  </a:moveTo>
                  <a:lnTo>
                    <a:pt x="3238" y="15724"/>
                  </a:lnTo>
                  <a:lnTo>
                    <a:pt x="1388" y="15724"/>
                  </a:lnTo>
                  <a:lnTo>
                    <a:pt x="1388" y="1389"/>
                  </a:lnTo>
                  <a:close/>
                  <a:moveTo>
                    <a:pt x="0" y="1"/>
                  </a:moveTo>
                  <a:lnTo>
                    <a:pt x="0" y="1389"/>
                  </a:lnTo>
                  <a:lnTo>
                    <a:pt x="0" y="15724"/>
                  </a:lnTo>
                  <a:lnTo>
                    <a:pt x="0" y="17111"/>
                  </a:lnTo>
                  <a:lnTo>
                    <a:pt x="4625" y="17111"/>
                  </a:lnTo>
                  <a:lnTo>
                    <a:pt x="46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133;p41">
              <a:extLst>
                <a:ext uri="{FF2B5EF4-FFF2-40B4-BE49-F238E27FC236}">
                  <a16:creationId xmlns:a16="http://schemas.microsoft.com/office/drawing/2014/main" id="{50235A78-35A8-0A53-833B-574BADB6AD02}"/>
                </a:ext>
              </a:extLst>
            </p:cNvPr>
            <p:cNvSpPr/>
            <p:nvPr/>
          </p:nvSpPr>
          <p:spPr>
            <a:xfrm>
              <a:off x="6562200" y="2708225"/>
              <a:ext cx="115650" cy="300600"/>
            </a:xfrm>
            <a:custGeom>
              <a:avLst/>
              <a:gdLst/>
              <a:ahLst/>
              <a:cxnLst/>
              <a:rect l="l" t="t" r="r" b="b"/>
              <a:pathLst>
                <a:path w="4626" h="12024" extrusionOk="0">
                  <a:moveTo>
                    <a:pt x="3237" y="1388"/>
                  </a:moveTo>
                  <a:lnTo>
                    <a:pt x="3237" y="10637"/>
                  </a:lnTo>
                  <a:lnTo>
                    <a:pt x="1387" y="10637"/>
                  </a:lnTo>
                  <a:lnTo>
                    <a:pt x="1387" y="1388"/>
                  </a:lnTo>
                  <a:close/>
                  <a:moveTo>
                    <a:pt x="1" y="0"/>
                  </a:moveTo>
                  <a:lnTo>
                    <a:pt x="1" y="1388"/>
                  </a:lnTo>
                  <a:lnTo>
                    <a:pt x="1" y="10637"/>
                  </a:lnTo>
                  <a:lnTo>
                    <a:pt x="1" y="12024"/>
                  </a:lnTo>
                  <a:lnTo>
                    <a:pt x="4625" y="12024"/>
                  </a:lnTo>
                  <a:lnTo>
                    <a:pt x="46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134;p41">
              <a:extLst>
                <a:ext uri="{FF2B5EF4-FFF2-40B4-BE49-F238E27FC236}">
                  <a16:creationId xmlns:a16="http://schemas.microsoft.com/office/drawing/2014/main" id="{6683868E-1054-2631-5209-D5C53577A6F8}"/>
                </a:ext>
              </a:extLst>
            </p:cNvPr>
            <p:cNvSpPr/>
            <p:nvPr/>
          </p:nvSpPr>
          <p:spPr>
            <a:xfrm>
              <a:off x="6400350" y="2858525"/>
              <a:ext cx="115625" cy="150300"/>
            </a:xfrm>
            <a:custGeom>
              <a:avLst/>
              <a:gdLst/>
              <a:ahLst/>
              <a:cxnLst/>
              <a:rect l="l" t="t" r="r" b="b"/>
              <a:pathLst>
                <a:path w="4625" h="6012" extrusionOk="0">
                  <a:moveTo>
                    <a:pt x="3238" y="1387"/>
                  </a:moveTo>
                  <a:lnTo>
                    <a:pt x="3238" y="4625"/>
                  </a:lnTo>
                  <a:lnTo>
                    <a:pt x="1388" y="4625"/>
                  </a:lnTo>
                  <a:lnTo>
                    <a:pt x="1388" y="1387"/>
                  </a:lnTo>
                  <a:close/>
                  <a:moveTo>
                    <a:pt x="0" y="1"/>
                  </a:moveTo>
                  <a:lnTo>
                    <a:pt x="0" y="1387"/>
                  </a:lnTo>
                  <a:lnTo>
                    <a:pt x="0" y="4625"/>
                  </a:lnTo>
                  <a:lnTo>
                    <a:pt x="0" y="6012"/>
                  </a:lnTo>
                  <a:lnTo>
                    <a:pt x="4625" y="6012"/>
                  </a:lnTo>
                  <a:lnTo>
                    <a:pt x="46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oogle Shape;6701;p42">
            <a:extLst>
              <a:ext uri="{FF2B5EF4-FFF2-40B4-BE49-F238E27FC236}">
                <a16:creationId xmlns:a16="http://schemas.microsoft.com/office/drawing/2014/main" id="{44F99AA9-0E09-1005-32EB-40A66BE75B65}"/>
              </a:ext>
            </a:extLst>
          </p:cNvPr>
          <p:cNvGrpSpPr/>
          <p:nvPr/>
        </p:nvGrpSpPr>
        <p:grpSpPr>
          <a:xfrm>
            <a:off x="5020538" y="2017513"/>
            <a:ext cx="531875" cy="531825"/>
            <a:chOff x="1679550" y="1058600"/>
            <a:chExt cx="531875" cy="531825"/>
          </a:xfrm>
        </p:grpSpPr>
        <p:sp>
          <p:nvSpPr>
            <p:cNvPr id="11" name="Google Shape;6702;p42">
              <a:extLst>
                <a:ext uri="{FF2B5EF4-FFF2-40B4-BE49-F238E27FC236}">
                  <a16:creationId xmlns:a16="http://schemas.microsoft.com/office/drawing/2014/main" id="{9FE31AB7-E5BE-D68F-7423-E62C2E7DADB6}"/>
                </a:ext>
              </a:extLst>
            </p:cNvPr>
            <p:cNvSpPr/>
            <p:nvPr/>
          </p:nvSpPr>
          <p:spPr>
            <a:xfrm>
              <a:off x="1679575" y="1058600"/>
              <a:ext cx="531850" cy="531825"/>
            </a:xfrm>
            <a:custGeom>
              <a:avLst/>
              <a:gdLst/>
              <a:ahLst/>
              <a:cxnLst/>
              <a:rect l="l" t="t" r="r" b="b"/>
              <a:pathLst>
                <a:path w="21274" h="21273" extrusionOk="0">
                  <a:moveTo>
                    <a:pt x="10174" y="0"/>
                  </a:moveTo>
                  <a:lnTo>
                    <a:pt x="10174" y="6013"/>
                  </a:lnTo>
                  <a:lnTo>
                    <a:pt x="8786" y="6013"/>
                  </a:lnTo>
                  <a:lnTo>
                    <a:pt x="8786" y="8787"/>
                  </a:lnTo>
                  <a:lnTo>
                    <a:pt x="7400" y="8787"/>
                  </a:lnTo>
                  <a:lnTo>
                    <a:pt x="7400" y="10175"/>
                  </a:lnTo>
                  <a:lnTo>
                    <a:pt x="1" y="10175"/>
                  </a:lnTo>
                  <a:lnTo>
                    <a:pt x="1" y="19886"/>
                  </a:lnTo>
                  <a:lnTo>
                    <a:pt x="7400" y="19886"/>
                  </a:lnTo>
                  <a:lnTo>
                    <a:pt x="7400" y="21273"/>
                  </a:lnTo>
                  <a:lnTo>
                    <a:pt x="18498" y="21273"/>
                  </a:lnTo>
                  <a:lnTo>
                    <a:pt x="18498" y="19886"/>
                  </a:lnTo>
                  <a:lnTo>
                    <a:pt x="19886" y="19886"/>
                  </a:lnTo>
                  <a:lnTo>
                    <a:pt x="19886" y="19424"/>
                  </a:lnTo>
                  <a:lnTo>
                    <a:pt x="19886" y="18498"/>
                  </a:lnTo>
                  <a:lnTo>
                    <a:pt x="19886" y="17112"/>
                  </a:lnTo>
                  <a:lnTo>
                    <a:pt x="21273" y="17112"/>
                  </a:lnTo>
                  <a:lnTo>
                    <a:pt x="21273" y="8787"/>
                  </a:lnTo>
                  <a:lnTo>
                    <a:pt x="19886" y="8787"/>
                  </a:lnTo>
                  <a:lnTo>
                    <a:pt x="19886" y="7399"/>
                  </a:lnTo>
                  <a:lnTo>
                    <a:pt x="15723" y="7399"/>
                  </a:lnTo>
                  <a:lnTo>
                    <a:pt x="15723" y="6013"/>
                  </a:lnTo>
                  <a:lnTo>
                    <a:pt x="15723" y="1388"/>
                  </a:lnTo>
                  <a:lnTo>
                    <a:pt x="14337" y="1388"/>
                  </a:lnTo>
                  <a:lnTo>
                    <a:pt x="14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703;p42">
              <a:extLst>
                <a:ext uri="{FF2B5EF4-FFF2-40B4-BE49-F238E27FC236}">
                  <a16:creationId xmlns:a16="http://schemas.microsoft.com/office/drawing/2014/main" id="{8DA0DF2E-5246-5939-25EA-C0531702D758}"/>
                </a:ext>
              </a:extLst>
            </p:cNvPr>
            <p:cNvSpPr/>
            <p:nvPr/>
          </p:nvSpPr>
          <p:spPr>
            <a:xfrm>
              <a:off x="1679575" y="1312975"/>
              <a:ext cx="150300" cy="242800"/>
            </a:xfrm>
            <a:custGeom>
              <a:avLst/>
              <a:gdLst/>
              <a:ahLst/>
              <a:cxnLst/>
              <a:rect l="l" t="t" r="r" b="b"/>
              <a:pathLst>
                <a:path w="6012" h="9712" extrusionOk="0">
                  <a:moveTo>
                    <a:pt x="1" y="0"/>
                  </a:moveTo>
                  <a:lnTo>
                    <a:pt x="1" y="1387"/>
                  </a:lnTo>
                  <a:lnTo>
                    <a:pt x="1" y="8323"/>
                  </a:lnTo>
                  <a:lnTo>
                    <a:pt x="1" y="9711"/>
                  </a:lnTo>
                  <a:lnTo>
                    <a:pt x="6012" y="9711"/>
                  </a:lnTo>
                  <a:lnTo>
                    <a:pt x="601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704;p42">
              <a:extLst>
                <a:ext uri="{FF2B5EF4-FFF2-40B4-BE49-F238E27FC236}">
                  <a16:creationId xmlns:a16="http://schemas.microsoft.com/office/drawing/2014/main" id="{A26C58CA-7B2A-7F77-2F0B-4E68DAB00AFF}"/>
                </a:ext>
              </a:extLst>
            </p:cNvPr>
            <p:cNvSpPr/>
            <p:nvPr/>
          </p:nvSpPr>
          <p:spPr>
            <a:xfrm>
              <a:off x="1679575" y="1058600"/>
              <a:ext cx="393100" cy="323750"/>
            </a:xfrm>
            <a:custGeom>
              <a:avLst/>
              <a:gdLst/>
              <a:ahLst/>
              <a:cxnLst/>
              <a:rect l="l" t="t" r="r" b="b"/>
              <a:pathLst>
                <a:path w="15724" h="12950" extrusionOk="0">
                  <a:moveTo>
                    <a:pt x="10174" y="0"/>
                  </a:moveTo>
                  <a:lnTo>
                    <a:pt x="10174" y="1388"/>
                  </a:lnTo>
                  <a:lnTo>
                    <a:pt x="10174" y="1850"/>
                  </a:lnTo>
                  <a:lnTo>
                    <a:pt x="10174" y="2776"/>
                  </a:lnTo>
                  <a:lnTo>
                    <a:pt x="10174" y="6013"/>
                  </a:lnTo>
                  <a:lnTo>
                    <a:pt x="8786" y="6013"/>
                  </a:lnTo>
                  <a:lnTo>
                    <a:pt x="8786" y="8787"/>
                  </a:lnTo>
                  <a:lnTo>
                    <a:pt x="7400" y="8787"/>
                  </a:lnTo>
                  <a:lnTo>
                    <a:pt x="7400" y="10175"/>
                  </a:lnTo>
                  <a:lnTo>
                    <a:pt x="1" y="10175"/>
                  </a:lnTo>
                  <a:lnTo>
                    <a:pt x="1" y="12949"/>
                  </a:lnTo>
                  <a:lnTo>
                    <a:pt x="7400" y="12949"/>
                  </a:lnTo>
                  <a:lnTo>
                    <a:pt x="7400" y="11562"/>
                  </a:lnTo>
                  <a:lnTo>
                    <a:pt x="8786" y="11562"/>
                  </a:lnTo>
                  <a:lnTo>
                    <a:pt x="8786" y="10175"/>
                  </a:lnTo>
                  <a:lnTo>
                    <a:pt x="10174" y="10175"/>
                  </a:lnTo>
                  <a:lnTo>
                    <a:pt x="10174" y="7399"/>
                  </a:lnTo>
                  <a:lnTo>
                    <a:pt x="11561" y="7399"/>
                  </a:lnTo>
                  <a:lnTo>
                    <a:pt x="11561" y="2776"/>
                  </a:lnTo>
                  <a:lnTo>
                    <a:pt x="15723" y="2776"/>
                  </a:lnTo>
                  <a:lnTo>
                    <a:pt x="15723" y="1388"/>
                  </a:lnTo>
                  <a:lnTo>
                    <a:pt x="14337" y="1388"/>
                  </a:lnTo>
                  <a:lnTo>
                    <a:pt x="143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705;p42">
              <a:extLst>
                <a:ext uri="{FF2B5EF4-FFF2-40B4-BE49-F238E27FC236}">
                  <a16:creationId xmlns:a16="http://schemas.microsoft.com/office/drawing/2014/main" id="{F682CFF1-1CE6-99BA-8396-3701C6B87D42}"/>
                </a:ext>
              </a:extLst>
            </p:cNvPr>
            <p:cNvSpPr/>
            <p:nvPr/>
          </p:nvSpPr>
          <p:spPr>
            <a:xfrm>
              <a:off x="2107350" y="1486375"/>
              <a:ext cx="69375" cy="69400"/>
            </a:xfrm>
            <a:custGeom>
              <a:avLst/>
              <a:gdLst/>
              <a:ahLst/>
              <a:cxnLst/>
              <a:rect l="l" t="t" r="r" b="b"/>
              <a:pathLst>
                <a:path w="2775" h="2776" extrusionOk="0">
                  <a:moveTo>
                    <a:pt x="0" y="1"/>
                  </a:moveTo>
                  <a:lnTo>
                    <a:pt x="0" y="1387"/>
                  </a:lnTo>
                  <a:lnTo>
                    <a:pt x="1387" y="1387"/>
                  </a:lnTo>
                  <a:lnTo>
                    <a:pt x="1387" y="2775"/>
                  </a:lnTo>
                  <a:lnTo>
                    <a:pt x="2775" y="2775"/>
                  </a:lnTo>
                  <a:lnTo>
                    <a:pt x="2775" y="1387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706;p42">
              <a:extLst>
                <a:ext uri="{FF2B5EF4-FFF2-40B4-BE49-F238E27FC236}">
                  <a16:creationId xmlns:a16="http://schemas.microsoft.com/office/drawing/2014/main" id="{5919C2A3-4224-F773-F504-F18F5A2DF358}"/>
                </a:ext>
              </a:extLst>
            </p:cNvPr>
            <p:cNvSpPr/>
            <p:nvPr/>
          </p:nvSpPr>
          <p:spPr>
            <a:xfrm>
              <a:off x="1899225" y="1208900"/>
              <a:ext cx="34725" cy="69400"/>
            </a:xfrm>
            <a:custGeom>
              <a:avLst/>
              <a:gdLst/>
              <a:ahLst/>
              <a:cxnLst/>
              <a:rect l="l" t="t" r="r" b="b"/>
              <a:pathLst>
                <a:path w="1389" h="2776" extrusionOk="0">
                  <a:moveTo>
                    <a:pt x="0" y="1"/>
                  </a:moveTo>
                  <a:lnTo>
                    <a:pt x="0" y="2775"/>
                  </a:lnTo>
                  <a:lnTo>
                    <a:pt x="1388" y="2775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707;p42">
              <a:extLst>
                <a:ext uri="{FF2B5EF4-FFF2-40B4-BE49-F238E27FC236}">
                  <a16:creationId xmlns:a16="http://schemas.microsoft.com/office/drawing/2014/main" id="{45EA3861-3397-8C1C-0AB3-DA9D7CD09DB6}"/>
                </a:ext>
              </a:extLst>
            </p:cNvPr>
            <p:cNvSpPr/>
            <p:nvPr/>
          </p:nvSpPr>
          <p:spPr>
            <a:xfrm>
              <a:off x="1864550" y="1278275"/>
              <a:ext cx="34700" cy="34725"/>
            </a:xfrm>
            <a:custGeom>
              <a:avLst/>
              <a:gdLst/>
              <a:ahLst/>
              <a:cxnLst/>
              <a:rect l="l" t="t" r="r" b="b"/>
              <a:pathLst>
                <a:path w="1388" h="1389" extrusionOk="0">
                  <a:moveTo>
                    <a:pt x="1" y="0"/>
                  </a:moveTo>
                  <a:lnTo>
                    <a:pt x="1" y="1388"/>
                  </a:lnTo>
                  <a:lnTo>
                    <a:pt x="1387" y="1388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708;p42">
              <a:extLst>
                <a:ext uri="{FF2B5EF4-FFF2-40B4-BE49-F238E27FC236}">
                  <a16:creationId xmlns:a16="http://schemas.microsoft.com/office/drawing/2014/main" id="{6FDE777A-7BA0-8FBD-DB9D-171E869680C8}"/>
                </a:ext>
              </a:extLst>
            </p:cNvPr>
            <p:cNvSpPr/>
            <p:nvPr/>
          </p:nvSpPr>
          <p:spPr>
            <a:xfrm>
              <a:off x="1864550" y="1555750"/>
              <a:ext cx="277475" cy="34675"/>
            </a:xfrm>
            <a:custGeom>
              <a:avLst/>
              <a:gdLst/>
              <a:ahLst/>
              <a:cxnLst/>
              <a:rect l="l" t="t" r="r" b="b"/>
              <a:pathLst>
                <a:path w="11099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1099" y="1387"/>
                  </a:lnTo>
                  <a:lnTo>
                    <a:pt x="110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709;p42">
              <a:extLst>
                <a:ext uri="{FF2B5EF4-FFF2-40B4-BE49-F238E27FC236}">
                  <a16:creationId xmlns:a16="http://schemas.microsoft.com/office/drawing/2014/main" id="{7DF21DCD-641D-D489-6512-EB1900C68A9E}"/>
                </a:ext>
              </a:extLst>
            </p:cNvPr>
            <p:cNvSpPr/>
            <p:nvPr/>
          </p:nvSpPr>
          <p:spPr>
            <a:xfrm>
              <a:off x="1679550" y="1312975"/>
              <a:ext cx="185025" cy="242800"/>
            </a:xfrm>
            <a:custGeom>
              <a:avLst/>
              <a:gdLst/>
              <a:ahLst/>
              <a:cxnLst/>
              <a:rect l="l" t="t" r="r" b="b"/>
              <a:pathLst>
                <a:path w="7401" h="9712" extrusionOk="0">
                  <a:moveTo>
                    <a:pt x="4626" y="1387"/>
                  </a:moveTo>
                  <a:lnTo>
                    <a:pt x="4626" y="8323"/>
                  </a:lnTo>
                  <a:lnTo>
                    <a:pt x="1388" y="8323"/>
                  </a:lnTo>
                  <a:lnTo>
                    <a:pt x="1388" y="1387"/>
                  </a:lnTo>
                  <a:close/>
                  <a:moveTo>
                    <a:pt x="0" y="0"/>
                  </a:moveTo>
                  <a:lnTo>
                    <a:pt x="0" y="9711"/>
                  </a:lnTo>
                  <a:lnTo>
                    <a:pt x="7399" y="9711"/>
                  </a:lnTo>
                  <a:lnTo>
                    <a:pt x="7399" y="8323"/>
                  </a:lnTo>
                  <a:lnTo>
                    <a:pt x="6013" y="8323"/>
                  </a:lnTo>
                  <a:lnTo>
                    <a:pt x="6013" y="1387"/>
                  </a:lnTo>
                  <a:lnTo>
                    <a:pt x="7401" y="1387"/>
                  </a:lnTo>
                  <a:lnTo>
                    <a:pt x="74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710;p42">
              <a:extLst>
                <a:ext uri="{FF2B5EF4-FFF2-40B4-BE49-F238E27FC236}">
                  <a16:creationId xmlns:a16="http://schemas.microsoft.com/office/drawing/2014/main" id="{0F1835B5-8606-8E05-FC87-42F3FF769E2D}"/>
                </a:ext>
              </a:extLst>
            </p:cNvPr>
            <p:cNvSpPr/>
            <p:nvPr/>
          </p:nvSpPr>
          <p:spPr>
            <a:xfrm>
              <a:off x="1933925" y="1058600"/>
              <a:ext cx="104075" cy="150325"/>
            </a:xfrm>
            <a:custGeom>
              <a:avLst/>
              <a:gdLst/>
              <a:ahLst/>
              <a:cxnLst/>
              <a:rect l="l" t="t" r="r" b="b"/>
              <a:pathLst>
                <a:path w="4163" h="6013" extrusionOk="0">
                  <a:moveTo>
                    <a:pt x="0" y="0"/>
                  </a:moveTo>
                  <a:lnTo>
                    <a:pt x="0" y="6013"/>
                  </a:lnTo>
                  <a:lnTo>
                    <a:pt x="1387" y="6013"/>
                  </a:lnTo>
                  <a:lnTo>
                    <a:pt x="1387" y="1388"/>
                  </a:lnTo>
                  <a:lnTo>
                    <a:pt x="4163" y="1388"/>
                  </a:lnTo>
                  <a:lnTo>
                    <a:pt x="41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711;p42">
              <a:extLst>
                <a:ext uri="{FF2B5EF4-FFF2-40B4-BE49-F238E27FC236}">
                  <a16:creationId xmlns:a16="http://schemas.microsoft.com/office/drawing/2014/main" id="{EE366304-4623-A200-E4EA-15B9FBB788FE}"/>
                </a:ext>
              </a:extLst>
            </p:cNvPr>
            <p:cNvSpPr/>
            <p:nvPr/>
          </p:nvSpPr>
          <p:spPr>
            <a:xfrm>
              <a:off x="2107350" y="1278275"/>
              <a:ext cx="104075" cy="208125"/>
            </a:xfrm>
            <a:custGeom>
              <a:avLst/>
              <a:gdLst/>
              <a:ahLst/>
              <a:cxnLst/>
              <a:rect l="l" t="t" r="r" b="b"/>
              <a:pathLst>
                <a:path w="4163" h="8325" extrusionOk="0">
                  <a:moveTo>
                    <a:pt x="2775" y="0"/>
                  </a:moveTo>
                  <a:lnTo>
                    <a:pt x="2775" y="1850"/>
                  </a:lnTo>
                  <a:lnTo>
                    <a:pt x="0" y="1850"/>
                  </a:lnTo>
                  <a:lnTo>
                    <a:pt x="0" y="3237"/>
                  </a:lnTo>
                  <a:lnTo>
                    <a:pt x="2775" y="3237"/>
                  </a:lnTo>
                  <a:lnTo>
                    <a:pt x="2775" y="5087"/>
                  </a:lnTo>
                  <a:lnTo>
                    <a:pt x="0" y="5087"/>
                  </a:lnTo>
                  <a:lnTo>
                    <a:pt x="0" y="6475"/>
                  </a:lnTo>
                  <a:lnTo>
                    <a:pt x="2775" y="6475"/>
                  </a:lnTo>
                  <a:lnTo>
                    <a:pt x="2775" y="8325"/>
                  </a:lnTo>
                  <a:lnTo>
                    <a:pt x="4162" y="8325"/>
                  </a:lnTo>
                  <a:lnTo>
                    <a:pt x="41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712;p42">
              <a:extLst>
                <a:ext uri="{FF2B5EF4-FFF2-40B4-BE49-F238E27FC236}">
                  <a16:creationId xmlns:a16="http://schemas.microsoft.com/office/drawing/2014/main" id="{F9EBB17C-472F-73CC-8917-CF8519406820}"/>
                </a:ext>
              </a:extLst>
            </p:cNvPr>
            <p:cNvSpPr/>
            <p:nvPr/>
          </p:nvSpPr>
          <p:spPr>
            <a:xfrm>
              <a:off x="2037975" y="1093300"/>
              <a:ext cx="138750" cy="185000"/>
            </a:xfrm>
            <a:custGeom>
              <a:avLst/>
              <a:gdLst/>
              <a:ahLst/>
              <a:cxnLst/>
              <a:rect l="l" t="t" r="r" b="b"/>
              <a:pathLst>
                <a:path w="5550" h="7400" extrusionOk="0">
                  <a:moveTo>
                    <a:pt x="1" y="0"/>
                  </a:moveTo>
                  <a:lnTo>
                    <a:pt x="1" y="6011"/>
                  </a:lnTo>
                  <a:lnTo>
                    <a:pt x="1" y="7399"/>
                  </a:lnTo>
                  <a:lnTo>
                    <a:pt x="5550" y="7399"/>
                  </a:lnTo>
                  <a:lnTo>
                    <a:pt x="5550" y="6011"/>
                  </a:lnTo>
                  <a:lnTo>
                    <a:pt x="1387" y="6011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5" name="Google Shape;5625;p32"/>
          <p:cNvSpPr txBox="1">
            <a:spLocks noGrp="1"/>
          </p:cNvSpPr>
          <p:nvPr>
            <p:ph type="title" idx="2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626" name="Google Shape;5626;p32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Diagrama de Casos de Uso</a:t>
            </a:r>
            <a:endParaRPr dirty="0"/>
          </a:p>
        </p:txBody>
      </p:sp>
      <p:grpSp>
        <p:nvGrpSpPr>
          <p:cNvPr id="5628" name="Google Shape;5628;p32"/>
          <p:cNvGrpSpPr/>
          <p:nvPr/>
        </p:nvGrpSpPr>
        <p:grpSpPr>
          <a:xfrm>
            <a:off x="8029241" y="154008"/>
            <a:ext cx="264001" cy="226285"/>
            <a:chOff x="753950" y="238125"/>
            <a:chExt cx="6111125" cy="5238075"/>
          </a:xfrm>
        </p:grpSpPr>
        <p:sp>
          <p:nvSpPr>
            <p:cNvPr id="5629" name="Google Shape;5629;p32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0" name="Google Shape;5630;p32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1" name="Google Shape;5631;p32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2" name="Google Shape;5632;p32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3" name="Google Shape;5633;p32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4" name="Google Shape;5634;p32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5" name="Google Shape;5635;p32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6" name="Google Shape;5636;p32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7" name="Google Shape;5637;p32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8" name="Google Shape;5638;p32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9" name="Google Shape;5639;p32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0" name="Google Shape;5640;p32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1" name="Google Shape;5641;p32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2" name="Google Shape;5642;p32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3" name="Google Shape;5643;p32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4" name="Google Shape;5644;p32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5" name="Google Shape;5645;p32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6" name="Google Shape;5646;p32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7" name="Google Shape;5647;p32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8" name="Google Shape;5648;p32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9" name="Google Shape;5649;p32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0" name="Google Shape;5650;p32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1" name="Google Shape;5651;p32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2" name="Google Shape;5652;p32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3" name="Google Shape;5653;p32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4" name="Google Shape;5654;p32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5" name="Google Shape;5655;p32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56" name="Google Shape;5656;p32"/>
          <p:cNvGrpSpPr/>
          <p:nvPr/>
        </p:nvGrpSpPr>
        <p:grpSpPr>
          <a:xfrm>
            <a:off x="8365321" y="154008"/>
            <a:ext cx="264001" cy="226285"/>
            <a:chOff x="753950" y="238125"/>
            <a:chExt cx="6111125" cy="5238075"/>
          </a:xfrm>
        </p:grpSpPr>
        <p:sp>
          <p:nvSpPr>
            <p:cNvPr id="5657" name="Google Shape;5657;p32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8" name="Google Shape;5658;p32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9" name="Google Shape;5659;p32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0" name="Google Shape;5660;p32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1" name="Google Shape;5661;p32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2" name="Google Shape;5662;p32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3" name="Google Shape;5663;p32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4" name="Google Shape;5664;p32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5" name="Google Shape;5665;p32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6" name="Google Shape;5666;p32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7" name="Google Shape;5667;p32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8" name="Google Shape;5668;p32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9" name="Google Shape;5669;p32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0" name="Google Shape;5670;p32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1" name="Google Shape;5671;p32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2" name="Google Shape;5672;p32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3" name="Google Shape;5673;p32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4" name="Google Shape;5674;p32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5" name="Google Shape;5675;p32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6" name="Google Shape;5676;p32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7" name="Google Shape;5677;p32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8" name="Google Shape;5678;p32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9" name="Google Shape;5679;p32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0" name="Google Shape;5680;p32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1" name="Google Shape;5681;p32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2" name="Google Shape;5682;p32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3" name="Google Shape;5683;p32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84" name="Google Shape;5684;p32"/>
          <p:cNvGrpSpPr/>
          <p:nvPr/>
        </p:nvGrpSpPr>
        <p:grpSpPr>
          <a:xfrm>
            <a:off x="8701401" y="154008"/>
            <a:ext cx="264001" cy="226285"/>
            <a:chOff x="753950" y="238125"/>
            <a:chExt cx="6111125" cy="5238075"/>
          </a:xfrm>
        </p:grpSpPr>
        <p:sp>
          <p:nvSpPr>
            <p:cNvPr id="5685" name="Google Shape;5685;p32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6" name="Google Shape;5686;p32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7" name="Google Shape;5687;p32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8" name="Google Shape;5688;p32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9" name="Google Shape;5689;p32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0" name="Google Shape;5690;p32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1" name="Google Shape;5691;p32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2" name="Google Shape;5692;p32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3" name="Google Shape;5693;p32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4" name="Google Shape;5694;p32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5" name="Google Shape;5695;p32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5696;p32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5697;p32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5698;p32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5699;p32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5700;p32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5701;p32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5702;p32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5703;p32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5704;p32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5705;p32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5706;p32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5707;p32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5708;p32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5709;p32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5710;p32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5711;p32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712" name="Google Shape;5712;p32">
            <a:hlinkClick r:id="rId3" action="ppaction://hlinksldjump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1664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3" name="Google Shape;5713;p32">
            <a:hlinkClick r:id="rId5" action="ppaction://hlinksldjump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3025" y="539500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2D09872D-2487-AD9A-6778-D9B983394D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7" name="Google Shape;8531;p52">
            <a:extLst>
              <a:ext uri="{FF2B5EF4-FFF2-40B4-BE49-F238E27FC236}">
                <a16:creationId xmlns:a16="http://schemas.microsoft.com/office/drawing/2014/main" id="{7922E888-E7FD-D02E-3060-46ABA0624CEC}"/>
              </a:ext>
            </a:extLst>
          </p:cNvPr>
          <p:cNvGrpSpPr/>
          <p:nvPr/>
        </p:nvGrpSpPr>
        <p:grpSpPr>
          <a:xfrm>
            <a:off x="167394" y="4387165"/>
            <a:ext cx="455752" cy="560715"/>
            <a:chOff x="2856407" y="3716606"/>
            <a:chExt cx="699536" cy="860643"/>
          </a:xfrm>
        </p:grpSpPr>
        <p:sp>
          <p:nvSpPr>
            <p:cNvPr id="8" name="Google Shape;8532;p52">
              <a:extLst>
                <a:ext uri="{FF2B5EF4-FFF2-40B4-BE49-F238E27FC236}">
                  <a16:creationId xmlns:a16="http://schemas.microsoft.com/office/drawing/2014/main" id="{432CC2C7-8C91-2130-7FE4-8FF6C2624190}"/>
                </a:ext>
              </a:extLst>
            </p:cNvPr>
            <p:cNvSpPr/>
            <p:nvPr/>
          </p:nvSpPr>
          <p:spPr>
            <a:xfrm>
              <a:off x="3501087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533;p52">
              <a:extLst>
                <a:ext uri="{FF2B5EF4-FFF2-40B4-BE49-F238E27FC236}">
                  <a16:creationId xmlns:a16="http://schemas.microsoft.com/office/drawing/2014/main" id="{49F02D4C-4334-BE6F-8D49-BF35F4CE0CD6}"/>
                </a:ext>
              </a:extLst>
            </p:cNvPr>
            <p:cNvSpPr/>
            <p:nvPr/>
          </p:nvSpPr>
          <p:spPr>
            <a:xfrm>
              <a:off x="3501087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534;p52">
              <a:extLst>
                <a:ext uri="{FF2B5EF4-FFF2-40B4-BE49-F238E27FC236}">
                  <a16:creationId xmlns:a16="http://schemas.microsoft.com/office/drawing/2014/main" id="{E727F149-A719-826B-2A3E-91694BB2A1DE}"/>
                </a:ext>
              </a:extLst>
            </p:cNvPr>
            <p:cNvSpPr/>
            <p:nvPr/>
          </p:nvSpPr>
          <p:spPr>
            <a:xfrm>
              <a:off x="3501087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535;p52">
              <a:extLst>
                <a:ext uri="{FF2B5EF4-FFF2-40B4-BE49-F238E27FC236}">
                  <a16:creationId xmlns:a16="http://schemas.microsoft.com/office/drawing/2014/main" id="{9A8C7262-0668-D68C-FB69-DE66F3891B70}"/>
                </a:ext>
              </a:extLst>
            </p:cNvPr>
            <p:cNvSpPr/>
            <p:nvPr/>
          </p:nvSpPr>
          <p:spPr>
            <a:xfrm>
              <a:off x="344733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536;p52">
              <a:extLst>
                <a:ext uri="{FF2B5EF4-FFF2-40B4-BE49-F238E27FC236}">
                  <a16:creationId xmlns:a16="http://schemas.microsoft.com/office/drawing/2014/main" id="{DA25061A-AF29-BFC1-09BD-CD4BE254B1EF}"/>
                </a:ext>
              </a:extLst>
            </p:cNvPr>
            <p:cNvSpPr/>
            <p:nvPr/>
          </p:nvSpPr>
          <p:spPr>
            <a:xfrm>
              <a:off x="344733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537;p52">
              <a:extLst>
                <a:ext uri="{FF2B5EF4-FFF2-40B4-BE49-F238E27FC236}">
                  <a16:creationId xmlns:a16="http://schemas.microsoft.com/office/drawing/2014/main" id="{5AB2444F-3E4C-8B9A-7289-352D7095E59A}"/>
                </a:ext>
              </a:extLst>
            </p:cNvPr>
            <p:cNvSpPr/>
            <p:nvPr/>
          </p:nvSpPr>
          <p:spPr>
            <a:xfrm>
              <a:off x="344788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538;p52">
              <a:extLst>
                <a:ext uri="{FF2B5EF4-FFF2-40B4-BE49-F238E27FC236}">
                  <a16:creationId xmlns:a16="http://schemas.microsoft.com/office/drawing/2014/main" id="{608B2F70-B5DA-DA08-BD6D-573ADF35D5A2}"/>
                </a:ext>
              </a:extLst>
            </p:cNvPr>
            <p:cNvSpPr/>
            <p:nvPr/>
          </p:nvSpPr>
          <p:spPr>
            <a:xfrm>
              <a:off x="344733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539;p52">
              <a:extLst>
                <a:ext uri="{FF2B5EF4-FFF2-40B4-BE49-F238E27FC236}">
                  <a16:creationId xmlns:a16="http://schemas.microsoft.com/office/drawing/2014/main" id="{9860320A-D388-31B5-AA5E-554F9DB133BE}"/>
                </a:ext>
              </a:extLst>
            </p:cNvPr>
            <p:cNvSpPr/>
            <p:nvPr/>
          </p:nvSpPr>
          <p:spPr>
            <a:xfrm>
              <a:off x="344788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540;p52">
              <a:extLst>
                <a:ext uri="{FF2B5EF4-FFF2-40B4-BE49-F238E27FC236}">
                  <a16:creationId xmlns:a16="http://schemas.microsoft.com/office/drawing/2014/main" id="{7CCA54C0-CA2E-6A04-C2A9-013A18CD58AF}"/>
                </a:ext>
              </a:extLst>
            </p:cNvPr>
            <p:cNvSpPr/>
            <p:nvPr/>
          </p:nvSpPr>
          <p:spPr>
            <a:xfrm>
              <a:off x="344733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541;p52">
              <a:extLst>
                <a:ext uri="{FF2B5EF4-FFF2-40B4-BE49-F238E27FC236}">
                  <a16:creationId xmlns:a16="http://schemas.microsoft.com/office/drawing/2014/main" id="{88AC215A-786D-B87D-0B71-DC9EB9724D34}"/>
                </a:ext>
              </a:extLst>
            </p:cNvPr>
            <p:cNvSpPr/>
            <p:nvPr/>
          </p:nvSpPr>
          <p:spPr>
            <a:xfrm>
              <a:off x="344788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542;p52">
              <a:extLst>
                <a:ext uri="{FF2B5EF4-FFF2-40B4-BE49-F238E27FC236}">
                  <a16:creationId xmlns:a16="http://schemas.microsoft.com/office/drawing/2014/main" id="{03817671-0FB9-094D-FBBC-DBBD3873824C}"/>
                </a:ext>
              </a:extLst>
            </p:cNvPr>
            <p:cNvSpPr/>
            <p:nvPr/>
          </p:nvSpPr>
          <p:spPr>
            <a:xfrm>
              <a:off x="3393666" y="446872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543;p52">
              <a:extLst>
                <a:ext uri="{FF2B5EF4-FFF2-40B4-BE49-F238E27FC236}">
                  <a16:creationId xmlns:a16="http://schemas.microsoft.com/office/drawing/2014/main" id="{619DE87E-83B2-388E-357F-2B280A99225A}"/>
                </a:ext>
              </a:extLst>
            </p:cNvPr>
            <p:cNvSpPr/>
            <p:nvPr/>
          </p:nvSpPr>
          <p:spPr>
            <a:xfrm>
              <a:off x="3394196" y="446926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544;p52">
              <a:extLst>
                <a:ext uri="{FF2B5EF4-FFF2-40B4-BE49-F238E27FC236}">
                  <a16:creationId xmlns:a16="http://schemas.microsoft.com/office/drawing/2014/main" id="{5EFA704A-8F7E-9C04-7E24-5150FEF0D479}"/>
                </a:ext>
              </a:extLst>
            </p:cNvPr>
            <p:cNvSpPr/>
            <p:nvPr/>
          </p:nvSpPr>
          <p:spPr>
            <a:xfrm>
              <a:off x="3393666" y="4361239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6" y="3520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545;p52">
              <a:extLst>
                <a:ext uri="{FF2B5EF4-FFF2-40B4-BE49-F238E27FC236}">
                  <a16:creationId xmlns:a16="http://schemas.microsoft.com/office/drawing/2014/main" id="{1C283F6F-C205-1AB9-08FF-3D551C1DDA84}"/>
                </a:ext>
              </a:extLst>
            </p:cNvPr>
            <p:cNvSpPr/>
            <p:nvPr/>
          </p:nvSpPr>
          <p:spPr>
            <a:xfrm>
              <a:off x="3394196" y="4361769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546;p52">
              <a:extLst>
                <a:ext uri="{FF2B5EF4-FFF2-40B4-BE49-F238E27FC236}">
                  <a16:creationId xmlns:a16="http://schemas.microsoft.com/office/drawing/2014/main" id="{41BB7A4D-16B2-41B0-230E-822E5D6E62DE}"/>
                </a:ext>
              </a:extLst>
            </p:cNvPr>
            <p:cNvSpPr/>
            <p:nvPr/>
          </p:nvSpPr>
          <p:spPr>
            <a:xfrm>
              <a:off x="3393666" y="430755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547;p52">
              <a:extLst>
                <a:ext uri="{FF2B5EF4-FFF2-40B4-BE49-F238E27FC236}">
                  <a16:creationId xmlns:a16="http://schemas.microsoft.com/office/drawing/2014/main" id="{22A8DEA6-C01B-F6CD-FD70-7D3632F4EE95}"/>
                </a:ext>
              </a:extLst>
            </p:cNvPr>
            <p:cNvSpPr/>
            <p:nvPr/>
          </p:nvSpPr>
          <p:spPr>
            <a:xfrm>
              <a:off x="3394196" y="430809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548;p52">
              <a:extLst>
                <a:ext uri="{FF2B5EF4-FFF2-40B4-BE49-F238E27FC236}">
                  <a16:creationId xmlns:a16="http://schemas.microsoft.com/office/drawing/2014/main" id="{E61D2FF7-963D-C81F-6A6D-043A49AEA382}"/>
                </a:ext>
              </a:extLst>
            </p:cNvPr>
            <p:cNvSpPr/>
            <p:nvPr/>
          </p:nvSpPr>
          <p:spPr>
            <a:xfrm>
              <a:off x="3393666" y="4253803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549;p52">
              <a:extLst>
                <a:ext uri="{FF2B5EF4-FFF2-40B4-BE49-F238E27FC236}">
                  <a16:creationId xmlns:a16="http://schemas.microsoft.com/office/drawing/2014/main" id="{E3D27AC5-F6FE-5721-42D2-E7AE23440879}"/>
                </a:ext>
              </a:extLst>
            </p:cNvPr>
            <p:cNvSpPr/>
            <p:nvPr/>
          </p:nvSpPr>
          <p:spPr>
            <a:xfrm>
              <a:off x="3394196" y="4254332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550;p52">
              <a:extLst>
                <a:ext uri="{FF2B5EF4-FFF2-40B4-BE49-F238E27FC236}">
                  <a16:creationId xmlns:a16="http://schemas.microsoft.com/office/drawing/2014/main" id="{DC1850B9-8494-4BCE-9DE5-2B31AC1198AE}"/>
                </a:ext>
              </a:extLst>
            </p:cNvPr>
            <p:cNvSpPr/>
            <p:nvPr/>
          </p:nvSpPr>
          <p:spPr>
            <a:xfrm>
              <a:off x="3393666" y="4146398"/>
              <a:ext cx="54777" cy="54762"/>
            </a:xfrm>
            <a:custGeom>
              <a:avLst/>
              <a:gdLst/>
              <a:ahLst/>
              <a:cxnLst/>
              <a:rect l="l" t="t" r="r" b="b"/>
              <a:pathLst>
                <a:path w="3517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6" y="3515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551;p52">
              <a:extLst>
                <a:ext uri="{FF2B5EF4-FFF2-40B4-BE49-F238E27FC236}">
                  <a16:creationId xmlns:a16="http://schemas.microsoft.com/office/drawing/2014/main" id="{54FDFAAD-F070-9DA4-0B8F-1F2428FF622B}"/>
                </a:ext>
              </a:extLst>
            </p:cNvPr>
            <p:cNvSpPr/>
            <p:nvPr/>
          </p:nvSpPr>
          <p:spPr>
            <a:xfrm>
              <a:off x="3394196" y="414692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552;p52">
              <a:extLst>
                <a:ext uri="{FF2B5EF4-FFF2-40B4-BE49-F238E27FC236}">
                  <a16:creationId xmlns:a16="http://schemas.microsoft.com/office/drawing/2014/main" id="{1D6E50BA-B997-C74D-2538-764D55E03617}"/>
                </a:ext>
              </a:extLst>
            </p:cNvPr>
            <p:cNvSpPr/>
            <p:nvPr/>
          </p:nvSpPr>
          <p:spPr>
            <a:xfrm>
              <a:off x="3339917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553;p52">
              <a:extLst>
                <a:ext uri="{FF2B5EF4-FFF2-40B4-BE49-F238E27FC236}">
                  <a16:creationId xmlns:a16="http://schemas.microsoft.com/office/drawing/2014/main" id="{3B1029DB-AEF9-09FF-ED62-E94EBF8DC0FB}"/>
                </a:ext>
              </a:extLst>
            </p:cNvPr>
            <p:cNvSpPr/>
            <p:nvPr/>
          </p:nvSpPr>
          <p:spPr>
            <a:xfrm>
              <a:off x="334046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0" y="3446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554;p52">
              <a:extLst>
                <a:ext uri="{FF2B5EF4-FFF2-40B4-BE49-F238E27FC236}">
                  <a16:creationId xmlns:a16="http://schemas.microsoft.com/office/drawing/2014/main" id="{4CDF187C-0B06-1FB9-0AAB-9681F8E851F3}"/>
                </a:ext>
              </a:extLst>
            </p:cNvPr>
            <p:cNvSpPr/>
            <p:nvPr/>
          </p:nvSpPr>
          <p:spPr>
            <a:xfrm>
              <a:off x="3339917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555;p52">
              <a:extLst>
                <a:ext uri="{FF2B5EF4-FFF2-40B4-BE49-F238E27FC236}">
                  <a16:creationId xmlns:a16="http://schemas.microsoft.com/office/drawing/2014/main" id="{E75F63A7-0B79-E202-B20F-0F2917810C22}"/>
                </a:ext>
              </a:extLst>
            </p:cNvPr>
            <p:cNvSpPr/>
            <p:nvPr/>
          </p:nvSpPr>
          <p:spPr>
            <a:xfrm>
              <a:off x="334046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556;p52">
              <a:extLst>
                <a:ext uri="{FF2B5EF4-FFF2-40B4-BE49-F238E27FC236}">
                  <a16:creationId xmlns:a16="http://schemas.microsoft.com/office/drawing/2014/main" id="{6701E748-100C-7111-621C-61BB4FEA853E}"/>
                </a:ext>
              </a:extLst>
            </p:cNvPr>
            <p:cNvSpPr/>
            <p:nvPr/>
          </p:nvSpPr>
          <p:spPr>
            <a:xfrm>
              <a:off x="3339917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557;p52">
              <a:extLst>
                <a:ext uri="{FF2B5EF4-FFF2-40B4-BE49-F238E27FC236}">
                  <a16:creationId xmlns:a16="http://schemas.microsoft.com/office/drawing/2014/main" id="{8DC1D9CF-1A7A-FF20-F7F8-C4F27B576F60}"/>
                </a:ext>
              </a:extLst>
            </p:cNvPr>
            <p:cNvSpPr/>
            <p:nvPr/>
          </p:nvSpPr>
          <p:spPr>
            <a:xfrm>
              <a:off x="334046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558;p52">
              <a:extLst>
                <a:ext uri="{FF2B5EF4-FFF2-40B4-BE49-F238E27FC236}">
                  <a16:creationId xmlns:a16="http://schemas.microsoft.com/office/drawing/2014/main" id="{730E677F-C0D5-D900-A2DA-2F5A411722F2}"/>
                </a:ext>
              </a:extLst>
            </p:cNvPr>
            <p:cNvSpPr/>
            <p:nvPr/>
          </p:nvSpPr>
          <p:spPr>
            <a:xfrm>
              <a:off x="3339917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559;p52">
              <a:extLst>
                <a:ext uri="{FF2B5EF4-FFF2-40B4-BE49-F238E27FC236}">
                  <a16:creationId xmlns:a16="http://schemas.microsoft.com/office/drawing/2014/main" id="{2A876E6B-D564-F015-2D31-F70FD3645A19}"/>
                </a:ext>
              </a:extLst>
            </p:cNvPr>
            <p:cNvSpPr/>
            <p:nvPr/>
          </p:nvSpPr>
          <p:spPr>
            <a:xfrm>
              <a:off x="334046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560;p52">
              <a:extLst>
                <a:ext uri="{FF2B5EF4-FFF2-40B4-BE49-F238E27FC236}">
                  <a16:creationId xmlns:a16="http://schemas.microsoft.com/office/drawing/2014/main" id="{7EAE1CCB-5AB0-FC88-2877-52ED14C27A2C}"/>
                </a:ext>
              </a:extLst>
            </p:cNvPr>
            <p:cNvSpPr/>
            <p:nvPr/>
          </p:nvSpPr>
          <p:spPr>
            <a:xfrm>
              <a:off x="328616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561;p52">
              <a:extLst>
                <a:ext uri="{FF2B5EF4-FFF2-40B4-BE49-F238E27FC236}">
                  <a16:creationId xmlns:a16="http://schemas.microsoft.com/office/drawing/2014/main" id="{8A3267AD-1C8D-A463-96E4-D02AF6F5AA6F}"/>
                </a:ext>
              </a:extLst>
            </p:cNvPr>
            <p:cNvSpPr/>
            <p:nvPr/>
          </p:nvSpPr>
          <p:spPr>
            <a:xfrm>
              <a:off x="3286697" y="4469267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562;p52">
              <a:extLst>
                <a:ext uri="{FF2B5EF4-FFF2-40B4-BE49-F238E27FC236}">
                  <a16:creationId xmlns:a16="http://schemas.microsoft.com/office/drawing/2014/main" id="{7CF76847-ABC5-925E-CE77-65182F698457}"/>
                </a:ext>
              </a:extLst>
            </p:cNvPr>
            <p:cNvSpPr/>
            <p:nvPr/>
          </p:nvSpPr>
          <p:spPr>
            <a:xfrm>
              <a:off x="328616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563;p52">
              <a:extLst>
                <a:ext uri="{FF2B5EF4-FFF2-40B4-BE49-F238E27FC236}">
                  <a16:creationId xmlns:a16="http://schemas.microsoft.com/office/drawing/2014/main" id="{07D276A0-3835-6809-2A4A-382A96DF54B7}"/>
                </a:ext>
              </a:extLst>
            </p:cNvPr>
            <p:cNvSpPr/>
            <p:nvPr/>
          </p:nvSpPr>
          <p:spPr>
            <a:xfrm>
              <a:off x="3286697" y="4361769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564;p52">
              <a:extLst>
                <a:ext uri="{FF2B5EF4-FFF2-40B4-BE49-F238E27FC236}">
                  <a16:creationId xmlns:a16="http://schemas.microsoft.com/office/drawing/2014/main" id="{1052B53F-9532-315E-5213-BD370EB87499}"/>
                </a:ext>
              </a:extLst>
            </p:cNvPr>
            <p:cNvSpPr/>
            <p:nvPr/>
          </p:nvSpPr>
          <p:spPr>
            <a:xfrm>
              <a:off x="328616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565;p52">
              <a:extLst>
                <a:ext uri="{FF2B5EF4-FFF2-40B4-BE49-F238E27FC236}">
                  <a16:creationId xmlns:a16="http://schemas.microsoft.com/office/drawing/2014/main" id="{3C4FBB05-97C4-CFE9-1E5D-B7F2F1CB3270}"/>
                </a:ext>
              </a:extLst>
            </p:cNvPr>
            <p:cNvSpPr/>
            <p:nvPr/>
          </p:nvSpPr>
          <p:spPr>
            <a:xfrm>
              <a:off x="3286697" y="4308097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566;p52">
              <a:extLst>
                <a:ext uri="{FF2B5EF4-FFF2-40B4-BE49-F238E27FC236}">
                  <a16:creationId xmlns:a16="http://schemas.microsoft.com/office/drawing/2014/main" id="{7E78743A-EA3E-5701-787B-85F1097CDA68}"/>
                </a:ext>
              </a:extLst>
            </p:cNvPr>
            <p:cNvSpPr/>
            <p:nvPr/>
          </p:nvSpPr>
          <p:spPr>
            <a:xfrm>
              <a:off x="328616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567;p52">
              <a:extLst>
                <a:ext uri="{FF2B5EF4-FFF2-40B4-BE49-F238E27FC236}">
                  <a16:creationId xmlns:a16="http://schemas.microsoft.com/office/drawing/2014/main" id="{2E6F9C3D-6F39-86DC-084E-C6C90AAFC4CE}"/>
                </a:ext>
              </a:extLst>
            </p:cNvPr>
            <p:cNvSpPr/>
            <p:nvPr/>
          </p:nvSpPr>
          <p:spPr>
            <a:xfrm>
              <a:off x="3286697" y="4254332"/>
              <a:ext cx="53780" cy="53780"/>
            </a:xfrm>
            <a:custGeom>
              <a:avLst/>
              <a:gdLst/>
              <a:ahLst/>
              <a:cxnLst/>
              <a:rect l="l" t="t" r="r" b="b"/>
              <a:pathLst>
                <a:path w="3453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8568;p52">
              <a:extLst>
                <a:ext uri="{FF2B5EF4-FFF2-40B4-BE49-F238E27FC236}">
                  <a16:creationId xmlns:a16="http://schemas.microsoft.com/office/drawing/2014/main" id="{FDDB2D1F-CB19-808B-7C42-C880CE509150}"/>
                </a:ext>
              </a:extLst>
            </p:cNvPr>
            <p:cNvSpPr/>
            <p:nvPr/>
          </p:nvSpPr>
          <p:spPr>
            <a:xfrm>
              <a:off x="3286168" y="4146398"/>
              <a:ext cx="54840" cy="54762"/>
            </a:xfrm>
            <a:custGeom>
              <a:avLst/>
              <a:gdLst/>
              <a:ahLst/>
              <a:cxnLst/>
              <a:rect l="l" t="t" r="r" b="b"/>
              <a:pathLst>
                <a:path w="352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8569;p52">
              <a:extLst>
                <a:ext uri="{FF2B5EF4-FFF2-40B4-BE49-F238E27FC236}">
                  <a16:creationId xmlns:a16="http://schemas.microsoft.com/office/drawing/2014/main" id="{52E40E37-75F1-9CE6-D35F-395A0FFF9308}"/>
                </a:ext>
              </a:extLst>
            </p:cNvPr>
            <p:cNvSpPr/>
            <p:nvPr/>
          </p:nvSpPr>
          <p:spPr>
            <a:xfrm>
              <a:off x="3232496" y="446872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8570;p52">
              <a:extLst>
                <a:ext uri="{FF2B5EF4-FFF2-40B4-BE49-F238E27FC236}">
                  <a16:creationId xmlns:a16="http://schemas.microsoft.com/office/drawing/2014/main" id="{95B5F42E-0CA7-569C-7EEB-20F4E041449D}"/>
                </a:ext>
              </a:extLst>
            </p:cNvPr>
            <p:cNvSpPr/>
            <p:nvPr/>
          </p:nvSpPr>
          <p:spPr>
            <a:xfrm>
              <a:off x="3233026" y="446926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8571;p52">
              <a:extLst>
                <a:ext uri="{FF2B5EF4-FFF2-40B4-BE49-F238E27FC236}">
                  <a16:creationId xmlns:a16="http://schemas.microsoft.com/office/drawing/2014/main" id="{2B050DD1-78C1-DAA7-1394-0E8B84DF5B4E}"/>
                </a:ext>
              </a:extLst>
            </p:cNvPr>
            <p:cNvSpPr/>
            <p:nvPr/>
          </p:nvSpPr>
          <p:spPr>
            <a:xfrm>
              <a:off x="3232496" y="4361239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8572;p52">
              <a:extLst>
                <a:ext uri="{FF2B5EF4-FFF2-40B4-BE49-F238E27FC236}">
                  <a16:creationId xmlns:a16="http://schemas.microsoft.com/office/drawing/2014/main" id="{1BBE5821-0AB9-B5D9-6572-383D61EB24EE}"/>
                </a:ext>
              </a:extLst>
            </p:cNvPr>
            <p:cNvSpPr/>
            <p:nvPr/>
          </p:nvSpPr>
          <p:spPr>
            <a:xfrm>
              <a:off x="3233026" y="436176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8573;p52">
              <a:extLst>
                <a:ext uri="{FF2B5EF4-FFF2-40B4-BE49-F238E27FC236}">
                  <a16:creationId xmlns:a16="http://schemas.microsoft.com/office/drawing/2014/main" id="{BE62C75F-36F1-2247-5132-3C48A5F89F8A}"/>
                </a:ext>
              </a:extLst>
            </p:cNvPr>
            <p:cNvSpPr/>
            <p:nvPr/>
          </p:nvSpPr>
          <p:spPr>
            <a:xfrm>
              <a:off x="3232496" y="430755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8574;p52">
              <a:extLst>
                <a:ext uri="{FF2B5EF4-FFF2-40B4-BE49-F238E27FC236}">
                  <a16:creationId xmlns:a16="http://schemas.microsoft.com/office/drawing/2014/main" id="{FBA3E101-8AB9-CA5C-1F6A-197B99B8FA54}"/>
                </a:ext>
              </a:extLst>
            </p:cNvPr>
            <p:cNvSpPr/>
            <p:nvPr/>
          </p:nvSpPr>
          <p:spPr>
            <a:xfrm>
              <a:off x="3233026" y="430809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8575;p52">
              <a:extLst>
                <a:ext uri="{FF2B5EF4-FFF2-40B4-BE49-F238E27FC236}">
                  <a16:creationId xmlns:a16="http://schemas.microsoft.com/office/drawing/2014/main" id="{23B358C1-234C-2C28-A00D-A5BD10EDE840}"/>
                </a:ext>
              </a:extLst>
            </p:cNvPr>
            <p:cNvSpPr/>
            <p:nvPr/>
          </p:nvSpPr>
          <p:spPr>
            <a:xfrm>
              <a:off x="3232496" y="4253803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8576;p52">
              <a:extLst>
                <a:ext uri="{FF2B5EF4-FFF2-40B4-BE49-F238E27FC236}">
                  <a16:creationId xmlns:a16="http://schemas.microsoft.com/office/drawing/2014/main" id="{6D7C7417-8E54-D7C8-5E8D-D74A4AA812C5}"/>
                </a:ext>
              </a:extLst>
            </p:cNvPr>
            <p:cNvSpPr/>
            <p:nvPr/>
          </p:nvSpPr>
          <p:spPr>
            <a:xfrm>
              <a:off x="3233026" y="4254332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8577;p52">
              <a:extLst>
                <a:ext uri="{FF2B5EF4-FFF2-40B4-BE49-F238E27FC236}">
                  <a16:creationId xmlns:a16="http://schemas.microsoft.com/office/drawing/2014/main" id="{277FFB07-E1F6-5908-19C1-68D7D7E91EF4}"/>
                </a:ext>
              </a:extLst>
            </p:cNvPr>
            <p:cNvSpPr/>
            <p:nvPr/>
          </p:nvSpPr>
          <p:spPr>
            <a:xfrm>
              <a:off x="3232496" y="4146398"/>
              <a:ext cx="54777" cy="54762"/>
            </a:xfrm>
            <a:custGeom>
              <a:avLst/>
              <a:gdLst/>
              <a:ahLst/>
              <a:cxnLst/>
              <a:rect l="l" t="t" r="r" b="b"/>
              <a:pathLst>
                <a:path w="3517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7" y="3515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578;p52">
              <a:extLst>
                <a:ext uri="{FF2B5EF4-FFF2-40B4-BE49-F238E27FC236}">
                  <a16:creationId xmlns:a16="http://schemas.microsoft.com/office/drawing/2014/main" id="{91356D00-CE5A-23AB-65F7-FAD3746E48DB}"/>
                </a:ext>
              </a:extLst>
            </p:cNvPr>
            <p:cNvSpPr/>
            <p:nvPr/>
          </p:nvSpPr>
          <p:spPr>
            <a:xfrm>
              <a:off x="3233026" y="414692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579;p52">
              <a:extLst>
                <a:ext uri="{FF2B5EF4-FFF2-40B4-BE49-F238E27FC236}">
                  <a16:creationId xmlns:a16="http://schemas.microsoft.com/office/drawing/2014/main" id="{6D8ADCC1-D333-B2C5-A203-EC771F570949}"/>
                </a:ext>
              </a:extLst>
            </p:cNvPr>
            <p:cNvSpPr/>
            <p:nvPr/>
          </p:nvSpPr>
          <p:spPr>
            <a:xfrm>
              <a:off x="3232496" y="3877776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580;p52">
              <a:extLst>
                <a:ext uri="{FF2B5EF4-FFF2-40B4-BE49-F238E27FC236}">
                  <a16:creationId xmlns:a16="http://schemas.microsoft.com/office/drawing/2014/main" id="{57E5C0D1-C781-C2F1-D44B-51CCE1C90B58}"/>
                </a:ext>
              </a:extLst>
            </p:cNvPr>
            <p:cNvSpPr/>
            <p:nvPr/>
          </p:nvSpPr>
          <p:spPr>
            <a:xfrm>
              <a:off x="3232496" y="3824042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581;p52">
              <a:extLst>
                <a:ext uri="{FF2B5EF4-FFF2-40B4-BE49-F238E27FC236}">
                  <a16:creationId xmlns:a16="http://schemas.microsoft.com/office/drawing/2014/main" id="{7695F3A3-150C-D3D6-DF7D-0C46D915388C}"/>
                </a:ext>
              </a:extLst>
            </p:cNvPr>
            <p:cNvSpPr/>
            <p:nvPr/>
          </p:nvSpPr>
          <p:spPr>
            <a:xfrm>
              <a:off x="3233026" y="3824571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582;p52">
              <a:extLst>
                <a:ext uri="{FF2B5EF4-FFF2-40B4-BE49-F238E27FC236}">
                  <a16:creationId xmlns:a16="http://schemas.microsoft.com/office/drawing/2014/main" id="{039E9D4E-DE15-97C5-96BC-711407772498}"/>
                </a:ext>
              </a:extLst>
            </p:cNvPr>
            <p:cNvSpPr/>
            <p:nvPr/>
          </p:nvSpPr>
          <p:spPr>
            <a:xfrm>
              <a:off x="3232496" y="3770277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583;p52">
              <a:extLst>
                <a:ext uri="{FF2B5EF4-FFF2-40B4-BE49-F238E27FC236}">
                  <a16:creationId xmlns:a16="http://schemas.microsoft.com/office/drawing/2014/main" id="{445DE467-48A6-4E68-ED32-CDC21868D87E}"/>
                </a:ext>
              </a:extLst>
            </p:cNvPr>
            <p:cNvSpPr/>
            <p:nvPr/>
          </p:nvSpPr>
          <p:spPr>
            <a:xfrm>
              <a:off x="3233026" y="3770838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584;p52">
              <a:extLst>
                <a:ext uri="{FF2B5EF4-FFF2-40B4-BE49-F238E27FC236}">
                  <a16:creationId xmlns:a16="http://schemas.microsoft.com/office/drawing/2014/main" id="{E6A8FAB4-EEE2-BC88-671E-824D9CC3F4B1}"/>
                </a:ext>
              </a:extLst>
            </p:cNvPr>
            <p:cNvSpPr/>
            <p:nvPr/>
          </p:nvSpPr>
          <p:spPr>
            <a:xfrm>
              <a:off x="3232496" y="3716606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585;p52">
              <a:extLst>
                <a:ext uri="{FF2B5EF4-FFF2-40B4-BE49-F238E27FC236}">
                  <a16:creationId xmlns:a16="http://schemas.microsoft.com/office/drawing/2014/main" id="{736286CE-318A-6BF1-965E-B19016AEA485}"/>
                </a:ext>
              </a:extLst>
            </p:cNvPr>
            <p:cNvSpPr/>
            <p:nvPr/>
          </p:nvSpPr>
          <p:spPr>
            <a:xfrm>
              <a:off x="3178731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586;p52">
              <a:extLst>
                <a:ext uri="{FF2B5EF4-FFF2-40B4-BE49-F238E27FC236}">
                  <a16:creationId xmlns:a16="http://schemas.microsoft.com/office/drawing/2014/main" id="{8D55B28C-7BE8-2CD0-FE6E-1B189CB3A2A7}"/>
                </a:ext>
              </a:extLst>
            </p:cNvPr>
            <p:cNvSpPr/>
            <p:nvPr/>
          </p:nvSpPr>
          <p:spPr>
            <a:xfrm>
              <a:off x="317929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587;p52">
              <a:extLst>
                <a:ext uri="{FF2B5EF4-FFF2-40B4-BE49-F238E27FC236}">
                  <a16:creationId xmlns:a16="http://schemas.microsoft.com/office/drawing/2014/main" id="{3AA45DB6-8CED-BB4E-89A4-C86059AC999E}"/>
                </a:ext>
              </a:extLst>
            </p:cNvPr>
            <p:cNvSpPr/>
            <p:nvPr/>
          </p:nvSpPr>
          <p:spPr>
            <a:xfrm>
              <a:off x="3178731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8588;p52">
              <a:extLst>
                <a:ext uri="{FF2B5EF4-FFF2-40B4-BE49-F238E27FC236}">
                  <a16:creationId xmlns:a16="http://schemas.microsoft.com/office/drawing/2014/main" id="{DD42C4CD-6632-C340-37C3-6F2D692FFB0E}"/>
                </a:ext>
              </a:extLst>
            </p:cNvPr>
            <p:cNvSpPr/>
            <p:nvPr/>
          </p:nvSpPr>
          <p:spPr>
            <a:xfrm>
              <a:off x="317929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8589;p52">
              <a:extLst>
                <a:ext uri="{FF2B5EF4-FFF2-40B4-BE49-F238E27FC236}">
                  <a16:creationId xmlns:a16="http://schemas.microsoft.com/office/drawing/2014/main" id="{B4391150-D7D5-9B54-D240-DB77FD8601DA}"/>
                </a:ext>
              </a:extLst>
            </p:cNvPr>
            <p:cNvSpPr/>
            <p:nvPr/>
          </p:nvSpPr>
          <p:spPr>
            <a:xfrm>
              <a:off x="3178731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8590;p52">
              <a:extLst>
                <a:ext uri="{FF2B5EF4-FFF2-40B4-BE49-F238E27FC236}">
                  <a16:creationId xmlns:a16="http://schemas.microsoft.com/office/drawing/2014/main" id="{20576D16-C1A3-F5FB-2B7E-34968C84996D}"/>
                </a:ext>
              </a:extLst>
            </p:cNvPr>
            <p:cNvSpPr/>
            <p:nvPr/>
          </p:nvSpPr>
          <p:spPr>
            <a:xfrm>
              <a:off x="317929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8591;p52">
              <a:extLst>
                <a:ext uri="{FF2B5EF4-FFF2-40B4-BE49-F238E27FC236}">
                  <a16:creationId xmlns:a16="http://schemas.microsoft.com/office/drawing/2014/main" id="{EEFF2CBA-A357-1978-9313-3FB3699A6D58}"/>
                </a:ext>
              </a:extLst>
            </p:cNvPr>
            <p:cNvSpPr/>
            <p:nvPr/>
          </p:nvSpPr>
          <p:spPr>
            <a:xfrm>
              <a:off x="3178731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8592;p52">
              <a:extLst>
                <a:ext uri="{FF2B5EF4-FFF2-40B4-BE49-F238E27FC236}">
                  <a16:creationId xmlns:a16="http://schemas.microsoft.com/office/drawing/2014/main" id="{EB015E65-A467-2E61-AF81-23C7FDE06563}"/>
                </a:ext>
              </a:extLst>
            </p:cNvPr>
            <p:cNvSpPr/>
            <p:nvPr/>
          </p:nvSpPr>
          <p:spPr>
            <a:xfrm>
              <a:off x="317929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8593;p52">
              <a:extLst>
                <a:ext uri="{FF2B5EF4-FFF2-40B4-BE49-F238E27FC236}">
                  <a16:creationId xmlns:a16="http://schemas.microsoft.com/office/drawing/2014/main" id="{C0C74C9F-96CC-2D29-9C6D-CB02F7E63629}"/>
                </a:ext>
              </a:extLst>
            </p:cNvPr>
            <p:cNvSpPr/>
            <p:nvPr/>
          </p:nvSpPr>
          <p:spPr>
            <a:xfrm>
              <a:off x="3178731" y="4146398"/>
              <a:ext cx="54855" cy="54762"/>
            </a:xfrm>
            <a:custGeom>
              <a:avLst/>
              <a:gdLst/>
              <a:ahLst/>
              <a:cxnLst/>
              <a:rect l="l" t="t" r="r" b="b"/>
              <a:pathLst>
                <a:path w="3522" h="3516" extrusionOk="0">
                  <a:moveTo>
                    <a:pt x="1" y="0"/>
                  </a:moveTo>
                  <a:lnTo>
                    <a:pt x="1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8594;p52">
              <a:extLst>
                <a:ext uri="{FF2B5EF4-FFF2-40B4-BE49-F238E27FC236}">
                  <a16:creationId xmlns:a16="http://schemas.microsoft.com/office/drawing/2014/main" id="{4BD870E9-E385-DC80-3DD9-E006672E393F}"/>
                </a:ext>
              </a:extLst>
            </p:cNvPr>
            <p:cNvSpPr/>
            <p:nvPr/>
          </p:nvSpPr>
          <p:spPr>
            <a:xfrm>
              <a:off x="3179292" y="414692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8595;p52">
              <a:extLst>
                <a:ext uri="{FF2B5EF4-FFF2-40B4-BE49-F238E27FC236}">
                  <a16:creationId xmlns:a16="http://schemas.microsoft.com/office/drawing/2014/main" id="{76FCE4B3-C556-46C4-FF95-D593213FB377}"/>
                </a:ext>
              </a:extLst>
            </p:cNvPr>
            <p:cNvSpPr/>
            <p:nvPr/>
          </p:nvSpPr>
          <p:spPr>
            <a:xfrm>
              <a:off x="3178731" y="3877776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8596;p52">
              <a:extLst>
                <a:ext uri="{FF2B5EF4-FFF2-40B4-BE49-F238E27FC236}">
                  <a16:creationId xmlns:a16="http://schemas.microsoft.com/office/drawing/2014/main" id="{6EE41863-6771-36B3-7991-FACC35FE2CB8}"/>
                </a:ext>
              </a:extLst>
            </p:cNvPr>
            <p:cNvSpPr/>
            <p:nvPr/>
          </p:nvSpPr>
          <p:spPr>
            <a:xfrm>
              <a:off x="3179292" y="3878305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8597;p52">
              <a:extLst>
                <a:ext uri="{FF2B5EF4-FFF2-40B4-BE49-F238E27FC236}">
                  <a16:creationId xmlns:a16="http://schemas.microsoft.com/office/drawing/2014/main" id="{C5AAB484-18FF-8D84-2AFA-450F9BBD07E8}"/>
                </a:ext>
              </a:extLst>
            </p:cNvPr>
            <p:cNvSpPr/>
            <p:nvPr/>
          </p:nvSpPr>
          <p:spPr>
            <a:xfrm>
              <a:off x="3178731" y="3824042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8598;p52">
              <a:extLst>
                <a:ext uri="{FF2B5EF4-FFF2-40B4-BE49-F238E27FC236}">
                  <a16:creationId xmlns:a16="http://schemas.microsoft.com/office/drawing/2014/main" id="{8EEE23C4-81F8-2494-0A97-E1647D701C28}"/>
                </a:ext>
              </a:extLst>
            </p:cNvPr>
            <p:cNvSpPr/>
            <p:nvPr/>
          </p:nvSpPr>
          <p:spPr>
            <a:xfrm>
              <a:off x="3179292" y="3824571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8599;p52">
              <a:extLst>
                <a:ext uri="{FF2B5EF4-FFF2-40B4-BE49-F238E27FC236}">
                  <a16:creationId xmlns:a16="http://schemas.microsoft.com/office/drawing/2014/main" id="{BC7E1BF4-AE55-6F62-DF62-EE04DA0BED89}"/>
                </a:ext>
              </a:extLst>
            </p:cNvPr>
            <p:cNvSpPr/>
            <p:nvPr/>
          </p:nvSpPr>
          <p:spPr>
            <a:xfrm>
              <a:off x="3178731" y="3770277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8600;p52">
              <a:extLst>
                <a:ext uri="{FF2B5EF4-FFF2-40B4-BE49-F238E27FC236}">
                  <a16:creationId xmlns:a16="http://schemas.microsoft.com/office/drawing/2014/main" id="{B6DFD704-B078-92D0-71C2-0EB9B7881DAF}"/>
                </a:ext>
              </a:extLst>
            </p:cNvPr>
            <p:cNvSpPr/>
            <p:nvPr/>
          </p:nvSpPr>
          <p:spPr>
            <a:xfrm>
              <a:off x="3179292" y="3770838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8601;p52">
              <a:extLst>
                <a:ext uri="{FF2B5EF4-FFF2-40B4-BE49-F238E27FC236}">
                  <a16:creationId xmlns:a16="http://schemas.microsoft.com/office/drawing/2014/main" id="{3A3AFF81-5DE1-1860-CA88-CA63AEA51B84}"/>
                </a:ext>
              </a:extLst>
            </p:cNvPr>
            <p:cNvSpPr/>
            <p:nvPr/>
          </p:nvSpPr>
          <p:spPr>
            <a:xfrm>
              <a:off x="3178731" y="3716606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8602;p52">
              <a:extLst>
                <a:ext uri="{FF2B5EF4-FFF2-40B4-BE49-F238E27FC236}">
                  <a16:creationId xmlns:a16="http://schemas.microsoft.com/office/drawing/2014/main" id="{76C6292A-9492-0121-921D-9A282C2806DD}"/>
                </a:ext>
              </a:extLst>
            </p:cNvPr>
            <p:cNvSpPr/>
            <p:nvPr/>
          </p:nvSpPr>
          <p:spPr>
            <a:xfrm>
              <a:off x="312499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8603;p52">
              <a:extLst>
                <a:ext uri="{FF2B5EF4-FFF2-40B4-BE49-F238E27FC236}">
                  <a16:creationId xmlns:a16="http://schemas.microsoft.com/office/drawing/2014/main" id="{AE530738-9AE3-4199-676B-E7C08D3E5AE0}"/>
                </a:ext>
              </a:extLst>
            </p:cNvPr>
            <p:cNvSpPr/>
            <p:nvPr/>
          </p:nvSpPr>
          <p:spPr>
            <a:xfrm>
              <a:off x="3125543" y="446926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8604;p52">
              <a:extLst>
                <a:ext uri="{FF2B5EF4-FFF2-40B4-BE49-F238E27FC236}">
                  <a16:creationId xmlns:a16="http://schemas.microsoft.com/office/drawing/2014/main" id="{922B6AB0-7174-A6B8-F184-3C312239781D}"/>
                </a:ext>
              </a:extLst>
            </p:cNvPr>
            <p:cNvSpPr/>
            <p:nvPr/>
          </p:nvSpPr>
          <p:spPr>
            <a:xfrm>
              <a:off x="312499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3" name="Google Shape;8605;p52">
              <a:extLst>
                <a:ext uri="{FF2B5EF4-FFF2-40B4-BE49-F238E27FC236}">
                  <a16:creationId xmlns:a16="http://schemas.microsoft.com/office/drawing/2014/main" id="{2C980F2E-BB2B-C09A-6B7B-3A8205B4779A}"/>
                </a:ext>
              </a:extLst>
            </p:cNvPr>
            <p:cNvSpPr/>
            <p:nvPr/>
          </p:nvSpPr>
          <p:spPr>
            <a:xfrm>
              <a:off x="312554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4" name="Google Shape;8606;p52">
              <a:extLst>
                <a:ext uri="{FF2B5EF4-FFF2-40B4-BE49-F238E27FC236}">
                  <a16:creationId xmlns:a16="http://schemas.microsoft.com/office/drawing/2014/main" id="{02698C7B-7C0E-CC74-857B-2643EE0C9980}"/>
                </a:ext>
              </a:extLst>
            </p:cNvPr>
            <p:cNvSpPr/>
            <p:nvPr/>
          </p:nvSpPr>
          <p:spPr>
            <a:xfrm>
              <a:off x="312499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5" name="Google Shape;8607;p52">
              <a:extLst>
                <a:ext uri="{FF2B5EF4-FFF2-40B4-BE49-F238E27FC236}">
                  <a16:creationId xmlns:a16="http://schemas.microsoft.com/office/drawing/2014/main" id="{ED816C13-5796-E468-B902-8F51735DDD84}"/>
                </a:ext>
              </a:extLst>
            </p:cNvPr>
            <p:cNvSpPr/>
            <p:nvPr/>
          </p:nvSpPr>
          <p:spPr>
            <a:xfrm>
              <a:off x="312554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6" name="Google Shape;8608;p52">
              <a:extLst>
                <a:ext uri="{FF2B5EF4-FFF2-40B4-BE49-F238E27FC236}">
                  <a16:creationId xmlns:a16="http://schemas.microsoft.com/office/drawing/2014/main" id="{1E142D7E-141F-96AF-2A29-336997B94964}"/>
                </a:ext>
              </a:extLst>
            </p:cNvPr>
            <p:cNvSpPr/>
            <p:nvPr/>
          </p:nvSpPr>
          <p:spPr>
            <a:xfrm>
              <a:off x="312499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7" name="Google Shape;8609;p52">
              <a:extLst>
                <a:ext uri="{FF2B5EF4-FFF2-40B4-BE49-F238E27FC236}">
                  <a16:creationId xmlns:a16="http://schemas.microsoft.com/office/drawing/2014/main" id="{5E2EEEC6-6C61-2920-7A93-186090C90297}"/>
                </a:ext>
              </a:extLst>
            </p:cNvPr>
            <p:cNvSpPr/>
            <p:nvPr/>
          </p:nvSpPr>
          <p:spPr>
            <a:xfrm>
              <a:off x="312554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3" name="Google Shape;8610;p52">
              <a:extLst>
                <a:ext uri="{FF2B5EF4-FFF2-40B4-BE49-F238E27FC236}">
                  <a16:creationId xmlns:a16="http://schemas.microsoft.com/office/drawing/2014/main" id="{AF06130A-4856-77B3-6F06-F03C3304C466}"/>
                </a:ext>
              </a:extLst>
            </p:cNvPr>
            <p:cNvSpPr/>
            <p:nvPr/>
          </p:nvSpPr>
          <p:spPr>
            <a:xfrm>
              <a:off x="3124998" y="4146398"/>
              <a:ext cx="54840" cy="54762"/>
            </a:xfrm>
            <a:custGeom>
              <a:avLst/>
              <a:gdLst/>
              <a:ahLst/>
              <a:cxnLst/>
              <a:rect l="l" t="t" r="r" b="b"/>
              <a:pathLst>
                <a:path w="3521" h="3516" extrusionOk="0">
                  <a:moveTo>
                    <a:pt x="1" y="0"/>
                  </a:moveTo>
                  <a:lnTo>
                    <a:pt x="1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4" name="Google Shape;8611;p52">
              <a:extLst>
                <a:ext uri="{FF2B5EF4-FFF2-40B4-BE49-F238E27FC236}">
                  <a16:creationId xmlns:a16="http://schemas.microsoft.com/office/drawing/2014/main" id="{94B10F60-FED1-379C-A8F1-3B402DFCF0C0}"/>
                </a:ext>
              </a:extLst>
            </p:cNvPr>
            <p:cNvSpPr/>
            <p:nvPr/>
          </p:nvSpPr>
          <p:spPr>
            <a:xfrm>
              <a:off x="3125543" y="414692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5" name="Google Shape;8612;p52">
              <a:extLst>
                <a:ext uri="{FF2B5EF4-FFF2-40B4-BE49-F238E27FC236}">
                  <a16:creationId xmlns:a16="http://schemas.microsoft.com/office/drawing/2014/main" id="{5A86A7CE-2D25-C601-69AE-65FF0A2C7CFD}"/>
                </a:ext>
              </a:extLst>
            </p:cNvPr>
            <p:cNvSpPr/>
            <p:nvPr/>
          </p:nvSpPr>
          <p:spPr>
            <a:xfrm>
              <a:off x="3124998" y="3877776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8613;p52">
              <a:extLst>
                <a:ext uri="{FF2B5EF4-FFF2-40B4-BE49-F238E27FC236}">
                  <a16:creationId xmlns:a16="http://schemas.microsoft.com/office/drawing/2014/main" id="{ECE30AF2-623E-1C4B-873A-03A9E2456B94}"/>
                </a:ext>
              </a:extLst>
            </p:cNvPr>
            <p:cNvSpPr/>
            <p:nvPr/>
          </p:nvSpPr>
          <p:spPr>
            <a:xfrm>
              <a:off x="3124998" y="3824042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7" name="Google Shape;8614;p52">
              <a:extLst>
                <a:ext uri="{FF2B5EF4-FFF2-40B4-BE49-F238E27FC236}">
                  <a16:creationId xmlns:a16="http://schemas.microsoft.com/office/drawing/2014/main" id="{540054D6-FB25-2E03-12D1-889F7E825A7B}"/>
                </a:ext>
              </a:extLst>
            </p:cNvPr>
            <p:cNvSpPr/>
            <p:nvPr/>
          </p:nvSpPr>
          <p:spPr>
            <a:xfrm>
              <a:off x="3125543" y="3824571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8" name="Google Shape;8615;p52">
              <a:extLst>
                <a:ext uri="{FF2B5EF4-FFF2-40B4-BE49-F238E27FC236}">
                  <a16:creationId xmlns:a16="http://schemas.microsoft.com/office/drawing/2014/main" id="{0C3D5435-728A-6396-C157-1F78CB684338}"/>
                </a:ext>
              </a:extLst>
            </p:cNvPr>
            <p:cNvSpPr/>
            <p:nvPr/>
          </p:nvSpPr>
          <p:spPr>
            <a:xfrm>
              <a:off x="3124998" y="3770277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9" name="Google Shape;8616;p52">
              <a:extLst>
                <a:ext uri="{FF2B5EF4-FFF2-40B4-BE49-F238E27FC236}">
                  <a16:creationId xmlns:a16="http://schemas.microsoft.com/office/drawing/2014/main" id="{AFB29968-F949-EF45-46BE-16905B65B342}"/>
                </a:ext>
              </a:extLst>
            </p:cNvPr>
            <p:cNvSpPr/>
            <p:nvPr/>
          </p:nvSpPr>
          <p:spPr>
            <a:xfrm>
              <a:off x="3125543" y="3770838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0" name="Google Shape;8617;p52">
              <a:extLst>
                <a:ext uri="{FF2B5EF4-FFF2-40B4-BE49-F238E27FC236}">
                  <a16:creationId xmlns:a16="http://schemas.microsoft.com/office/drawing/2014/main" id="{3B00E27B-D365-68CA-73FF-C7F6047014F1}"/>
                </a:ext>
              </a:extLst>
            </p:cNvPr>
            <p:cNvSpPr/>
            <p:nvPr/>
          </p:nvSpPr>
          <p:spPr>
            <a:xfrm>
              <a:off x="3124998" y="3716606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8618;p52">
              <a:extLst>
                <a:ext uri="{FF2B5EF4-FFF2-40B4-BE49-F238E27FC236}">
                  <a16:creationId xmlns:a16="http://schemas.microsoft.com/office/drawing/2014/main" id="{57D2CD8E-2BC4-B722-16AE-15AC818C1D4B}"/>
                </a:ext>
              </a:extLst>
            </p:cNvPr>
            <p:cNvSpPr/>
            <p:nvPr/>
          </p:nvSpPr>
          <p:spPr>
            <a:xfrm>
              <a:off x="3071311" y="446872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8619;p52">
              <a:extLst>
                <a:ext uri="{FF2B5EF4-FFF2-40B4-BE49-F238E27FC236}">
                  <a16:creationId xmlns:a16="http://schemas.microsoft.com/office/drawing/2014/main" id="{B96BAE4F-F9DA-839F-0ECF-D6706AFBFD35}"/>
                </a:ext>
              </a:extLst>
            </p:cNvPr>
            <p:cNvSpPr/>
            <p:nvPr/>
          </p:nvSpPr>
          <p:spPr>
            <a:xfrm>
              <a:off x="3071856" y="4469267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7" y="3446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8620;p52">
              <a:extLst>
                <a:ext uri="{FF2B5EF4-FFF2-40B4-BE49-F238E27FC236}">
                  <a16:creationId xmlns:a16="http://schemas.microsoft.com/office/drawing/2014/main" id="{50101046-FA73-C8EE-C4D0-05F5C67E071C}"/>
                </a:ext>
              </a:extLst>
            </p:cNvPr>
            <p:cNvSpPr/>
            <p:nvPr/>
          </p:nvSpPr>
          <p:spPr>
            <a:xfrm>
              <a:off x="3071311" y="4361239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8" y="3520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4" name="Google Shape;8621;p52">
              <a:extLst>
                <a:ext uri="{FF2B5EF4-FFF2-40B4-BE49-F238E27FC236}">
                  <a16:creationId xmlns:a16="http://schemas.microsoft.com/office/drawing/2014/main" id="{2C0470B6-8DCF-358E-E776-9F6C0DA9B7A6}"/>
                </a:ext>
              </a:extLst>
            </p:cNvPr>
            <p:cNvSpPr/>
            <p:nvPr/>
          </p:nvSpPr>
          <p:spPr>
            <a:xfrm>
              <a:off x="3071856" y="4361769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7" y="3451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5" name="Google Shape;8622;p52">
              <a:extLst>
                <a:ext uri="{FF2B5EF4-FFF2-40B4-BE49-F238E27FC236}">
                  <a16:creationId xmlns:a16="http://schemas.microsoft.com/office/drawing/2014/main" id="{E7F93BAF-0600-D113-D560-1AED14D7573C}"/>
                </a:ext>
              </a:extLst>
            </p:cNvPr>
            <p:cNvSpPr/>
            <p:nvPr/>
          </p:nvSpPr>
          <p:spPr>
            <a:xfrm>
              <a:off x="3071311" y="430755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8623;p52">
              <a:extLst>
                <a:ext uri="{FF2B5EF4-FFF2-40B4-BE49-F238E27FC236}">
                  <a16:creationId xmlns:a16="http://schemas.microsoft.com/office/drawing/2014/main" id="{DE0ECA76-A34C-5A2E-3048-80BC3ED21D01}"/>
                </a:ext>
              </a:extLst>
            </p:cNvPr>
            <p:cNvSpPr/>
            <p:nvPr/>
          </p:nvSpPr>
          <p:spPr>
            <a:xfrm>
              <a:off x="3071856" y="4308097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7" y="3447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7" name="Google Shape;8624;p52">
              <a:extLst>
                <a:ext uri="{FF2B5EF4-FFF2-40B4-BE49-F238E27FC236}">
                  <a16:creationId xmlns:a16="http://schemas.microsoft.com/office/drawing/2014/main" id="{493C32D7-19D5-6BD0-0435-3BA76605A31A}"/>
                </a:ext>
              </a:extLst>
            </p:cNvPr>
            <p:cNvSpPr/>
            <p:nvPr/>
          </p:nvSpPr>
          <p:spPr>
            <a:xfrm>
              <a:off x="3071311" y="4253803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8" name="Google Shape;8625;p52">
              <a:extLst>
                <a:ext uri="{FF2B5EF4-FFF2-40B4-BE49-F238E27FC236}">
                  <a16:creationId xmlns:a16="http://schemas.microsoft.com/office/drawing/2014/main" id="{09A091F8-89F1-770F-2FC1-F4B57FB31BE2}"/>
                </a:ext>
              </a:extLst>
            </p:cNvPr>
            <p:cNvSpPr/>
            <p:nvPr/>
          </p:nvSpPr>
          <p:spPr>
            <a:xfrm>
              <a:off x="3071856" y="4254332"/>
              <a:ext cx="53687" cy="53780"/>
            </a:xfrm>
            <a:custGeom>
              <a:avLst/>
              <a:gdLst/>
              <a:ahLst/>
              <a:cxnLst/>
              <a:rect l="l" t="t" r="r" b="b"/>
              <a:pathLst>
                <a:path w="3447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7" y="3452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9" name="Google Shape;8626;p52">
              <a:extLst>
                <a:ext uri="{FF2B5EF4-FFF2-40B4-BE49-F238E27FC236}">
                  <a16:creationId xmlns:a16="http://schemas.microsoft.com/office/drawing/2014/main" id="{3CF16807-AB6C-D367-2234-978E78A0A435}"/>
                </a:ext>
              </a:extLst>
            </p:cNvPr>
            <p:cNvSpPr/>
            <p:nvPr/>
          </p:nvSpPr>
          <p:spPr>
            <a:xfrm>
              <a:off x="3071311" y="4146398"/>
              <a:ext cx="54793" cy="54762"/>
            </a:xfrm>
            <a:custGeom>
              <a:avLst/>
              <a:gdLst/>
              <a:ahLst/>
              <a:cxnLst/>
              <a:rect l="l" t="t" r="r" b="b"/>
              <a:pathLst>
                <a:path w="3518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8" y="3515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0" name="Google Shape;8627;p52">
              <a:extLst>
                <a:ext uri="{FF2B5EF4-FFF2-40B4-BE49-F238E27FC236}">
                  <a16:creationId xmlns:a16="http://schemas.microsoft.com/office/drawing/2014/main" id="{19687ACA-7153-CADA-635C-67ADA3C4604F}"/>
                </a:ext>
              </a:extLst>
            </p:cNvPr>
            <p:cNvSpPr/>
            <p:nvPr/>
          </p:nvSpPr>
          <p:spPr>
            <a:xfrm>
              <a:off x="3017561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1" name="Google Shape;8628;p52">
              <a:extLst>
                <a:ext uri="{FF2B5EF4-FFF2-40B4-BE49-F238E27FC236}">
                  <a16:creationId xmlns:a16="http://schemas.microsoft.com/office/drawing/2014/main" id="{2EDF74F1-7E5A-D693-EBF2-C4EBDE3FE27A}"/>
                </a:ext>
              </a:extLst>
            </p:cNvPr>
            <p:cNvSpPr/>
            <p:nvPr/>
          </p:nvSpPr>
          <p:spPr>
            <a:xfrm>
              <a:off x="301812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2" name="Google Shape;8629;p52">
              <a:extLst>
                <a:ext uri="{FF2B5EF4-FFF2-40B4-BE49-F238E27FC236}">
                  <a16:creationId xmlns:a16="http://schemas.microsoft.com/office/drawing/2014/main" id="{10BE61AE-33DC-10B6-30E1-EBA1BACE6719}"/>
                </a:ext>
              </a:extLst>
            </p:cNvPr>
            <p:cNvSpPr/>
            <p:nvPr/>
          </p:nvSpPr>
          <p:spPr>
            <a:xfrm>
              <a:off x="3017561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3" name="Google Shape;8630;p52">
              <a:extLst>
                <a:ext uri="{FF2B5EF4-FFF2-40B4-BE49-F238E27FC236}">
                  <a16:creationId xmlns:a16="http://schemas.microsoft.com/office/drawing/2014/main" id="{01D0D551-8861-5A1D-0E88-1ECB5D6968A1}"/>
                </a:ext>
              </a:extLst>
            </p:cNvPr>
            <p:cNvSpPr/>
            <p:nvPr/>
          </p:nvSpPr>
          <p:spPr>
            <a:xfrm>
              <a:off x="301812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4" name="Google Shape;8631;p52">
              <a:extLst>
                <a:ext uri="{FF2B5EF4-FFF2-40B4-BE49-F238E27FC236}">
                  <a16:creationId xmlns:a16="http://schemas.microsoft.com/office/drawing/2014/main" id="{D00BA337-DCA0-80C3-0836-8F6F238704B2}"/>
                </a:ext>
              </a:extLst>
            </p:cNvPr>
            <p:cNvSpPr/>
            <p:nvPr/>
          </p:nvSpPr>
          <p:spPr>
            <a:xfrm>
              <a:off x="3017561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5" name="Google Shape;8632;p52">
              <a:extLst>
                <a:ext uri="{FF2B5EF4-FFF2-40B4-BE49-F238E27FC236}">
                  <a16:creationId xmlns:a16="http://schemas.microsoft.com/office/drawing/2014/main" id="{EFF4EAA7-9493-BE67-16BE-8F4C95743D84}"/>
                </a:ext>
              </a:extLst>
            </p:cNvPr>
            <p:cNvSpPr/>
            <p:nvPr/>
          </p:nvSpPr>
          <p:spPr>
            <a:xfrm>
              <a:off x="301812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6" name="Google Shape;8633;p52">
              <a:extLst>
                <a:ext uri="{FF2B5EF4-FFF2-40B4-BE49-F238E27FC236}">
                  <a16:creationId xmlns:a16="http://schemas.microsoft.com/office/drawing/2014/main" id="{76259A3B-296D-7D28-2754-837A7E64FC89}"/>
                </a:ext>
              </a:extLst>
            </p:cNvPr>
            <p:cNvSpPr/>
            <p:nvPr/>
          </p:nvSpPr>
          <p:spPr>
            <a:xfrm>
              <a:off x="3017561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7" name="Google Shape;8634;p52">
              <a:extLst>
                <a:ext uri="{FF2B5EF4-FFF2-40B4-BE49-F238E27FC236}">
                  <a16:creationId xmlns:a16="http://schemas.microsoft.com/office/drawing/2014/main" id="{B7493890-41C6-3B0D-1F63-E06A4B2A74AC}"/>
                </a:ext>
              </a:extLst>
            </p:cNvPr>
            <p:cNvSpPr/>
            <p:nvPr/>
          </p:nvSpPr>
          <p:spPr>
            <a:xfrm>
              <a:off x="301812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8" name="Google Shape;8635;p52">
              <a:extLst>
                <a:ext uri="{FF2B5EF4-FFF2-40B4-BE49-F238E27FC236}">
                  <a16:creationId xmlns:a16="http://schemas.microsoft.com/office/drawing/2014/main" id="{9367E266-EC2C-8C61-A7B3-8CFF0388DEC7}"/>
                </a:ext>
              </a:extLst>
            </p:cNvPr>
            <p:cNvSpPr/>
            <p:nvPr/>
          </p:nvSpPr>
          <p:spPr>
            <a:xfrm>
              <a:off x="2963828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9" name="Google Shape;8636;p52">
              <a:extLst>
                <a:ext uri="{FF2B5EF4-FFF2-40B4-BE49-F238E27FC236}">
                  <a16:creationId xmlns:a16="http://schemas.microsoft.com/office/drawing/2014/main" id="{27BFB37D-13F2-D82C-00DD-D2B7007C3018}"/>
                </a:ext>
              </a:extLst>
            </p:cNvPr>
            <p:cNvSpPr/>
            <p:nvPr/>
          </p:nvSpPr>
          <p:spPr>
            <a:xfrm>
              <a:off x="2964373" y="446926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0" name="Google Shape;8637;p52">
              <a:extLst>
                <a:ext uri="{FF2B5EF4-FFF2-40B4-BE49-F238E27FC236}">
                  <a16:creationId xmlns:a16="http://schemas.microsoft.com/office/drawing/2014/main" id="{97142C32-794D-134D-BB52-5E2ECF8A276E}"/>
                </a:ext>
              </a:extLst>
            </p:cNvPr>
            <p:cNvSpPr/>
            <p:nvPr/>
          </p:nvSpPr>
          <p:spPr>
            <a:xfrm>
              <a:off x="2963828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1" name="Google Shape;8638;p52">
              <a:extLst>
                <a:ext uri="{FF2B5EF4-FFF2-40B4-BE49-F238E27FC236}">
                  <a16:creationId xmlns:a16="http://schemas.microsoft.com/office/drawing/2014/main" id="{A2C585E2-0636-3B28-6FD9-83A150A59E45}"/>
                </a:ext>
              </a:extLst>
            </p:cNvPr>
            <p:cNvSpPr/>
            <p:nvPr/>
          </p:nvSpPr>
          <p:spPr>
            <a:xfrm>
              <a:off x="296437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2" name="Google Shape;8639;p52">
              <a:extLst>
                <a:ext uri="{FF2B5EF4-FFF2-40B4-BE49-F238E27FC236}">
                  <a16:creationId xmlns:a16="http://schemas.microsoft.com/office/drawing/2014/main" id="{35C71021-14FD-3936-EEB7-1869A25F3881}"/>
                </a:ext>
              </a:extLst>
            </p:cNvPr>
            <p:cNvSpPr/>
            <p:nvPr/>
          </p:nvSpPr>
          <p:spPr>
            <a:xfrm>
              <a:off x="2963828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3" name="Google Shape;8640;p52">
              <a:extLst>
                <a:ext uri="{FF2B5EF4-FFF2-40B4-BE49-F238E27FC236}">
                  <a16:creationId xmlns:a16="http://schemas.microsoft.com/office/drawing/2014/main" id="{D3D6B439-BCE9-EFCA-033F-8C24DA41F800}"/>
                </a:ext>
              </a:extLst>
            </p:cNvPr>
            <p:cNvSpPr/>
            <p:nvPr/>
          </p:nvSpPr>
          <p:spPr>
            <a:xfrm>
              <a:off x="296437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4" name="Google Shape;8641;p52">
              <a:extLst>
                <a:ext uri="{FF2B5EF4-FFF2-40B4-BE49-F238E27FC236}">
                  <a16:creationId xmlns:a16="http://schemas.microsoft.com/office/drawing/2014/main" id="{2636D613-89F0-9858-2027-97E9F0B93C33}"/>
                </a:ext>
              </a:extLst>
            </p:cNvPr>
            <p:cNvSpPr/>
            <p:nvPr/>
          </p:nvSpPr>
          <p:spPr>
            <a:xfrm>
              <a:off x="2963828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5" name="Google Shape;8642;p52">
              <a:extLst>
                <a:ext uri="{FF2B5EF4-FFF2-40B4-BE49-F238E27FC236}">
                  <a16:creationId xmlns:a16="http://schemas.microsoft.com/office/drawing/2014/main" id="{F9D410BF-E88C-205E-22BC-585B2F8FB78B}"/>
                </a:ext>
              </a:extLst>
            </p:cNvPr>
            <p:cNvSpPr/>
            <p:nvPr/>
          </p:nvSpPr>
          <p:spPr>
            <a:xfrm>
              <a:off x="296437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6" name="Google Shape;8643;p52">
              <a:extLst>
                <a:ext uri="{FF2B5EF4-FFF2-40B4-BE49-F238E27FC236}">
                  <a16:creationId xmlns:a16="http://schemas.microsoft.com/office/drawing/2014/main" id="{60E230D1-BBB2-C060-6DE2-F986C40708F4}"/>
                </a:ext>
              </a:extLst>
            </p:cNvPr>
            <p:cNvSpPr/>
            <p:nvPr/>
          </p:nvSpPr>
          <p:spPr>
            <a:xfrm>
              <a:off x="2910141" y="446872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7" name="Google Shape;8644;p52">
              <a:extLst>
                <a:ext uri="{FF2B5EF4-FFF2-40B4-BE49-F238E27FC236}">
                  <a16:creationId xmlns:a16="http://schemas.microsoft.com/office/drawing/2014/main" id="{0B21B156-E27E-A66A-7FA7-C9586729C4C6}"/>
                </a:ext>
              </a:extLst>
            </p:cNvPr>
            <p:cNvSpPr/>
            <p:nvPr/>
          </p:nvSpPr>
          <p:spPr>
            <a:xfrm>
              <a:off x="2910141" y="4361239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8" y="3520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8" name="Google Shape;8645;p52">
              <a:extLst>
                <a:ext uri="{FF2B5EF4-FFF2-40B4-BE49-F238E27FC236}">
                  <a16:creationId xmlns:a16="http://schemas.microsoft.com/office/drawing/2014/main" id="{8D74FE4E-BFE1-4F3C-36C4-1C3CB959CE58}"/>
                </a:ext>
              </a:extLst>
            </p:cNvPr>
            <p:cNvSpPr/>
            <p:nvPr/>
          </p:nvSpPr>
          <p:spPr>
            <a:xfrm>
              <a:off x="2910670" y="436176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9" name="Google Shape;8646;p52">
              <a:extLst>
                <a:ext uri="{FF2B5EF4-FFF2-40B4-BE49-F238E27FC236}">
                  <a16:creationId xmlns:a16="http://schemas.microsoft.com/office/drawing/2014/main" id="{7E670DE3-29DF-BC54-9471-2E92F54EA450}"/>
                </a:ext>
              </a:extLst>
            </p:cNvPr>
            <p:cNvSpPr/>
            <p:nvPr/>
          </p:nvSpPr>
          <p:spPr>
            <a:xfrm>
              <a:off x="2910141" y="430755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0" name="Google Shape;8647;p52">
              <a:extLst>
                <a:ext uri="{FF2B5EF4-FFF2-40B4-BE49-F238E27FC236}">
                  <a16:creationId xmlns:a16="http://schemas.microsoft.com/office/drawing/2014/main" id="{D82732E7-38D3-B7FD-E616-6D55F00F32D1}"/>
                </a:ext>
              </a:extLst>
            </p:cNvPr>
            <p:cNvSpPr/>
            <p:nvPr/>
          </p:nvSpPr>
          <p:spPr>
            <a:xfrm>
              <a:off x="2910670" y="430809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8648;p52">
              <a:extLst>
                <a:ext uri="{FF2B5EF4-FFF2-40B4-BE49-F238E27FC236}">
                  <a16:creationId xmlns:a16="http://schemas.microsoft.com/office/drawing/2014/main" id="{792BE6C4-BA16-87EE-7947-A7F34577F304}"/>
                </a:ext>
              </a:extLst>
            </p:cNvPr>
            <p:cNvSpPr/>
            <p:nvPr/>
          </p:nvSpPr>
          <p:spPr>
            <a:xfrm>
              <a:off x="2910141" y="4253803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2" name="Google Shape;8649;p52">
              <a:extLst>
                <a:ext uri="{FF2B5EF4-FFF2-40B4-BE49-F238E27FC236}">
                  <a16:creationId xmlns:a16="http://schemas.microsoft.com/office/drawing/2014/main" id="{D154D531-929D-3950-711C-B7109F9B69BD}"/>
                </a:ext>
              </a:extLst>
            </p:cNvPr>
            <p:cNvSpPr/>
            <p:nvPr/>
          </p:nvSpPr>
          <p:spPr>
            <a:xfrm>
              <a:off x="2910670" y="4254332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8650;p52">
              <a:extLst>
                <a:ext uri="{FF2B5EF4-FFF2-40B4-BE49-F238E27FC236}">
                  <a16:creationId xmlns:a16="http://schemas.microsoft.com/office/drawing/2014/main" id="{B6BB85AE-AC88-4A26-3F4B-FC8A8F5CAB97}"/>
                </a:ext>
              </a:extLst>
            </p:cNvPr>
            <p:cNvSpPr/>
            <p:nvPr/>
          </p:nvSpPr>
          <p:spPr>
            <a:xfrm>
              <a:off x="2856407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0" y="3520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8651;p52">
              <a:extLst>
                <a:ext uri="{FF2B5EF4-FFF2-40B4-BE49-F238E27FC236}">
                  <a16:creationId xmlns:a16="http://schemas.microsoft.com/office/drawing/2014/main" id="{EACBCDA7-119B-88BF-EDB0-605ABF05C784}"/>
                </a:ext>
              </a:extLst>
            </p:cNvPr>
            <p:cNvSpPr/>
            <p:nvPr/>
          </p:nvSpPr>
          <p:spPr>
            <a:xfrm>
              <a:off x="2856407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8652;p52">
              <a:extLst>
                <a:ext uri="{FF2B5EF4-FFF2-40B4-BE49-F238E27FC236}">
                  <a16:creationId xmlns:a16="http://schemas.microsoft.com/office/drawing/2014/main" id="{F0675DC9-FAA2-4E82-22D7-ADC965326D33}"/>
                </a:ext>
              </a:extLst>
            </p:cNvPr>
            <p:cNvSpPr/>
            <p:nvPr/>
          </p:nvSpPr>
          <p:spPr>
            <a:xfrm>
              <a:off x="2856407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6" name="Google Shape;8653;p52">
              <a:extLst>
                <a:ext uri="{FF2B5EF4-FFF2-40B4-BE49-F238E27FC236}">
                  <a16:creationId xmlns:a16="http://schemas.microsoft.com/office/drawing/2014/main" id="{E6E0B88E-3AB7-C462-3649-47F17E80DC7A}"/>
                </a:ext>
              </a:extLst>
            </p:cNvPr>
            <p:cNvGrpSpPr/>
            <p:nvPr/>
          </p:nvGrpSpPr>
          <p:grpSpPr>
            <a:xfrm>
              <a:off x="2856407" y="3717135"/>
              <a:ext cx="699536" cy="860114"/>
              <a:chOff x="2856407" y="3717135"/>
              <a:chExt cx="699536" cy="860114"/>
            </a:xfrm>
          </p:grpSpPr>
          <p:sp>
            <p:nvSpPr>
              <p:cNvPr id="5777" name="Google Shape;8654;p52">
                <a:extLst>
                  <a:ext uri="{FF2B5EF4-FFF2-40B4-BE49-F238E27FC236}">
                    <a16:creationId xmlns:a16="http://schemas.microsoft.com/office/drawing/2014/main" id="{524D2BA4-56BD-5C81-2FF8-C3C76529A5F7}"/>
                  </a:ext>
                </a:extLst>
              </p:cNvPr>
              <p:cNvSpPr/>
              <p:nvPr/>
            </p:nvSpPr>
            <p:spPr>
              <a:xfrm>
                <a:off x="3501087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8" name="Google Shape;8655;p52">
                <a:extLst>
                  <a:ext uri="{FF2B5EF4-FFF2-40B4-BE49-F238E27FC236}">
                    <a16:creationId xmlns:a16="http://schemas.microsoft.com/office/drawing/2014/main" id="{54DA8AE7-5E00-4AD2-AF8D-231A560D7D2B}"/>
                  </a:ext>
                </a:extLst>
              </p:cNvPr>
              <p:cNvSpPr/>
              <p:nvPr/>
            </p:nvSpPr>
            <p:spPr>
              <a:xfrm>
                <a:off x="350163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9" name="Google Shape;8656;p52">
                <a:extLst>
                  <a:ext uri="{FF2B5EF4-FFF2-40B4-BE49-F238E27FC236}">
                    <a16:creationId xmlns:a16="http://schemas.microsoft.com/office/drawing/2014/main" id="{976CE37F-E3EA-33CC-B38E-10C3B87A74F8}"/>
                  </a:ext>
                </a:extLst>
              </p:cNvPr>
              <p:cNvSpPr/>
              <p:nvPr/>
            </p:nvSpPr>
            <p:spPr>
              <a:xfrm>
                <a:off x="3501632" y="436176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0" name="Google Shape;8657;p52">
                <a:extLst>
                  <a:ext uri="{FF2B5EF4-FFF2-40B4-BE49-F238E27FC236}">
                    <a16:creationId xmlns:a16="http://schemas.microsoft.com/office/drawing/2014/main" id="{AE0CECA9-7C16-1F1A-F1FC-099072071BD5}"/>
                  </a:ext>
                </a:extLst>
              </p:cNvPr>
              <p:cNvSpPr/>
              <p:nvPr/>
            </p:nvSpPr>
            <p:spPr>
              <a:xfrm>
                <a:off x="3501632" y="4308097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0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1" name="Google Shape;8658;p52">
                <a:extLst>
                  <a:ext uri="{FF2B5EF4-FFF2-40B4-BE49-F238E27FC236}">
                    <a16:creationId xmlns:a16="http://schemas.microsoft.com/office/drawing/2014/main" id="{29B584A7-427B-C997-4AD8-3071C79AB6C6}"/>
                  </a:ext>
                </a:extLst>
              </p:cNvPr>
              <p:cNvSpPr/>
              <p:nvPr/>
            </p:nvSpPr>
            <p:spPr>
              <a:xfrm>
                <a:off x="3501632" y="4254332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2" name="Google Shape;8659;p52">
                <a:extLst>
                  <a:ext uri="{FF2B5EF4-FFF2-40B4-BE49-F238E27FC236}">
                    <a16:creationId xmlns:a16="http://schemas.microsoft.com/office/drawing/2014/main" id="{F2EB07E2-0901-97DB-2545-93393EB385FD}"/>
                  </a:ext>
                </a:extLst>
              </p:cNvPr>
              <p:cNvSpPr/>
              <p:nvPr/>
            </p:nvSpPr>
            <p:spPr>
              <a:xfrm>
                <a:off x="3447883" y="4469267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51" y="3446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3" name="Google Shape;8660;p52">
                <a:extLst>
                  <a:ext uri="{FF2B5EF4-FFF2-40B4-BE49-F238E27FC236}">
                    <a16:creationId xmlns:a16="http://schemas.microsoft.com/office/drawing/2014/main" id="{7BD94A8E-5621-D7CD-7FC5-BB45E286E8C1}"/>
                  </a:ext>
                </a:extLst>
              </p:cNvPr>
              <p:cNvSpPr/>
              <p:nvPr/>
            </p:nvSpPr>
            <p:spPr>
              <a:xfrm>
                <a:off x="344733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4" name="Google Shape;8661;p52">
                <a:extLst>
                  <a:ext uri="{FF2B5EF4-FFF2-40B4-BE49-F238E27FC236}">
                    <a16:creationId xmlns:a16="http://schemas.microsoft.com/office/drawing/2014/main" id="{699B5036-545C-29B5-E291-578FEAF86C97}"/>
                  </a:ext>
                </a:extLst>
              </p:cNvPr>
              <p:cNvSpPr/>
              <p:nvPr/>
            </p:nvSpPr>
            <p:spPr>
              <a:xfrm>
                <a:off x="344788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5" name="Google Shape;8662;p52">
                <a:extLst>
                  <a:ext uri="{FF2B5EF4-FFF2-40B4-BE49-F238E27FC236}">
                    <a16:creationId xmlns:a16="http://schemas.microsoft.com/office/drawing/2014/main" id="{9DBBE349-4ABF-907D-8248-1291C96A4438}"/>
                  </a:ext>
                </a:extLst>
              </p:cNvPr>
              <p:cNvSpPr/>
              <p:nvPr/>
            </p:nvSpPr>
            <p:spPr>
              <a:xfrm>
                <a:off x="344733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6" name="Google Shape;8663;p52">
                <a:extLst>
                  <a:ext uri="{FF2B5EF4-FFF2-40B4-BE49-F238E27FC236}">
                    <a16:creationId xmlns:a16="http://schemas.microsoft.com/office/drawing/2014/main" id="{AC7D36EB-6A08-1F98-0B89-B9A1263A4C2B}"/>
                  </a:ext>
                </a:extLst>
              </p:cNvPr>
              <p:cNvSpPr/>
              <p:nvPr/>
            </p:nvSpPr>
            <p:spPr>
              <a:xfrm>
                <a:off x="344788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7" name="Google Shape;8664;p52">
                <a:extLst>
                  <a:ext uri="{FF2B5EF4-FFF2-40B4-BE49-F238E27FC236}">
                    <a16:creationId xmlns:a16="http://schemas.microsoft.com/office/drawing/2014/main" id="{543A40EE-AC8E-D655-6C72-8ED41181737C}"/>
                  </a:ext>
                </a:extLst>
              </p:cNvPr>
              <p:cNvSpPr/>
              <p:nvPr/>
            </p:nvSpPr>
            <p:spPr>
              <a:xfrm>
                <a:off x="3393666" y="4522425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6" y="3519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8" name="Google Shape;8665;p52">
                <a:extLst>
                  <a:ext uri="{FF2B5EF4-FFF2-40B4-BE49-F238E27FC236}">
                    <a16:creationId xmlns:a16="http://schemas.microsoft.com/office/drawing/2014/main" id="{1A1B7E9E-16BD-F831-27EB-2B896661BFBC}"/>
                  </a:ext>
                </a:extLst>
              </p:cNvPr>
              <p:cNvSpPr/>
              <p:nvPr/>
            </p:nvSpPr>
            <p:spPr>
              <a:xfrm>
                <a:off x="3394196" y="4522939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9" name="Google Shape;8666;p52">
                <a:extLst>
                  <a:ext uri="{FF2B5EF4-FFF2-40B4-BE49-F238E27FC236}">
                    <a16:creationId xmlns:a16="http://schemas.microsoft.com/office/drawing/2014/main" id="{13AC19DD-C6B7-8E18-17B7-BB6B037ACE78}"/>
                  </a:ext>
                </a:extLst>
              </p:cNvPr>
              <p:cNvSpPr/>
              <p:nvPr/>
            </p:nvSpPr>
            <p:spPr>
              <a:xfrm>
                <a:off x="3393666" y="441497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0" name="Google Shape;8667;p52">
                <a:extLst>
                  <a:ext uri="{FF2B5EF4-FFF2-40B4-BE49-F238E27FC236}">
                    <a16:creationId xmlns:a16="http://schemas.microsoft.com/office/drawing/2014/main" id="{45501CBC-A8D8-61CA-3254-62948AC8D0A7}"/>
                  </a:ext>
                </a:extLst>
              </p:cNvPr>
              <p:cNvSpPr/>
              <p:nvPr/>
            </p:nvSpPr>
            <p:spPr>
              <a:xfrm>
                <a:off x="3394196" y="4415503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1" name="Google Shape;8668;p52">
                <a:extLst>
                  <a:ext uri="{FF2B5EF4-FFF2-40B4-BE49-F238E27FC236}">
                    <a16:creationId xmlns:a16="http://schemas.microsoft.com/office/drawing/2014/main" id="{948DFBBD-00D4-07C0-5A66-6D39BE784079}"/>
                  </a:ext>
                </a:extLst>
              </p:cNvPr>
              <p:cNvSpPr/>
              <p:nvPr/>
            </p:nvSpPr>
            <p:spPr>
              <a:xfrm>
                <a:off x="3393666" y="4200069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2" name="Google Shape;8669;p52">
                <a:extLst>
                  <a:ext uri="{FF2B5EF4-FFF2-40B4-BE49-F238E27FC236}">
                    <a16:creationId xmlns:a16="http://schemas.microsoft.com/office/drawing/2014/main" id="{0622EB7C-B5F3-23D0-77FB-6A0EADBCD022}"/>
                  </a:ext>
                </a:extLst>
              </p:cNvPr>
              <p:cNvSpPr/>
              <p:nvPr/>
            </p:nvSpPr>
            <p:spPr>
              <a:xfrm>
                <a:off x="3394196" y="4200599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3" name="Google Shape;8670;p52">
                <a:extLst>
                  <a:ext uri="{FF2B5EF4-FFF2-40B4-BE49-F238E27FC236}">
                    <a16:creationId xmlns:a16="http://schemas.microsoft.com/office/drawing/2014/main" id="{EC9594D7-2AAF-2934-443E-5A89C01EAAED}"/>
                  </a:ext>
                </a:extLst>
              </p:cNvPr>
              <p:cNvSpPr/>
              <p:nvPr/>
            </p:nvSpPr>
            <p:spPr>
              <a:xfrm>
                <a:off x="3339917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4" name="Google Shape;8671;p52">
                <a:extLst>
                  <a:ext uri="{FF2B5EF4-FFF2-40B4-BE49-F238E27FC236}">
                    <a16:creationId xmlns:a16="http://schemas.microsoft.com/office/drawing/2014/main" id="{A4FE2F58-7EA3-ADCC-599C-CB26AF16A858}"/>
                  </a:ext>
                </a:extLst>
              </p:cNvPr>
              <p:cNvSpPr/>
              <p:nvPr/>
            </p:nvSpPr>
            <p:spPr>
              <a:xfrm>
                <a:off x="334046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5" name="Google Shape;8672;p52">
                <a:extLst>
                  <a:ext uri="{FF2B5EF4-FFF2-40B4-BE49-F238E27FC236}">
                    <a16:creationId xmlns:a16="http://schemas.microsoft.com/office/drawing/2014/main" id="{556809FE-B7A9-C3C0-1E9F-D693FEE3A701}"/>
                  </a:ext>
                </a:extLst>
              </p:cNvPr>
              <p:cNvSpPr/>
              <p:nvPr/>
            </p:nvSpPr>
            <p:spPr>
              <a:xfrm>
                <a:off x="3339917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6" name="Google Shape;8673;p52">
                <a:extLst>
                  <a:ext uri="{FF2B5EF4-FFF2-40B4-BE49-F238E27FC236}">
                    <a16:creationId xmlns:a16="http://schemas.microsoft.com/office/drawing/2014/main" id="{ECDCDCF1-9B27-B640-B131-255651B53EEC}"/>
                  </a:ext>
                </a:extLst>
              </p:cNvPr>
              <p:cNvSpPr/>
              <p:nvPr/>
            </p:nvSpPr>
            <p:spPr>
              <a:xfrm>
                <a:off x="334046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7" name="Google Shape;8674;p52">
                <a:extLst>
                  <a:ext uri="{FF2B5EF4-FFF2-40B4-BE49-F238E27FC236}">
                    <a16:creationId xmlns:a16="http://schemas.microsoft.com/office/drawing/2014/main" id="{62959BF0-B215-DA64-98F3-71FF44528AAC}"/>
                  </a:ext>
                </a:extLst>
              </p:cNvPr>
              <p:cNvSpPr/>
              <p:nvPr/>
            </p:nvSpPr>
            <p:spPr>
              <a:xfrm>
                <a:off x="3339917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8" name="Google Shape;8675;p52">
                <a:extLst>
                  <a:ext uri="{FF2B5EF4-FFF2-40B4-BE49-F238E27FC236}">
                    <a16:creationId xmlns:a16="http://schemas.microsoft.com/office/drawing/2014/main" id="{22F409D4-A21D-E579-CB18-1E7AE456BA41}"/>
                  </a:ext>
                </a:extLst>
              </p:cNvPr>
              <p:cNvSpPr/>
              <p:nvPr/>
            </p:nvSpPr>
            <p:spPr>
              <a:xfrm>
                <a:off x="334046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9" name="Google Shape;8676;p52">
                <a:extLst>
                  <a:ext uri="{FF2B5EF4-FFF2-40B4-BE49-F238E27FC236}">
                    <a16:creationId xmlns:a16="http://schemas.microsoft.com/office/drawing/2014/main" id="{4B8E985B-B6B6-2F4E-91C2-44EF8FA23428}"/>
                  </a:ext>
                </a:extLst>
              </p:cNvPr>
              <p:cNvSpPr/>
              <p:nvPr/>
            </p:nvSpPr>
            <p:spPr>
              <a:xfrm>
                <a:off x="3286168" y="4522425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0" name="Google Shape;8677;p52">
                <a:extLst>
                  <a:ext uri="{FF2B5EF4-FFF2-40B4-BE49-F238E27FC236}">
                    <a16:creationId xmlns:a16="http://schemas.microsoft.com/office/drawing/2014/main" id="{465A2324-7339-D348-39FD-8DC7AE1050C9}"/>
                  </a:ext>
                </a:extLst>
              </p:cNvPr>
              <p:cNvSpPr/>
              <p:nvPr/>
            </p:nvSpPr>
            <p:spPr>
              <a:xfrm>
                <a:off x="3286697" y="4522939"/>
                <a:ext cx="53780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1" name="Google Shape;8678;p52">
                <a:extLst>
                  <a:ext uri="{FF2B5EF4-FFF2-40B4-BE49-F238E27FC236}">
                    <a16:creationId xmlns:a16="http://schemas.microsoft.com/office/drawing/2014/main" id="{09A3C903-D235-5592-3AF3-83815358A67E}"/>
                  </a:ext>
                </a:extLst>
              </p:cNvPr>
              <p:cNvSpPr/>
              <p:nvPr/>
            </p:nvSpPr>
            <p:spPr>
              <a:xfrm>
                <a:off x="328616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2" name="Google Shape;8679;p52">
                <a:extLst>
                  <a:ext uri="{FF2B5EF4-FFF2-40B4-BE49-F238E27FC236}">
                    <a16:creationId xmlns:a16="http://schemas.microsoft.com/office/drawing/2014/main" id="{74A105B6-BA12-F322-AB42-AAD3F4ABC10F}"/>
                  </a:ext>
                </a:extLst>
              </p:cNvPr>
              <p:cNvSpPr/>
              <p:nvPr/>
            </p:nvSpPr>
            <p:spPr>
              <a:xfrm>
                <a:off x="3286697" y="4415503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3" name="Google Shape;8680;p52">
                <a:extLst>
                  <a:ext uri="{FF2B5EF4-FFF2-40B4-BE49-F238E27FC236}">
                    <a16:creationId xmlns:a16="http://schemas.microsoft.com/office/drawing/2014/main" id="{6C66C147-16B3-5BB8-3CF8-CA302C6B8489}"/>
                  </a:ext>
                </a:extLst>
              </p:cNvPr>
              <p:cNvSpPr/>
              <p:nvPr/>
            </p:nvSpPr>
            <p:spPr>
              <a:xfrm>
                <a:off x="328616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4" name="Google Shape;8681;p52">
                <a:extLst>
                  <a:ext uri="{FF2B5EF4-FFF2-40B4-BE49-F238E27FC236}">
                    <a16:creationId xmlns:a16="http://schemas.microsoft.com/office/drawing/2014/main" id="{B6B2A1E9-D420-B8DE-CB75-11D701237CD4}"/>
                  </a:ext>
                </a:extLst>
              </p:cNvPr>
              <p:cNvSpPr/>
              <p:nvPr/>
            </p:nvSpPr>
            <p:spPr>
              <a:xfrm>
                <a:off x="3286697" y="4200599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5" name="Google Shape;8682;p52">
                <a:extLst>
                  <a:ext uri="{FF2B5EF4-FFF2-40B4-BE49-F238E27FC236}">
                    <a16:creationId xmlns:a16="http://schemas.microsoft.com/office/drawing/2014/main" id="{C0E02F4E-F7EB-62B7-7B0B-6718DC640144}"/>
                  </a:ext>
                </a:extLst>
              </p:cNvPr>
              <p:cNvSpPr/>
              <p:nvPr/>
            </p:nvSpPr>
            <p:spPr>
              <a:xfrm>
                <a:off x="3286697" y="4146927"/>
                <a:ext cx="53780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52" y="3447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6" name="Google Shape;8683;p52">
                <a:extLst>
                  <a:ext uri="{FF2B5EF4-FFF2-40B4-BE49-F238E27FC236}">
                    <a16:creationId xmlns:a16="http://schemas.microsoft.com/office/drawing/2014/main" id="{2D8BFFF2-3587-014A-73F7-26318127CF48}"/>
                  </a:ext>
                </a:extLst>
              </p:cNvPr>
              <p:cNvSpPr/>
              <p:nvPr/>
            </p:nvSpPr>
            <p:spPr>
              <a:xfrm>
                <a:off x="3286168" y="3824042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7" name="Google Shape;8684;p52">
                <a:extLst>
                  <a:ext uri="{FF2B5EF4-FFF2-40B4-BE49-F238E27FC236}">
                    <a16:creationId xmlns:a16="http://schemas.microsoft.com/office/drawing/2014/main" id="{B4FD20C9-65A6-F392-909A-4BBDC3109298}"/>
                  </a:ext>
                </a:extLst>
              </p:cNvPr>
              <p:cNvSpPr/>
              <p:nvPr/>
            </p:nvSpPr>
            <p:spPr>
              <a:xfrm>
                <a:off x="3286697" y="3824571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8" name="Google Shape;8685;p52">
                <a:extLst>
                  <a:ext uri="{FF2B5EF4-FFF2-40B4-BE49-F238E27FC236}">
                    <a16:creationId xmlns:a16="http://schemas.microsoft.com/office/drawing/2014/main" id="{DAF67738-88E4-CAEE-15AF-BE371C549DE2}"/>
                  </a:ext>
                </a:extLst>
              </p:cNvPr>
              <p:cNvSpPr/>
              <p:nvPr/>
            </p:nvSpPr>
            <p:spPr>
              <a:xfrm>
                <a:off x="3286168" y="3770277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9" name="Google Shape;8686;p52">
                <a:extLst>
                  <a:ext uri="{FF2B5EF4-FFF2-40B4-BE49-F238E27FC236}">
                    <a16:creationId xmlns:a16="http://schemas.microsoft.com/office/drawing/2014/main" id="{D6BA93DE-28D0-6FDD-6769-E6E919F1FC73}"/>
                  </a:ext>
                </a:extLst>
              </p:cNvPr>
              <p:cNvSpPr/>
              <p:nvPr/>
            </p:nvSpPr>
            <p:spPr>
              <a:xfrm>
                <a:off x="3286697" y="3770838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0" name="Google Shape;8687;p52">
                <a:extLst>
                  <a:ext uri="{FF2B5EF4-FFF2-40B4-BE49-F238E27FC236}">
                    <a16:creationId xmlns:a16="http://schemas.microsoft.com/office/drawing/2014/main" id="{0AB0AD55-3F3A-BFA0-EBC2-15DD79CF2B4A}"/>
                  </a:ext>
                </a:extLst>
              </p:cNvPr>
              <p:cNvSpPr/>
              <p:nvPr/>
            </p:nvSpPr>
            <p:spPr>
              <a:xfrm>
                <a:off x="3232496" y="4522425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7" y="3519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1" name="Google Shape;8688;p52">
                <a:extLst>
                  <a:ext uri="{FF2B5EF4-FFF2-40B4-BE49-F238E27FC236}">
                    <a16:creationId xmlns:a16="http://schemas.microsoft.com/office/drawing/2014/main" id="{74166D0D-707B-1942-8469-BBA1F01FE76D}"/>
                  </a:ext>
                </a:extLst>
              </p:cNvPr>
              <p:cNvSpPr/>
              <p:nvPr/>
            </p:nvSpPr>
            <p:spPr>
              <a:xfrm>
                <a:off x="3233026" y="4522939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2" name="Google Shape;8689;p52">
                <a:extLst>
                  <a:ext uri="{FF2B5EF4-FFF2-40B4-BE49-F238E27FC236}">
                    <a16:creationId xmlns:a16="http://schemas.microsoft.com/office/drawing/2014/main" id="{242E1B65-9000-4DE1-73A9-D00E690F9B16}"/>
                  </a:ext>
                </a:extLst>
              </p:cNvPr>
              <p:cNvSpPr/>
              <p:nvPr/>
            </p:nvSpPr>
            <p:spPr>
              <a:xfrm>
                <a:off x="3232496" y="441497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3" name="Google Shape;8690;p52">
                <a:extLst>
                  <a:ext uri="{FF2B5EF4-FFF2-40B4-BE49-F238E27FC236}">
                    <a16:creationId xmlns:a16="http://schemas.microsoft.com/office/drawing/2014/main" id="{ED83C8B9-06BB-40AD-CC0B-DA505628E1CC}"/>
                  </a:ext>
                </a:extLst>
              </p:cNvPr>
              <p:cNvSpPr/>
              <p:nvPr/>
            </p:nvSpPr>
            <p:spPr>
              <a:xfrm>
                <a:off x="3233026" y="4415503"/>
                <a:ext cx="53718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4" name="Google Shape;8691;p52">
                <a:extLst>
                  <a:ext uri="{FF2B5EF4-FFF2-40B4-BE49-F238E27FC236}">
                    <a16:creationId xmlns:a16="http://schemas.microsoft.com/office/drawing/2014/main" id="{907A9D7B-5757-BBB6-62A3-B193E13C59E1}"/>
                  </a:ext>
                </a:extLst>
              </p:cNvPr>
              <p:cNvSpPr/>
              <p:nvPr/>
            </p:nvSpPr>
            <p:spPr>
              <a:xfrm>
                <a:off x="3232496" y="4200069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5" name="Google Shape;8692;p52">
                <a:extLst>
                  <a:ext uri="{FF2B5EF4-FFF2-40B4-BE49-F238E27FC236}">
                    <a16:creationId xmlns:a16="http://schemas.microsoft.com/office/drawing/2014/main" id="{ADE3FB96-9B58-6571-91D4-B032E00F4408}"/>
                  </a:ext>
                </a:extLst>
              </p:cNvPr>
              <p:cNvSpPr/>
              <p:nvPr/>
            </p:nvSpPr>
            <p:spPr>
              <a:xfrm>
                <a:off x="3233026" y="4200599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6" name="Google Shape;8693;p52">
                <a:extLst>
                  <a:ext uri="{FF2B5EF4-FFF2-40B4-BE49-F238E27FC236}">
                    <a16:creationId xmlns:a16="http://schemas.microsoft.com/office/drawing/2014/main" id="{69C91099-6C47-F9DA-6BAB-45DA9720FD23}"/>
                  </a:ext>
                </a:extLst>
              </p:cNvPr>
              <p:cNvSpPr/>
              <p:nvPr/>
            </p:nvSpPr>
            <p:spPr>
              <a:xfrm>
                <a:off x="3232496" y="409263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7" name="Google Shape;8694;p52">
                <a:extLst>
                  <a:ext uri="{FF2B5EF4-FFF2-40B4-BE49-F238E27FC236}">
                    <a16:creationId xmlns:a16="http://schemas.microsoft.com/office/drawing/2014/main" id="{D30D63AC-0A5B-8581-34E2-86410E93E0FF}"/>
                  </a:ext>
                </a:extLst>
              </p:cNvPr>
              <p:cNvSpPr/>
              <p:nvPr/>
            </p:nvSpPr>
            <p:spPr>
              <a:xfrm>
                <a:off x="3233026" y="4093178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8" name="Google Shape;8695;p52">
                <a:extLst>
                  <a:ext uri="{FF2B5EF4-FFF2-40B4-BE49-F238E27FC236}">
                    <a16:creationId xmlns:a16="http://schemas.microsoft.com/office/drawing/2014/main" id="{761503B5-B16C-8EC6-ED4A-7CC4D4700136}"/>
                  </a:ext>
                </a:extLst>
              </p:cNvPr>
              <p:cNvSpPr/>
              <p:nvPr/>
            </p:nvSpPr>
            <p:spPr>
              <a:xfrm>
                <a:off x="3233026" y="3878305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9" name="Google Shape;8696;p52">
                <a:extLst>
                  <a:ext uri="{FF2B5EF4-FFF2-40B4-BE49-F238E27FC236}">
                    <a16:creationId xmlns:a16="http://schemas.microsoft.com/office/drawing/2014/main" id="{E9959A7D-C338-A89E-3980-7B9743B8B28D}"/>
                  </a:ext>
                </a:extLst>
              </p:cNvPr>
              <p:cNvSpPr/>
              <p:nvPr/>
            </p:nvSpPr>
            <p:spPr>
              <a:xfrm>
                <a:off x="3233026" y="3717135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0" name="Google Shape;8697;p52">
                <a:extLst>
                  <a:ext uri="{FF2B5EF4-FFF2-40B4-BE49-F238E27FC236}">
                    <a16:creationId xmlns:a16="http://schemas.microsoft.com/office/drawing/2014/main" id="{FB9653EB-65E0-E664-891D-677E71156494}"/>
                  </a:ext>
                </a:extLst>
              </p:cNvPr>
              <p:cNvSpPr/>
              <p:nvPr/>
            </p:nvSpPr>
            <p:spPr>
              <a:xfrm>
                <a:off x="3178731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1" name="Google Shape;8698;p52">
                <a:extLst>
                  <a:ext uri="{FF2B5EF4-FFF2-40B4-BE49-F238E27FC236}">
                    <a16:creationId xmlns:a16="http://schemas.microsoft.com/office/drawing/2014/main" id="{22B58471-7AFB-4B1F-5175-9496B4988C23}"/>
                  </a:ext>
                </a:extLst>
              </p:cNvPr>
              <p:cNvSpPr/>
              <p:nvPr/>
            </p:nvSpPr>
            <p:spPr>
              <a:xfrm>
                <a:off x="317929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2" name="Google Shape;8699;p52">
                <a:extLst>
                  <a:ext uri="{FF2B5EF4-FFF2-40B4-BE49-F238E27FC236}">
                    <a16:creationId xmlns:a16="http://schemas.microsoft.com/office/drawing/2014/main" id="{30396D91-A6F8-9222-16E3-28A9F9575CFF}"/>
                  </a:ext>
                </a:extLst>
              </p:cNvPr>
              <p:cNvSpPr/>
              <p:nvPr/>
            </p:nvSpPr>
            <p:spPr>
              <a:xfrm>
                <a:off x="3178731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3" name="Google Shape;8700;p52">
                <a:extLst>
                  <a:ext uri="{FF2B5EF4-FFF2-40B4-BE49-F238E27FC236}">
                    <a16:creationId xmlns:a16="http://schemas.microsoft.com/office/drawing/2014/main" id="{2ABBD7A7-993A-52AF-C76D-23A4C7BCBFB7}"/>
                  </a:ext>
                </a:extLst>
              </p:cNvPr>
              <p:cNvSpPr/>
              <p:nvPr/>
            </p:nvSpPr>
            <p:spPr>
              <a:xfrm>
                <a:off x="317929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4" name="Google Shape;8701;p52">
                <a:extLst>
                  <a:ext uri="{FF2B5EF4-FFF2-40B4-BE49-F238E27FC236}">
                    <a16:creationId xmlns:a16="http://schemas.microsoft.com/office/drawing/2014/main" id="{515A98DF-B659-81EA-CBBB-26DF57199C9E}"/>
                  </a:ext>
                </a:extLst>
              </p:cNvPr>
              <p:cNvSpPr/>
              <p:nvPr/>
            </p:nvSpPr>
            <p:spPr>
              <a:xfrm>
                <a:off x="3178731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5" name="Google Shape;8702;p52">
                <a:extLst>
                  <a:ext uri="{FF2B5EF4-FFF2-40B4-BE49-F238E27FC236}">
                    <a16:creationId xmlns:a16="http://schemas.microsoft.com/office/drawing/2014/main" id="{216D4073-6AD6-4488-77FD-9A55DBB14638}"/>
                  </a:ext>
                </a:extLst>
              </p:cNvPr>
              <p:cNvSpPr/>
              <p:nvPr/>
            </p:nvSpPr>
            <p:spPr>
              <a:xfrm>
                <a:off x="317929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6" name="Google Shape;8703;p52">
                <a:extLst>
                  <a:ext uri="{FF2B5EF4-FFF2-40B4-BE49-F238E27FC236}">
                    <a16:creationId xmlns:a16="http://schemas.microsoft.com/office/drawing/2014/main" id="{D7A4F2CC-E9F4-951F-4E6E-B9ED632C03AD}"/>
                  </a:ext>
                </a:extLst>
              </p:cNvPr>
              <p:cNvSpPr/>
              <p:nvPr/>
            </p:nvSpPr>
            <p:spPr>
              <a:xfrm>
                <a:off x="3178731" y="409263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7" name="Google Shape;8704;p52">
                <a:extLst>
                  <a:ext uri="{FF2B5EF4-FFF2-40B4-BE49-F238E27FC236}">
                    <a16:creationId xmlns:a16="http://schemas.microsoft.com/office/drawing/2014/main" id="{E3CF8107-CBD3-87EC-E21D-93BF444D2800}"/>
                  </a:ext>
                </a:extLst>
              </p:cNvPr>
              <p:cNvSpPr/>
              <p:nvPr/>
            </p:nvSpPr>
            <p:spPr>
              <a:xfrm>
                <a:off x="3179292" y="4093178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8" name="Google Shape;8705;p52">
                <a:extLst>
                  <a:ext uri="{FF2B5EF4-FFF2-40B4-BE49-F238E27FC236}">
                    <a16:creationId xmlns:a16="http://schemas.microsoft.com/office/drawing/2014/main" id="{6DEDAA01-3B1B-64DA-6054-268AE1C54AA6}"/>
                  </a:ext>
                </a:extLst>
              </p:cNvPr>
              <p:cNvSpPr/>
              <p:nvPr/>
            </p:nvSpPr>
            <p:spPr>
              <a:xfrm>
                <a:off x="3178731" y="4038946"/>
                <a:ext cx="54855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9" name="Google Shape;8706;p52">
                <a:extLst>
                  <a:ext uri="{FF2B5EF4-FFF2-40B4-BE49-F238E27FC236}">
                    <a16:creationId xmlns:a16="http://schemas.microsoft.com/office/drawing/2014/main" id="{893329D6-FF87-ED6E-8F59-7DC35DA40349}"/>
                  </a:ext>
                </a:extLst>
              </p:cNvPr>
              <p:cNvSpPr/>
              <p:nvPr/>
            </p:nvSpPr>
            <p:spPr>
              <a:xfrm>
                <a:off x="3179292" y="4039491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0" name="Google Shape;8707;p52">
                <a:extLst>
                  <a:ext uri="{FF2B5EF4-FFF2-40B4-BE49-F238E27FC236}">
                    <a16:creationId xmlns:a16="http://schemas.microsoft.com/office/drawing/2014/main" id="{6F46CBBD-A7D3-E965-361D-DD4E201C04CE}"/>
                  </a:ext>
                </a:extLst>
              </p:cNvPr>
              <p:cNvSpPr/>
              <p:nvPr/>
            </p:nvSpPr>
            <p:spPr>
              <a:xfrm>
                <a:off x="3178731" y="3985196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1" name="Google Shape;8708;p52">
                <a:extLst>
                  <a:ext uri="{FF2B5EF4-FFF2-40B4-BE49-F238E27FC236}">
                    <a16:creationId xmlns:a16="http://schemas.microsoft.com/office/drawing/2014/main" id="{E1C77380-F97C-5118-EF73-E5514DEB8173}"/>
                  </a:ext>
                </a:extLst>
              </p:cNvPr>
              <p:cNvSpPr/>
              <p:nvPr/>
            </p:nvSpPr>
            <p:spPr>
              <a:xfrm>
                <a:off x="3179292" y="3985742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2" name="Google Shape;8709;p52">
                <a:extLst>
                  <a:ext uri="{FF2B5EF4-FFF2-40B4-BE49-F238E27FC236}">
                    <a16:creationId xmlns:a16="http://schemas.microsoft.com/office/drawing/2014/main" id="{F368E332-37DE-9AD4-609B-4DA694B3AE65}"/>
                  </a:ext>
                </a:extLst>
              </p:cNvPr>
              <p:cNvSpPr/>
              <p:nvPr/>
            </p:nvSpPr>
            <p:spPr>
              <a:xfrm>
                <a:off x="3178731" y="3931463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3" name="Google Shape;8710;p52">
                <a:extLst>
                  <a:ext uri="{FF2B5EF4-FFF2-40B4-BE49-F238E27FC236}">
                    <a16:creationId xmlns:a16="http://schemas.microsoft.com/office/drawing/2014/main" id="{9AFC77CE-2095-98A1-E83B-69A3705E9D45}"/>
                  </a:ext>
                </a:extLst>
              </p:cNvPr>
              <p:cNvSpPr/>
              <p:nvPr/>
            </p:nvSpPr>
            <p:spPr>
              <a:xfrm>
                <a:off x="3179292" y="3932008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4" name="Google Shape;8711;p52">
                <a:extLst>
                  <a:ext uri="{FF2B5EF4-FFF2-40B4-BE49-F238E27FC236}">
                    <a16:creationId xmlns:a16="http://schemas.microsoft.com/office/drawing/2014/main" id="{FF2596EC-01E1-FC77-F577-811BA2B275EF}"/>
                  </a:ext>
                </a:extLst>
              </p:cNvPr>
              <p:cNvSpPr/>
              <p:nvPr/>
            </p:nvSpPr>
            <p:spPr>
              <a:xfrm>
                <a:off x="3179292" y="3717135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5" name="Google Shape;8712;p52">
                <a:extLst>
                  <a:ext uri="{FF2B5EF4-FFF2-40B4-BE49-F238E27FC236}">
                    <a16:creationId xmlns:a16="http://schemas.microsoft.com/office/drawing/2014/main" id="{4C2AAE57-12EC-E698-0412-18393A35AAC4}"/>
                  </a:ext>
                </a:extLst>
              </p:cNvPr>
              <p:cNvSpPr/>
              <p:nvPr/>
            </p:nvSpPr>
            <p:spPr>
              <a:xfrm>
                <a:off x="3124998" y="4522425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6" name="Google Shape;8713;p52">
                <a:extLst>
                  <a:ext uri="{FF2B5EF4-FFF2-40B4-BE49-F238E27FC236}">
                    <a16:creationId xmlns:a16="http://schemas.microsoft.com/office/drawing/2014/main" id="{1A0A525A-4C63-F7A8-8A7F-CB962BAE8AD9}"/>
                  </a:ext>
                </a:extLst>
              </p:cNvPr>
              <p:cNvSpPr/>
              <p:nvPr/>
            </p:nvSpPr>
            <p:spPr>
              <a:xfrm>
                <a:off x="3125543" y="4522939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7" name="Google Shape;8714;p52">
                <a:extLst>
                  <a:ext uri="{FF2B5EF4-FFF2-40B4-BE49-F238E27FC236}">
                    <a16:creationId xmlns:a16="http://schemas.microsoft.com/office/drawing/2014/main" id="{CD12DF1E-78C0-D34B-8E29-F5E9A6963F62}"/>
                  </a:ext>
                </a:extLst>
              </p:cNvPr>
              <p:cNvSpPr/>
              <p:nvPr/>
            </p:nvSpPr>
            <p:spPr>
              <a:xfrm>
                <a:off x="312499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8" name="Google Shape;8715;p52">
                <a:extLst>
                  <a:ext uri="{FF2B5EF4-FFF2-40B4-BE49-F238E27FC236}">
                    <a16:creationId xmlns:a16="http://schemas.microsoft.com/office/drawing/2014/main" id="{1AE12BA1-4A37-67D4-2879-805A2F842D23}"/>
                  </a:ext>
                </a:extLst>
              </p:cNvPr>
              <p:cNvSpPr/>
              <p:nvPr/>
            </p:nvSpPr>
            <p:spPr>
              <a:xfrm>
                <a:off x="312554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9" name="Google Shape;8716;p52">
                <a:extLst>
                  <a:ext uri="{FF2B5EF4-FFF2-40B4-BE49-F238E27FC236}">
                    <a16:creationId xmlns:a16="http://schemas.microsoft.com/office/drawing/2014/main" id="{55CCB4D3-E928-C72C-85A3-8AA37EF682EE}"/>
                  </a:ext>
                </a:extLst>
              </p:cNvPr>
              <p:cNvSpPr/>
              <p:nvPr/>
            </p:nvSpPr>
            <p:spPr>
              <a:xfrm>
                <a:off x="312499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0" name="Google Shape;8717;p52">
                <a:extLst>
                  <a:ext uri="{FF2B5EF4-FFF2-40B4-BE49-F238E27FC236}">
                    <a16:creationId xmlns:a16="http://schemas.microsoft.com/office/drawing/2014/main" id="{10A91C0F-5869-C153-EA0B-CF8A2D2AC8B3}"/>
                  </a:ext>
                </a:extLst>
              </p:cNvPr>
              <p:cNvSpPr/>
              <p:nvPr/>
            </p:nvSpPr>
            <p:spPr>
              <a:xfrm>
                <a:off x="312554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1" name="Google Shape;8718;p52">
                <a:extLst>
                  <a:ext uri="{FF2B5EF4-FFF2-40B4-BE49-F238E27FC236}">
                    <a16:creationId xmlns:a16="http://schemas.microsoft.com/office/drawing/2014/main" id="{37DE4F11-8399-B616-8FE7-611B14899FAA}"/>
                  </a:ext>
                </a:extLst>
              </p:cNvPr>
              <p:cNvSpPr/>
              <p:nvPr/>
            </p:nvSpPr>
            <p:spPr>
              <a:xfrm>
                <a:off x="3124998" y="409263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2" name="Google Shape;8719;p52">
                <a:extLst>
                  <a:ext uri="{FF2B5EF4-FFF2-40B4-BE49-F238E27FC236}">
                    <a16:creationId xmlns:a16="http://schemas.microsoft.com/office/drawing/2014/main" id="{4FB3C5C1-DCA9-4D95-460A-3DAB4E92A246}"/>
                  </a:ext>
                </a:extLst>
              </p:cNvPr>
              <p:cNvSpPr/>
              <p:nvPr/>
            </p:nvSpPr>
            <p:spPr>
              <a:xfrm>
                <a:off x="3125543" y="4093178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3" name="Google Shape;8720;p52">
                <a:extLst>
                  <a:ext uri="{FF2B5EF4-FFF2-40B4-BE49-F238E27FC236}">
                    <a16:creationId xmlns:a16="http://schemas.microsoft.com/office/drawing/2014/main" id="{591D31E0-B7B3-019C-773A-F7DB11FE5A80}"/>
                  </a:ext>
                </a:extLst>
              </p:cNvPr>
              <p:cNvSpPr/>
              <p:nvPr/>
            </p:nvSpPr>
            <p:spPr>
              <a:xfrm>
                <a:off x="3125543" y="3878305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4" name="Google Shape;8721;p52">
                <a:extLst>
                  <a:ext uri="{FF2B5EF4-FFF2-40B4-BE49-F238E27FC236}">
                    <a16:creationId xmlns:a16="http://schemas.microsoft.com/office/drawing/2014/main" id="{5D342ADA-649F-2B03-185A-322396F1BBC8}"/>
                  </a:ext>
                </a:extLst>
              </p:cNvPr>
              <p:cNvSpPr/>
              <p:nvPr/>
            </p:nvSpPr>
            <p:spPr>
              <a:xfrm>
                <a:off x="3125543" y="3717135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5" name="Google Shape;8722;p52">
                <a:extLst>
                  <a:ext uri="{FF2B5EF4-FFF2-40B4-BE49-F238E27FC236}">
                    <a16:creationId xmlns:a16="http://schemas.microsoft.com/office/drawing/2014/main" id="{D4AC5087-BF7A-2B57-94FB-89E27A875297}"/>
                  </a:ext>
                </a:extLst>
              </p:cNvPr>
              <p:cNvSpPr/>
              <p:nvPr/>
            </p:nvSpPr>
            <p:spPr>
              <a:xfrm>
                <a:off x="3071311" y="4522425"/>
                <a:ext cx="54793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8" y="3519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6" name="Google Shape;8723;p52">
                <a:extLst>
                  <a:ext uri="{FF2B5EF4-FFF2-40B4-BE49-F238E27FC236}">
                    <a16:creationId xmlns:a16="http://schemas.microsoft.com/office/drawing/2014/main" id="{4A562878-0117-90AD-DBE4-2591674EB7B0}"/>
                  </a:ext>
                </a:extLst>
              </p:cNvPr>
              <p:cNvSpPr/>
              <p:nvPr/>
            </p:nvSpPr>
            <p:spPr>
              <a:xfrm>
                <a:off x="3071856" y="4522939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7" name="Google Shape;8724;p52">
                <a:extLst>
                  <a:ext uri="{FF2B5EF4-FFF2-40B4-BE49-F238E27FC236}">
                    <a16:creationId xmlns:a16="http://schemas.microsoft.com/office/drawing/2014/main" id="{83043542-C36D-837E-06DD-357EC8C2E6B3}"/>
                  </a:ext>
                </a:extLst>
              </p:cNvPr>
              <p:cNvSpPr/>
              <p:nvPr/>
            </p:nvSpPr>
            <p:spPr>
              <a:xfrm>
                <a:off x="3071311" y="4414973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8" name="Google Shape;8725;p52">
                <a:extLst>
                  <a:ext uri="{FF2B5EF4-FFF2-40B4-BE49-F238E27FC236}">
                    <a16:creationId xmlns:a16="http://schemas.microsoft.com/office/drawing/2014/main" id="{B3A61D58-3BB9-69A4-4D62-769C5B0F6591}"/>
                  </a:ext>
                </a:extLst>
              </p:cNvPr>
              <p:cNvSpPr/>
              <p:nvPr/>
            </p:nvSpPr>
            <p:spPr>
              <a:xfrm>
                <a:off x="3071856" y="4415503"/>
                <a:ext cx="53687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9" name="Google Shape;8726;p52">
                <a:extLst>
                  <a:ext uri="{FF2B5EF4-FFF2-40B4-BE49-F238E27FC236}">
                    <a16:creationId xmlns:a16="http://schemas.microsoft.com/office/drawing/2014/main" id="{34E5B9FE-9ACB-927D-51AA-DFF98E631B45}"/>
                  </a:ext>
                </a:extLst>
              </p:cNvPr>
              <p:cNvSpPr/>
              <p:nvPr/>
            </p:nvSpPr>
            <p:spPr>
              <a:xfrm>
                <a:off x="3071311" y="4200069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0" name="Google Shape;8727;p52">
                <a:extLst>
                  <a:ext uri="{FF2B5EF4-FFF2-40B4-BE49-F238E27FC236}">
                    <a16:creationId xmlns:a16="http://schemas.microsoft.com/office/drawing/2014/main" id="{9E7AD7BB-89F5-F589-8516-8EA7B0EF68BE}"/>
                  </a:ext>
                </a:extLst>
              </p:cNvPr>
              <p:cNvSpPr/>
              <p:nvPr/>
            </p:nvSpPr>
            <p:spPr>
              <a:xfrm>
                <a:off x="3071856" y="4200599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1" name="Google Shape;8728;p52">
                <a:extLst>
                  <a:ext uri="{FF2B5EF4-FFF2-40B4-BE49-F238E27FC236}">
                    <a16:creationId xmlns:a16="http://schemas.microsoft.com/office/drawing/2014/main" id="{8148DE64-6C04-067E-B2F9-C3287218B449}"/>
                  </a:ext>
                </a:extLst>
              </p:cNvPr>
              <p:cNvSpPr/>
              <p:nvPr/>
            </p:nvSpPr>
            <p:spPr>
              <a:xfrm>
                <a:off x="3071856" y="4146927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2" name="Google Shape;8729;p52">
                <a:extLst>
                  <a:ext uri="{FF2B5EF4-FFF2-40B4-BE49-F238E27FC236}">
                    <a16:creationId xmlns:a16="http://schemas.microsoft.com/office/drawing/2014/main" id="{6A68AA59-1129-71B7-D44A-C9B0B0F51447}"/>
                  </a:ext>
                </a:extLst>
              </p:cNvPr>
              <p:cNvSpPr/>
              <p:nvPr/>
            </p:nvSpPr>
            <p:spPr>
              <a:xfrm>
                <a:off x="3071311" y="3824042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8" y="3520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3" name="Google Shape;8730;p52">
                <a:extLst>
                  <a:ext uri="{FF2B5EF4-FFF2-40B4-BE49-F238E27FC236}">
                    <a16:creationId xmlns:a16="http://schemas.microsoft.com/office/drawing/2014/main" id="{C4CD05E6-084D-8F11-8E92-6BBCBF68471F}"/>
                  </a:ext>
                </a:extLst>
              </p:cNvPr>
              <p:cNvSpPr/>
              <p:nvPr/>
            </p:nvSpPr>
            <p:spPr>
              <a:xfrm>
                <a:off x="3071856" y="3824571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4" name="Google Shape;8731;p52">
                <a:extLst>
                  <a:ext uri="{FF2B5EF4-FFF2-40B4-BE49-F238E27FC236}">
                    <a16:creationId xmlns:a16="http://schemas.microsoft.com/office/drawing/2014/main" id="{C588DD16-C571-34D2-FFA4-6B8E36B6ACA6}"/>
                  </a:ext>
                </a:extLst>
              </p:cNvPr>
              <p:cNvSpPr/>
              <p:nvPr/>
            </p:nvSpPr>
            <p:spPr>
              <a:xfrm>
                <a:off x="3071311" y="3770277"/>
                <a:ext cx="54793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18" y="3522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5" name="Google Shape;8732;p52">
                <a:extLst>
                  <a:ext uri="{FF2B5EF4-FFF2-40B4-BE49-F238E27FC236}">
                    <a16:creationId xmlns:a16="http://schemas.microsoft.com/office/drawing/2014/main" id="{52984B13-2F0D-C7DA-FDB9-A3115C8EE5FD}"/>
                  </a:ext>
                </a:extLst>
              </p:cNvPr>
              <p:cNvSpPr/>
              <p:nvPr/>
            </p:nvSpPr>
            <p:spPr>
              <a:xfrm>
                <a:off x="3071856" y="3770838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6" name="Google Shape;8733;p52">
                <a:extLst>
                  <a:ext uri="{FF2B5EF4-FFF2-40B4-BE49-F238E27FC236}">
                    <a16:creationId xmlns:a16="http://schemas.microsoft.com/office/drawing/2014/main" id="{4B61F6E7-EBE3-D011-20DE-D17E03E87301}"/>
                  </a:ext>
                </a:extLst>
              </p:cNvPr>
              <p:cNvSpPr/>
              <p:nvPr/>
            </p:nvSpPr>
            <p:spPr>
              <a:xfrm>
                <a:off x="3017561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7" name="Google Shape;8734;p52">
                <a:extLst>
                  <a:ext uri="{FF2B5EF4-FFF2-40B4-BE49-F238E27FC236}">
                    <a16:creationId xmlns:a16="http://schemas.microsoft.com/office/drawing/2014/main" id="{3077867A-557F-86A7-C31B-F58DFD76ECF9}"/>
                  </a:ext>
                </a:extLst>
              </p:cNvPr>
              <p:cNvSpPr/>
              <p:nvPr/>
            </p:nvSpPr>
            <p:spPr>
              <a:xfrm>
                <a:off x="301812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8" name="Google Shape;8735;p52">
                <a:extLst>
                  <a:ext uri="{FF2B5EF4-FFF2-40B4-BE49-F238E27FC236}">
                    <a16:creationId xmlns:a16="http://schemas.microsoft.com/office/drawing/2014/main" id="{EA0E7587-696B-4458-6316-BA0B8DE79D48}"/>
                  </a:ext>
                </a:extLst>
              </p:cNvPr>
              <p:cNvSpPr/>
              <p:nvPr/>
            </p:nvSpPr>
            <p:spPr>
              <a:xfrm>
                <a:off x="3017561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9" name="Google Shape;8736;p52">
                <a:extLst>
                  <a:ext uri="{FF2B5EF4-FFF2-40B4-BE49-F238E27FC236}">
                    <a16:creationId xmlns:a16="http://schemas.microsoft.com/office/drawing/2014/main" id="{F6086C01-C62D-FE43-34BE-34F9A6E76C57}"/>
                  </a:ext>
                </a:extLst>
              </p:cNvPr>
              <p:cNvSpPr/>
              <p:nvPr/>
            </p:nvSpPr>
            <p:spPr>
              <a:xfrm>
                <a:off x="301812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0" name="Google Shape;8737;p52">
                <a:extLst>
                  <a:ext uri="{FF2B5EF4-FFF2-40B4-BE49-F238E27FC236}">
                    <a16:creationId xmlns:a16="http://schemas.microsoft.com/office/drawing/2014/main" id="{F0A6F4F4-46BB-4062-6CE0-F94025E783AE}"/>
                  </a:ext>
                </a:extLst>
              </p:cNvPr>
              <p:cNvSpPr/>
              <p:nvPr/>
            </p:nvSpPr>
            <p:spPr>
              <a:xfrm>
                <a:off x="3017561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1" name="Google Shape;8738;p52">
                <a:extLst>
                  <a:ext uri="{FF2B5EF4-FFF2-40B4-BE49-F238E27FC236}">
                    <a16:creationId xmlns:a16="http://schemas.microsoft.com/office/drawing/2014/main" id="{744B21D6-7EB3-FCF8-41A0-0961AE38043C}"/>
                  </a:ext>
                </a:extLst>
              </p:cNvPr>
              <p:cNvSpPr/>
              <p:nvPr/>
            </p:nvSpPr>
            <p:spPr>
              <a:xfrm>
                <a:off x="301812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2" name="Google Shape;8739;p52">
                <a:extLst>
                  <a:ext uri="{FF2B5EF4-FFF2-40B4-BE49-F238E27FC236}">
                    <a16:creationId xmlns:a16="http://schemas.microsoft.com/office/drawing/2014/main" id="{1BE84166-9506-3283-ADF6-0509B8ABD7F8}"/>
                  </a:ext>
                </a:extLst>
              </p:cNvPr>
              <p:cNvSpPr/>
              <p:nvPr/>
            </p:nvSpPr>
            <p:spPr>
              <a:xfrm>
                <a:off x="2963828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3" name="Google Shape;8740;p52">
                <a:extLst>
                  <a:ext uri="{FF2B5EF4-FFF2-40B4-BE49-F238E27FC236}">
                    <a16:creationId xmlns:a16="http://schemas.microsoft.com/office/drawing/2014/main" id="{0F68D914-1AF8-D5C5-E5CC-8ED63FB41C5B}"/>
                  </a:ext>
                </a:extLst>
              </p:cNvPr>
              <p:cNvSpPr/>
              <p:nvPr/>
            </p:nvSpPr>
            <p:spPr>
              <a:xfrm>
                <a:off x="2964373" y="4522939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4" name="Google Shape;8741;p52">
                <a:extLst>
                  <a:ext uri="{FF2B5EF4-FFF2-40B4-BE49-F238E27FC236}">
                    <a16:creationId xmlns:a16="http://schemas.microsoft.com/office/drawing/2014/main" id="{F3156363-2596-2C46-2425-B5A1C8C2ED51}"/>
                  </a:ext>
                </a:extLst>
              </p:cNvPr>
              <p:cNvSpPr/>
              <p:nvPr/>
            </p:nvSpPr>
            <p:spPr>
              <a:xfrm>
                <a:off x="2963828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5" name="Google Shape;8742;p52">
                <a:extLst>
                  <a:ext uri="{FF2B5EF4-FFF2-40B4-BE49-F238E27FC236}">
                    <a16:creationId xmlns:a16="http://schemas.microsoft.com/office/drawing/2014/main" id="{160E2AD7-B13D-61A6-ACEC-0F51D7E7E4DE}"/>
                  </a:ext>
                </a:extLst>
              </p:cNvPr>
              <p:cNvSpPr/>
              <p:nvPr/>
            </p:nvSpPr>
            <p:spPr>
              <a:xfrm>
                <a:off x="296437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6" name="Google Shape;8743;p52">
                <a:extLst>
                  <a:ext uri="{FF2B5EF4-FFF2-40B4-BE49-F238E27FC236}">
                    <a16:creationId xmlns:a16="http://schemas.microsoft.com/office/drawing/2014/main" id="{A88E076F-A9B4-552A-8092-4E9E64E4E751}"/>
                  </a:ext>
                </a:extLst>
              </p:cNvPr>
              <p:cNvSpPr/>
              <p:nvPr/>
            </p:nvSpPr>
            <p:spPr>
              <a:xfrm>
                <a:off x="2963828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7" name="Google Shape;8744;p52">
                <a:extLst>
                  <a:ext uri="{FF2B5EF4-FFF2-40B4-BE49-F238E27FC236}">
                    <a16:creationId xmlns:a16="http://schemas.microsoft.com/office/drawing/2014/main" id="{22FEEC61-1211-FB24-B8BC-63046995784E}"/>
                  </a:ext>
                </a:extLst>
              </p:cNvPr>
              <p:cNvSpPr/>
              <p:nvPr/>
            </p:nvSpPr>
            <p:spPr>
              <a:xfrm>
                <a:off x="296437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8" name="Google Shape;8745;p52">
                <a:extLst>
                  <a:ext uri="{FF2B5EF4-FFF2-40B4-BE49-F238E27FC236}">
                    <a16:creationId xmlns:a16="http://schemas.microsoft.com/office/drawing/2014/main" id="{AE08E89B-D7B5-A85E-973D-67278D9E29FA}"/>
                  </a:ext>
                </a:extLst>
              </p:cNvPr>
              <p:cNvSpPr/>
              <p:nvPr/>
            </p:nvSpPr>
            <p:spPr>
              <a:xfrm>
                <a:off x="2910670" y="4469267"/>
                <a:ext cx="53718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48" y="3446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9" name="Google Shape;8746;p52">
                <a:extLst>
                  <a:ext uri="{FF2B5EF4-FFF2-40B4-BE49-F238E27FC236}">
                    <a16:creationId xmlns:a16="http://schemas.microsoft.com/office/drawing/2014/main" id="{1CA550C0-F23F-CDD4-596D-F5808669F9AB}"/>
                  </a:ext>
                </a:extLst>
              </p:cNvPr>
              <p:cNvSpPr/>
              <p:nvPr/>
            </p:nvSpPr>
            <p:spPr>
              <a:xfrm>
                <a:off x="2910141" y="4414973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0" name="Google Shape;8747;p52">
                <a:extLst>
                  <a:ext uri="{FF2B5EF4-FFF2-40B4-BE49-F238E27FC236}">
                    <a16:creationId xmlns:a16="http://schemas.microsoft.com/office/drawing/2014/main" id="{AB0274BD-6EB0-6D2A-3213-4A618D0E4D00}"/>
                  </a:ext>
                </a:extLst>
              </p:cNvPr>
              <p:cNvSpPr/>
              <p:nvPr/>
            </p:nvSpPr>
            <p:spPr>
              <a:xfrm>
                <a:off x="2910670" y="4415503"/>
                <a:ext cx="53718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1" name="Google Shape;8748;p52">
                <a:extLst>
                  <a:ext uri="{FF2B5EF4-FFF2-40B4-BE49-F238E27FC236}">
                    <a16:creationId xmlns:a16="http://schemas.microsoft.com/office/drawing/2014/main" id="{2393E89B-3E3C-D883-19C3-2483D8DC4855}"/>
                  </a:ext>
                </a:extLst>
              </p:cNvPr>
              <p:cNvSpPr/>
              <p:nvPr/>
            </p:nvSpPr>
            <p:spPr>
              <a:xfrm>
                <a:off x="2910141" y="4200069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2" name="Google Shape;8749;p52">
                <a:extLst>
                  <a:ext uri="{FF2B5EF4-FFF2-40B4-BE49-F238E27FC236}">
                    <a16:creationId xmlns:a16="http://schemas.microsoft.com/office/drawing/2014/main" id="{704CF889-6B7C-CC08-8E8D-594B87E6357C}"/>
                  </a:ext>
                </a:extLst>
              </p:cNvPr>
              <p:cNvSpPr/>
              <p:nvPr/>
            </p:nvSpPr>
            <p:spPr>
              <a:xfrm>
                <a:off x="2910670" y="4200599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3" name="Google Shape;8750;p52">
                <a:extLst>
                  <a:ext uri="{FF2B5EF4-FFF2-40B4-BE49-F238E27FC236}">
                    <a16:creationId xmlns:a16="http://schemas.microsoft.com/office/drawing/2014/main" id="{8E66AA17-DE4D-8C7A-CBDD-A3C6927A0657}"/>
                  </a:ext>
                </a:extLst>
              </p:cNvPr>
              <p:cNvSpPr/>
              <p:nvPr/>
            </p:nvSpPr>
            <p:spPr>
              <a:xfrm>
                <a:off x="2856407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0" y="3521"/>
                    </a:lnTo>
                    <a:lnTo>
                      <a:pt x="35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4" name="Google Shape;8751;p52">
                <a:extLst>
                  <a:ext uri="{FF2B5EF4-FFF2-40B4-BE49-F238E27FC236}">
                    <a16:creationId xmlns:a16="http://schemas.microsoft.com/office/drawing/2014/main" id="{9F4EF2FD-11A5-5EB1-5379-04A21AF07CED}"/>
                  </a:ext>
                </a:extLst>
              </p:cNvPr>
              <p:cNvSpPr/>
              <p:nvPr/>
            </p:nvSpPr>
            <p:spPr>
              <a:xfrm>
                <a:off x="2856936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5" name="Google Shape;8752;p52">
                <a:extLst>
                  <a:ext uri="{FF2B5EF4-FFF2-40B4-BE49-F238E27FC236}">
                    <a16:creationId xmlns:a16="http://schemas.microsoft.com/office/drawing/2014/main" id="{7E7F178C-A957-9A17-57ED-D499C837D8C1}"/>
                  </a:ext>
                </a:extLst>
              </p:cNvPr>
              <p:cNvSpPr/>
              <p:nvPr/>
            </p:nvSpPr>
            <p:spPr>
              <a:xfrm>
                <a:off x="2856936" y="436176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6" name="Google Shape;8753;p52">
                <a:extLst>
                  <a:ext uri="{FF2B5EF4-FFF2-40B4-BE49-F238E27FC236}">
                    <a16:creationId xmlns:a16="http://schemas.microsoft.com/office/drawing/2014/main" id="{E1278AC2-5194-A78D-BDCD-6E448FA770B9}"/>
                  </a:ext>
                </a:extLst>
              </p:cNvPr>
              <p:cNvSpPr/>
              <p:nvPr/>
            </p:nvSpPr>
            <p:spPr>
              <a:xfrm>
                <a:off x="2856936" y="4308097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52" y="3447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7" name="Google Shape;8754;p52">
                <a:extLst>
                  <a:ext uri="{FF2B5EF4-FFF2-40B4-BE49-F238E27FC236}">
                    <a16:creationId xmlns:a16="http://schemas.microsoft.com/office/drawing/2014/main" id="{EB3EABB9-CA87-DAE6-7B8A-6D8718929F63}"/>
                  </a:ext>
                </a:extLst>
              </p:cNvPr>
              <p:cNvSpPr/>
              <p:nvPr/>
            </p:nvSpPr>
            <p:spPr>
              <a:xfrm>
                <a:off x="2856936" y="4254332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878" name="Google Shape;7075;p50">
            <a:extLst>
              <a:ext uri="{FF2B5EF4-FFF2-40B4-BE49-F238E27FC236}">
                <a16:creationId xmlns:a16="http://schemas.microsoft.com/office/drawing/2014/main" id="{2DD9F3E1-8070-DB5C-EAE8-DBFF8D8499D8}"/>
              </a:ext>
            </a:extLst>
          </p:cNvPr>
          <p:cNvGrpSpPr/>
          <p:nvPr/>
        </p:nvGrpSpPr>
        <p:grpSpPr>
          <a:xfrm>
            <a:off x="8507524" y="2153425"/>
            <a:ext cx="531850" cy="531850"/>
            <a:chOff x="3338375" y="2615825"/>
            <a:chExt cx="531850" cy="531850"/>
          </a:xfrm>
        </p:grpSpPr>
        <p:sp>
          <p:nvSpPr>
            <p:cNvPr id="5879" name="Google Shape;7076;p50">
              <a:extLst>
                <a:ext uri="{FF2B5EF4-FFF2-40B4-BE49-F238E27FC236}">
                  <a16:creationId xmlns:a16="http://schemas.microsoft.com/office/drawing/2014/main" id="{85788AE7-E003-BA26-23D5-D984A8A854B4}"/>
                </a:ext>
              </a:extLst>
            </p:cNvPr>
            <p:cNvSpPr/>
            <p:nvPr/>
          </p:nvSpPr>
          <p:spPr>
            <a:xfrm>
              <a:off x="3338375" y="2615825"/>
              <a:ext cx="531850" cy="531850"/>
            </a:xfrm>
            <a:custGeom>
              <a:avLst/>
              <a:gdLst/>
              <a:ahLst/>
              <a:cxnLst/>
              <a:rect l="l" t="t" r="r" b="b"/>
              <a:pathLst>
                <a:path w="21274" h="21274" extrusionOk="0">
                  <a:moveTo>
                    <a:pt x="9712" y="1"/>
                  </a:moveTo>
                  <a:lnTo>
                    <a:pt x="9712" y="1387"/>
                  </a:lnTo>
                  <a:lnTo>
                    <a:pt x="8326" y="1387"/>
                  </a:lnTo>
                  <a:lnTo>
                    <a:pt x="8326" y="2775"/>
                  </a:lnTo>
                  <a:lnTo>
                    <a:pt x="6938" y="2775"/>
                  </a:lnTo>
                  <a:lnTo>
                    <a:pt x="6938" y="4161"/>
                  </a:lnTo>
                  <a:lnTo>
                    <a:pt x="5551" y="4161"/>
                  </a:lnTo>
                  <a:lnTo>
                    <a:pt x="5551" y="5549"/>
                  </a:lnTo>
                  <a:lnTo>
                    <a:pt x="4163" y="5549"/>
                  </a:lnTo>
                  <a:lnTo>
                    <a:pt x="4163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1389" y="8324"/>
                  </a:lnTo>
                  <a:lnTo>
                    <a:pt x="1389" y="9712"/>
                  </a:lnTo>
                  <a:lnTo>
                    <a:pt x="1" y="9712"/>
                  </a:lnTo>
                  <a:lnTo>
                    <a:pt x="1" y="11098"/>
                  </a:lnTo>
                  <a:lnTo>
                    <a:pt x="1389" y="11098"/>
                  </a:lnTo>
                  <a:lnTo>
                    <a:pt x="1389" y="12486"/>
                  </a:lnTo>
                  <a:lnTo>
                    <a:pt x="1389" y="21273"/>
                  </a:lnTo>
                  <a:lnTo>
                    <a:pt x="7863" y="21273"/>
                  </a:lnTo>
                  <a:lnTo>
                    <a:pt x="7863" y="12948"/>
                  </a:lnTo>
                  <a:lnTo>
                    <a:pt x="13412" y="12948"/>
                  </a:lnTo>
                  <a:lnTo>
                    <a:pt x="13412" y="21273"/>
                  </a:lnTo>
                  <a:lnTo>
                    <a:pt x="19887" y="21273"/>
                  </a:lnTo>
                  <a:lnTo>
                    <a:pt x="19887" y="12486"/>
                  </a:lnTo>
                  <a:lnTo>
                    <a:pt x="19887" y="11098"/>
                  </a:lnTo>
                  <a:lnTo>
                    <a:pt x="21273" y="11098"/>
                  </a:lnTo>
                  <a:lnTo>
                    <a:pt x="21273" y="9712"/>
                  </a:lnTo>
                  <a:lnTo>
                    <a:pt x="19887" y="9712"/>
                  </a:lnTo>
                  <a:lnTo>
                    <a:pt x="19887" y="8324"/>
                  </a:lnTo>
                  <a:lnTo>
                    <a:pt x="18499" y="8324"/>
                  </a:lnTo>
                  <a:lnTo>
                    <a:pt x="18499" y="1387"/>
                  </a:lnTo>
                  <a:lnTo>
                    <a:pt x="18499" y="925"/>
                  </a:lnTo>
                  <a:lnTo>
                    <a:pt x="18499" y="1"/>
                  </a:lnTo>
                  <a:lnTo>
                    <a:pt x="14337" y="1"/>
                  </a:lnTo>
                  <a:lnTo>
                    <a:pt x="14337" y="925"/>
                  </a:lnTo>
                  <a:lnTo>
                    <a:pt x="14337" y="1387"/>
                  </a:lnTo>
                  <a:lnTo>
                    <a:pt x="14337" y="2775"/>
                  </a:lnTo>
                  <a:lnTo>
                    <a:pt x="12950" y="2775"/>
                  </a:lnTo>
                  <a:lnTo>
                    <a:pt x="12950" y="1387"/>
                  </a:lnTo>
                  <a:lnTo>
                    <a:pt x="11562" y="1387"/>
                  </a:lnTo>
                  <a:lnTo>
                    <a:pt x="115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7077;p50">
              <a:extLst>
                <a:ext uri="{FF2B5EF4-FFF2-40B4-BE49-F238E27FC236}">
                  <a16:creationId xmlns:a16="http://schemas.microsoft.com/office/drawing/2014/main" id="{FD8F28AE-6D41-B505-82E7-20BBFAB61532}"/>
                </a:ext>
              </a:extLst>
            </p:cNvPr>
            <p:cNvSpPr/>
            <p:nvPr/>
          </p:nvSpPr>
          <p:spPr>
            <a:xfrm>
              <a:off x="3696775" y="2615825"/>
              <a:ext cx="104075" cy="208100"/>
            </a:xfrm>
            <a:custGeom>
              <a:avLst/>
              <a:gdLst/>
              <a:ahLst/>
              <a:cxnLst/>
              <a:rect l="l" t="t" r="r" b="b"/>
              <a:pathLst>
                <a:path w="4163" h="8324" extrusionOk="0">
                  <a:moveTo>
                    <a:pt x="1" y="1"/>
                  </a:moveTo>
                  <a:lnTo>
                    <a:pt x="1" y="5549"/>
                  </a:lnTo>
                  <a:lnTo>
                    <a:pt x="1389" y="5549"/>
                  </a:lnTo>
                  <a:lnTo>
                    <a:pt x="1389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4163" y="8324"/>
                  </a:lnTo>
                  <a:lnTo>
                    <a:pt x="4163" y="5549"/>
                  </a:lnTo>
                  <a:lnTo>
                    <a:pt x="4163" y="2775"/>
                  </a:lnTo>
                  <a:lnTo>
                    <a:pt x="41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7078;p50">
              <a:extLst>
                <a:ext uri="{FF2B5EF4-FFF2-40B4-BE49-F238E27FC236}">
                  <a16:creationId xmlns:a16="http://schemas.microsoft.com/office/drawing/2014/main" id="{A4A7E958-48E3-E936-1E53-76ACF2CE0B6B}"/>
                </a:ext>
              </a:extLst>
            </p:cNvPr>
            <p:cNvSpPr/>
            <p:nvPr/>
          </p:nvSpPr>
          <p:spPr>
            <a:xfrm>
              <a:off x="3338375" y="2615825"/>
              <a:ext cx="531850" cy="277475"/>
            </a:xfrm>
            <a:custGeom>
              <a:avLst/>
              <a:gdLst/>
              <a:ahLst/>
              <a:cxnLst/>
              <a:rect l="l" t="t" r="r" b="b"/>
              <a:pathLst>
                <a:path w="21274" h="11099" extrusionOk="0">
                  <a:moveTo>
                    <a:pt x="9712" y="1"/>
                  </a:moveTo>
                  <a:lnTo>
                    <a:pt x="9712" y="1387"/>
                  </a:lnTo>
                  <a:lnTo>
                    <a:pt x="8326" y="1387"/>
                  </a:lnTo>
                  <a:lnTo>
                    <a:pt x="8326" y="2775"/>
                  </a:lnTo>
                  <a:lnTo>
                    <a:pt x="6938" y="2775"/>
                  </a:lnTo>
                  <a:lnTo>
                    <a:pt x="6938" y="4161"/>
                  </a:lnTo>
                  <a:lnTo>
                    <a:pt x="5551" y="4161"/>
                  </a:lnTo>
                  <a:lnTo>
                    <a:pt x="5551" y="5549"/>
                  </a:lnTo>
                  <a:lnTo>
                    <a:pt x="4163" y="5549"/>
                  </a:lnTo>
                  <a:lnTo>
                    <a:pt x="4163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1389" y="8324"/>
                  </a:lnTo>
                  <a:lnTo>
                    <a:pt x="1389" y="9712"/>
                  </a:lnTo>
                  <a:lnTo>
                    <a:pt x="1" y="9712"/>
                  </a:lnTo>
                  <a:lnTo>
                    <a:pt x="1" y="11098"/>
                  </a:lnTo>
                  <a:lnTo>
                    <a:pt x="4163" y="11098"/>
                  </a:lnTo>
                  <a:lnTo>
                    <a:pt x="4163" y="9712"/>
                  </a:lnTo>
                  <a:lnTo>
                    <a:pt x="5551" y="9712"/>
                  </a:lnTo>
                  <a:lnTo>
                    <a:pt x="5551" y="8324"/>
                  </a:lnTo>
                  <a:lnTo>
                    <a:pt x="6938" y="8324"/>
                  </a:lnTo>
                  <a:lnTo>
                    <a:pt x="6938" y="6937"/>
                  </a:lnTo>
                  <a:lnTo>
                    <a:pt x="8326" y="6937"/>
                  </a:lnTo>
                  <a:lnTo>
                    <a:pt x="8326" y="5549"/>
                  </a:lnTo>
                  <a:lnTo>
                    <a:pt x="9712" y="5549"/>
                  </a:lnTo>
                  <a:lnTo>
                    <a:pt x="9712" y="4161"/>
                  </a:lnTo>
                  <a:lnTo>
                    <a:pt x="11562" y="4161"/>
                  </a:lnTo>
                  <a:lnTo>
                    <a:pt x="11562" y="5549"/>
                  </a:lnTo>
                  <a:lnTo>
                    <a:pt x="12950" y="5549"/>
                  </a:lnTo>
                  <a:lnTo>
                    <a:pt x="12950" y="6937"/>
                  </a:lnTo>
                  <a:lnTo>
                    <a:pt x="14337" y="6937"/>
                  </a:lnTo>
                  <a:lnTo>
                    <a:pt x="14337" y="8324"/>
                  </a:lnTo>
                  <a:lnTo>
                    <a:pt x="15725" y="8324"/>
                  </a:lnTo>
                  <a:lnTo>
                    <a:pt x="15725" y="9712"/>
                  </a:lnTo>
                  <a:lnTo>
                    <a:pt x="17113" y="9712"/>
                  </a:lnTo>
                  <a:lnTo>
                    <a:pt x="17113" y="11098"/>
                  </a:lnTo>
                  <a:lnTo>
                    <a:pt x="21273" y="11098"/>
                  </a:lnTo>
                  <a:lnTo>
                    <a:pt x="21273" y="9712"/>
                  </a:lnTo>
                  <a:lnTo>
                    <a:pt x="19887" y="9712"/>
                  </a:lnTo>
                  <a:lnTo>
                    <a:pt x="19887" y="8324"/>
                  </a:lnTo>
                  <a:lnTo>
                    <a:pt x="18499" y="8324"/>
                  </a:lnTo>
                  <a:lnTo>
                    <a:pt x="18499" y="6937"/>
                  </a:lnTo>
                  <a:lnTo>
                    <a:pt x="17113" y="6937"/>
                  </a:lnTo>
                  <a:lnTo>
                    <a:pt x="17113" y="5549"/>
                  </a:lnTo>
                  <a:lnTo>
                    <a:pt x="15725" y="5549"/>
                  </a:lnTo>
                  <a:lnTo>
                    <a:pt x="15725" y="4161"/>
                  </a:lnTo>
                  <a:lnTo>
                    <a:pt x="14337" y="4161"/>
                  </a:lnTo>
                  <a:lnTo>
                    <a:pt x="14337" y="2775"/>
                  </a:lnTo>
                  <a:lnTo>
                    <a:pt x="12950" y="2775"/>
                  </a:lnTo>
                  <a:lnTo>
                    <a:pt x="12950" y="1387"/>
                  </a:lnTo>
                  <a:lnTo>
                    <a:pt x="11562" y="1387"/>
                  </a:lnTo>
                  <a:lnTo>
                    <a:pt x="115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2" name="Google Shape;7079;p50">
              <a:extLst>
                <a:ext uri="{FF2B5EF4-FFF2-40B4-BE49-F238E27FC236}">
                  <a16:creationId xmlns:a16="http://schemas.microsoft.com/office/drawing/2014/main" id="{350F28FA-80AC-AC9F-BCB4-6301C41AA461}"/>
                </a:ext>
              </a:extLst>
            </p:cNvPr>
            <p:cNvSpPr/>
            <p:nvPr/>
          </p:nvSpPr>
          <p:spPr>
            <a:xfrm>
              <a:off x="3581175" y="2615825"/>
              <a:ext cx="46275" cy="34700"/>
            </a:xfrm>
            <a:custGeom>
              <a:avLst/>
              <a:gdLst/>
              <a:ahLst/>
              <a:cxnLst/>
              <a:rect l="l" t="t" r="r" b="b"/>
              <a:pathLst>
                <a:path w="1851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850" y="1387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3" name="Google Shape;7080;p50">
              <a:extLst>
                <a:ext uri="{FF2B5EF4-FFF2-40B4-BE49-F238E27FC236}">
                  <a16:creationId xmlns:a16="http://schemas.microsoft.com/office/drawing/2014/main" id="{13BAFA87-E065-851A-55AC-7ACE808B5FC0}"/>
                </a:ext>
              </a:extLst>
            </p:cNvPr>
            <p:cNvSpPr/>
            <p:nvPr/>
          </p:nvSpPr>
          <p:spPr>
            <a:xfrm>
              <a:off x="3511800" y="2685175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4" name="Google Shape;7081;p50">
              <a:extLst>
                <a:ext uri="{FF2B5EF4-FFF2-40B4-BE49-F238E27FC236}">
                  <a16:creationId xmlns:a16="http://schemas.microsoft.com/office/drawing/2014/main" id="{4047F1FF-7685-7495-6515-F1A18FE05303}"/>
                </a:ext>
              </a:extLst>
            </p:cNvPr>
            <p:cNvSpPr/>
            <p:nvPr/>
          </p:nvSpPr>
          <p:spPr>
            <a:xfrm>
              <a:off x="3477150" y="2719850"/>
              <a:ext cx="34675" cy="34725"/>
            </a:xfrm>
            <a:custGeom>
              <a:avLst/>
              <a:gdLst/>
              <a:ahLst/>
              <a:cxnLst/>
              <a:rect l="l" t="t" r="r" b="b"/>
              <a:pathLst>
                <a:path w="1387" h="1389" extrusionOk="0">
                  <a:moveTo>
                    <a:pt x="0" y="0"/>
                  </a:moveTo>
                  <a:lnTo>
                    <a:pt x="0" y="1388"/>
                  </a:lnTo>
                  <a:lnTo>
                    <a:pt x="1387" y="1388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5" name="Google Shape;7082;p50">
              <a:extLst>
                <a:ext uri="{FF2B5EF4-FFF2-40B4-BE49-F238E27FC236}">
                  <a16:creationId xmlns:a16="http://schemas.microsoft.com/office/drawing/2014/main" id="{66A441F8-6409-819E-25D1-704B155F5DA7}"/>
                </a:ext>
              </a:extLst>
            </p:cNvPr>
            <p:cNvSpPr/>
            <p:nvPr/>
          </p:nvSpPr>
          <p:spPr>
            <a:xfrm>
              <a:off x="3442450" y="2754550"/>
              <a:ext cx="34725" cy="34725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0" y="0"/>
                  </a:moveTo>
                  <a:lnTo>
                    <a:pt x="0" y="1388"/>
                  </a:lnTo>
                  <a:lnTo>
                    <a:pt x="1388" y="1388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6" name="Google Shape;7083;p50">
              <a:extLst>
                <a:ext uri="{FF2B5EF4-FFF2-40B4-BE49-F238E27FC236}">
                  <a16:creationId xmlns:a16="http://schemas.microsoft.com/office/drawing/2014/main" id="{167E995D-D64C-F33A-EC4A-4F2B121BD883}"/>
                </a:ext>
              </a:extLst>
            </p:cNvPr>
            <p:cNvSpPr/>
            <p:nvPr/>
          </p:nvSpPr>
          <p:spPr>
            <a:xfrm>
              <a:off x="3407775" y="2789250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7" name="Google Shape;7084;p50">
              <a:extLst>
                <a:ext uri="{FF2B5EF4-FFF2-40B4-BE49-F238E27FC236}">
                  <a16:creationId xmlns:a16="http://schemas.microsoft.com/office/drawing/2014/main" id="{28B53750-1A46-7B3F-8EFC-ADAEFAACF49D}"/>
                </a:ext>
              </a:extLst>
            </p:cNvPr>
            <p:cNvSpPr/>
            <p:nvPr/>
          </p:nvSpPr>
          <p:spPr>
            <a:xfrm>
              <a:off x="3373075" y="2823900"/>
              <a:ext cx="34700" cy="34725"/>
            </a:xfrm>
            <a:custGeom>
              <a:avLst/>
              <a:gdLst/>
              <a:ahLst/>
              <a:cxnLst/>
              <a:rect l="l" t="t" r="r" b="b"/>
              <a:pathLst>
                <a:path w="1388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1387" y="1389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8" name="Google Shape;7085;p50">
              <a:extLst>
                <a:ext uri="{FF2B5EF4-FFF2-40B4-BE49-F238E27FC236}">
                  <a16:creationId xmlns:a16="http://schemas.microsoft.com/office/drawing/2014/main" id="{64CE36CF-7C34-B255-4B7B-77DEFCE7FB71}"/>
                </a:ext>
              </a:extLst>
            </p:cNvPr>
            <p:cNvSpPr/>
            <p:nvPr/>
          </p:nvSpPr>
          <p:spPr>
            <a:xfrm>
              <a:off x="3338375" y="28586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9" name="Google Shape;7086;p50">
              <a:extLst>
                <a:ext uri="{FF2B5EF4-FFF2-40B4-BE49-F238E27FC236}">
                  <a16:creationId xmlns:a16="http://schemas.microsoft.com/office/drawing/2014/main" id="{506C4C91-6BD3-8CD7-9679-E7BF92203BA4}"/>
                </a:ext>
              </a:extLst>
            </p:cNvPr>
            <p:cNvSpPr/>
            <p:nvPr/>
          </p:nvSpPr>
          <p:spPr>
            <a:xfrm>
              <a:off x="3662125" y="2615825"/>
              <a:ext cx="138725" cy="208100"/>
            </a:xfrm>
            <a:custGeom>
              <a:avLst/>
              <a:gdLst/>
              <a:ahLst/>
              <a:cxnLst/>
              <a:rect l="l" t="t" r="r" b="b"/>
              <a:pathLst>
                <a:path w="5549" h="8324" extrusionOk="0">
                  <a:moveTo>
                    <a:pt x="1387" y="1"/>
                  </a:moveTo>
                  <a:lnTo>
                    <a:pt x="1387" y="925"/>
                  </a:lnTo>
                  <a:lnTo>
                    <a:pt x="1387" y="1387"/>
                  </a:lnTo>
                  <a:lnTo>
                    <a:pt x="1387" y="2775"/>
                  </a:lnTo>
                  <a:lnTo>
                    <a:pt x="0" y="2775"/>
                  </a:lnTo>
                  <a:lnTo>
                    <a:pt x="0" y="4161"/>
                  </a:lnTo>
                  <a:lnTo>
                    <a:pt x="1387" y="4161"/>
                  </a:lnTo>
                  <a:lnTo>
                    <a:pt x="1387" y="5549"/>
                  </a:lnTo>
                  <a:lnTo>
                    <a:pt x="2775" y="5549"/>
                  </a:lnTo>
                  <a:lnTo>
                    <a:pt x="2775" y="1387"/>
                  </a:lnTo>
                  <a:lnTo>
                    <a:pt x="4163" y="1387"/>
                  </a:lnTo>
                  <a:lnTo>
                    <a:pt x="4163" y="8324"/>
                  </a:lnTo>
                  <a:lnTo>
                    <a:pt x="5549" y="8324"/>
                  </a:lnTo>
                  <a:lnTo>
                    <a:pt x="5549" y="1387"/>
                  </a:lnTo>
                  <a:lnTo>
                    <a:pt x="5549" y="925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0" name="Google Shape;7087;p50">
              <a:extLst>
                <a:ext uri="{FF2B5EF4-FFF2-40B4-BE49-F238E27FC236}">
                  <a16:creationId xmlns:a16="http://schemas.microsoft.com/office/drawing/2014/main" id="{2986BF6F-E1E9-6C12-E36E-480C9F3A7E8D}"/>
                </a:ext>
              </a:extLst>
            </p:cNvPr>
            <p:cNvSpPr/>
            <p:nvPr/>
          </p:nvSpPr>
          <p:spPr>
            <a:xfrm>
              <a:off x="3627425" y="26505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0" y="0"/>
                  </a:moveTo>
                  <a:lnTo>
                    <a:pt x="0" y="1388"/>
                  </a:lnTo>
                  <a:lnTo>
                    <a:pt x="1388" y="1388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1" name="Google Shape;7088;p50">
              <a:extLst>
                <a:ext uri="{FF2B5EF4-FFF2-40B4-BE49-F238E27FC236}">
                  <a16:creationId xmlns:a16="http://schemas.microsoft.com/office/drawing/2014/main" id="{14C7265A-89BB-694F-BDCA-013254E9FD7E}"/>
                </a:ext>
              </a:extLst>
            </p:cNvPr>
            <p:cNvSpPr/>
            <p:nvPr/>
          </p:nvSpPr>
          <p:spPr>
            <a:xfrm>
              <a:off x="3546500" y="26505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0"/>
                  </a:moveTo>
                  <a:lnTo>
                    <a:pt x="1" y="1388"/>
                  </a:lnTo>
                  <a:lnTo>
                    <a:pt x="1389" y="1388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2" name="Google Shape;7089;p50">
              <a:extLst>
                <a:ext uri="{FF2B5EF4-FFF2-40B4-BE49-F238E27FC236}">
                  <a16:creationId xmlns:a16="http://schemas.microsoft.com/office/drawing/2014/main" id="{A408309A-E12F-9BE7-77FA-6CDE146FF6C3}"/>
                </a:ext>
              </a:extLst>
            </p:cNvPr>
            <p:cNvSpPr/>
            <p:nvPr/>
          </p:nvSpPr>
          <p:spPr>
            <a:xfrm>
              <a:off x="3373075" y="2893275"/>
              <a:ext cx="462475" cy="254400"/>
            </a:xfrm>
            <a:custGeom>
              <a:avLst/>
              <a:gdLst/>
              <a:ahLst/>
              <a:cxnLst/>
              <a:rect l="l" t="t" r="r" b="b"/>
              <a:pathLst>
                <a:path w="18499" h="10176" extrusionOk="0">
                  <a:moveTo>
                    <a:pt x="1" y="0"/>
                  </a:moveTo>
                  <a:lnTo>
                    <a:pt x="1" y="10175"/>
                  </a:lnTo>
                  <a:lnTo>
                    <a:pt x="6475" y="10175"/>
                  </a:lnTo>
                  <a:lnTo>
                    <a:pt x="6475" y="1850"/>
                  </a:lnTo>
                  <a:lnTo>
                    <a:pt x="12024" y="1850"/>
                  </a:lnTo>
                  <a:lnTo>
                    <a:pt x="12024" y="10175"/>
                  </a:lnTo>
                  <a:lnTo>
                    <a:pt x="18499" y="10175"/>
                  </a:lnTo>
                  <a:lnTo>
                    <a:pt x="18499" y="0"/>
                  </a:lnTo>
                  <a:lnTo>
                    <a:pt x="17111" y="0"/>
                  </a:lnTo>
                  <a:lnTo>
                    <a:pt x="17111" y="8787"/>
                  </a:lnTo>
                  <a:lnTo>
                    <a:pt x="13412" y="8787"/>
                  </a:lnTo>
                  <a:lnTo>
                    <a:pt x="13412" y="462"/>
                  </a:lnTo>
                  <a:lnTo>
                    <a:pt x="5088" y="462"/>
                  </a:lnTo>
                  <a:lnTo>
                    <a:pt x="5088" y="8787"/>
                  </a:lnTo>
                  <a:lnTo>
                    <a:pt x="1389" y="8787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3" name="Google Shape;7090;p50">
              <a:extLst>
                <a:ext uri="{FF2B5EF4-FFF2-40B4-BE49-F238E27FC236}">
                  <a16:creationId xmlns:a16="http://schemas.microsoft.com/office/drawing/2014/main" id="{FB7ECB7F-F992-3D6A-EED6-34D253F9E071}"/>
                </a:ext>
              </a:extLst>
            </p:cNvPr>
            <p:cNvSpPr/>
            <p:nvPr/>
          </p:nvSpPr>
          <p:spPr>
            <a:xfrm>
              <a:off x="3800850" y="2823900"/>
              <a:ext cx="34700" cy="34725"/>
            </a:xfrm>
            <a:custGeom>
              <a:avLst/>
              <a:gdLst/>
              <a:ahLst/>
              <a:cxnLst/>
              <a:rect l="l" t="t" r="r" b="b"/>
              <a:pathLst>
                <a:path w="1388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388" y="1389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4" name="Google Shape;7091;p50">
              <a:extLst>
                <a:ext uri="{FF2B5EF4-FFF2-40B4-BE49-F238E27FC236}">
                  <a16:creationId xmlns:a16="http://schemas.microsoft.com/office/drawing/2014/main" id="{6DA6FDAF-DEBE-8C81-A4CF-7E7C2864D879}"/>
                </a:ext>
              </a:extLst>
            </p:cNvPr>
            <p:cNvSpPr/>
            <p:nvPr/>
          </p:nvSpPr>
          <p:spPr>
            <a:xfrm>
              <a:off x="3835525" y="2858600"/>
              <a:ext cx="34700" cy="34700"/>
            </a:xfrm>
            <a:custGeom>
              <a:avLst/>
              <a:gdLst/>
              <a:ahLst/>
              <a:cxnLst/>
              <a:rect l="l" t="t" r="r" b="b"/>
              <a:pathLst>
                <a:path w="1388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Imagem 4">
            <a:hlinkClick r:id="rId3"/>
            <a:extLst>
              <a:ext uri="{FF2B5EF4-FFF2-40B4-BE49-F238E27FC236}">
                <a16:creationId xmlns:a16="http://schemas.microsoft.com/office/drawing/2014/main" id="{064C391B-C258-81BF-579B-BF5510DB8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047" y="593631"/>
            <a:ext cx="7251905" cy="39562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" name="Google Shape;5795;p35"/>
          <p:cNvSpPr txBox="1">
            <a:spLocks noGrp="1"/>
          </p:cNvSpPr>
          <p:nvPr>
            <p:ph type="title" idx="2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5796" name="Google Shape;5796;p35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Diagrama de Classes</a:t>
            </a:r>
            <a:endParaRPr dirty="0"/>
          </a:p>
        </p:txBody>
      </p:sp>
      <p:grpSp>
        <p:nvGrpSpPr>
          <p:cNvPr id="5798" name="Google Shape;5798;p35"/>
          <p:cNvGrpSpPr/>
          <p:nvPr/>
        </p:nvGrpSpPr>
        <p:grpSpPr>
          <a:xfrm>
            <a:off x="8181641" y="306408"/>
            <a:ext cx="264001" cy="226285"/>
            <a:chOff x="753950" y="238125"/>
            <a:chExt cx="6111125" cy="5238075"/>
          </a:xfrm>
        </p:grpSpPr>
        <p:sp>
          <p:nvSpPr>
            <p:cNvPr id="5799" name="Google Shape;5799;p35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35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35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35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35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35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35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35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35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35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35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35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35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35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35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35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35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35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35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35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35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35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35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35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35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35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35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26" name="Google Shape;5826;p35"/>
          <p:cNvGrpSpPr/>
          <p:nvPr/>
        </p:nvGrpSpPr>
        <p:grpSpPr>
          <a:xfrm>
            <a:off x="8517721" y="306408"/>
            <a:ext cx="264001" cy="226285"/>
            <a:chOff x="753950" y="238125"/>
            <a:chExt cx="6111125" cy="5238075"/>
          </a:xfrm>
        </p:grpSpPr>
        <p:sp>
          <p:nvSpPr>
            <p:cNvPr id="5827" name="Google Shape;5827;p35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35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35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35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35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35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35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35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35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35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35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35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35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35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35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35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35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35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35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35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35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35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35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35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35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35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35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4" name="Google Shape;5854;p35"/>
          <p:cNvGrpSpPr/>
          <p:nvPr/>
        </p:nvGrpSpPr>
        <p:grpSpPr>
          <a:xfrm>
            <a:off x="8853801" y="306408"/>
            <a:ext cx="264001" cy="226285"/>
            <a:chOff x="753950" y="238125"/>
            <a:chExt cx="6111125" cy="5238075"/>
          </a:xfrm>
        </p:grpSpPr>
        <p:sp>
          <p:nvSpPr>
            <p:cNvPr id="5855" name="Google Shape;5855;p35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35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35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35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5859;p35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5860;p35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35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5862;p35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5863;p35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35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35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35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35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35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35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35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35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5872;p35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5873;p35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35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35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35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35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35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35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35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35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82" name="Google Shape;5882;p35">
            <a:hlinkClick r:id="rId3" action="ppaction://hlinksldjump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4064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3" name="Google Shape;5883;p35">
            <a:hlinkClick r:id="rId5" action="ppaction://hlinksldjump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35425" y="691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4" name="Google Shape;5884;p35">
            <a:hlinkClick r:id="rId7" action="ppaction://hlinksldjump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81639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7">
          <a:extLst>
            <a:ext uri="{FF2B5EF4-FFF2-40B4-BE49-F238E27FC236}">
              <a16:creationId xmlns:a16="http://schemas.microsoft.com/office/drawing/2014/main" id="{3D38D6A5-BDD1-262E-A6D6-554C3EDCE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994F6ED2-464A-DF18-B4AA-B4478B6E24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Imagem 2">
            <a:hlinkClick r:id="rId3"/>
            <a:extLst>
              <a:ext uri="{FF2B5EF4-FFF2-40B4-BE49-F238E27FC236}">
                <a16:creationId xmlns:a16="http://schemas.microsoft.com/office/drawing/2014/main" id="{44ADA03E-06D4-32B1-6C13-F69C2457C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094" y="106297"/>
            <a:ext cx="6653811" cy="49309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5" name="Google Shape;9849;p52">
            <a:extLst>
              <a:ext uri="{FF2B5EF4-FFF2-40B4-BE49-F238E27FC236}">
                <a16:creationId xmlns:a16="http://schemas.microsoft.com/office/drawing/2014/main" id="{00883B12-C057-7037-C069-A67F137A0BA3}"/>
              </a:ext>
            </a:extLst>
          </p:cNvPr>
          <p:cNvGrpSpPr/>
          <p:nvPr/>
        </p:nvGrpSpPr>
        <p:grpSpPr>
          <a:xfrm>
            <a:off x="8365688" y="2332656"/>
            <a:ext cx="567715" cy="478188"/>
            <a:chOff x="3338952" y="1290190"/>
            <a:chExt cx="1021829" cy="860690"/>
          </a:xfrm>
        </p:grpSpPr>
        <p:sp>
          <p:nvSpPr>
            <p:cNvPr id="6" name="Google Shape;9850;p52">
              <a:extLst>
                <a:ext uri="{FF2B5EF4-FFF2-40B4-BE49-F238E27FC236}">
                  <a16:creationId xmlns:a16="http://schemas.microsoft.com/office/drawing/2014/main" id="{497BC1C7-2444-01DE-495F-2DCEDDED2B18}"/>
                </a:ext>
              </a:extLst>
            </p:cNvPr>
            <p:cNvSpPr/>
            <p:nvPr/>
          </p:nvSpPr>
          <p:spPr>
            <a:xfrm>
              <a:off x="4252239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851;p52">
              <a:extLst>
                <a:ext uri="{FF2B5EF4-FFF2-40B4-BE49-F238E27FC236}">
                  <a16:creationId xmlns:a16="http://schemas.microsoft.com/office/drawing/2014/main" id="{121B3C61-5A21-E14B-E244-98544E33B012}"/>
                </a:ext>
              </a:extLst>
            </p:cNvPr>
            <p:cNvSpPr/>
            <p:nvPr/>
          </p:nvSpPr>
          <p:spPr>
            <a:xfrm>
              <a:off x="4252239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852;p52">
              <a:extLst>
                <a:ext uri="{FF2B5EF4-FFF2-40B4-BE49-F238E27FC236}">
                  <a16:creationId xmlns:a16="http://schemas.microsoft.com/office/drawing/2014/main" id="{7FC3F8C2-836C-2DA0-EBC2-D51967838629}"/>
                </a:ext>
              </a:extLst>
            </p:cNvPr>
            <p:cNvSpPr/>
            <p:nvPr/>
          </p:nvSpPr>
          <p:spPr>
            <a:xfrm>
              <a:off x="4252239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853;p52">
              <a:extLst>
                <a:ext uri="{FF2B5EF4-FFF2-40B4-BE49-F238E27FC236}">
                  <a16:creationId xmlns:a16="http://schemas.microsoft.com/office/drawing/2014/main" id="{E99810A6-4E69-31EB-1B0F-85377CAAF953}"/>
                </a:ext>
              </a:extLst>
            </p:cNvPr>
            <p:cNvSpPr/>
            <p:nvPr/>
          </p:nvSpPr>
          <p:spPr>
            <a:xfrm>
              <a:off x="4252784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854;p52">
              <a:extLst>
                <a:ext uri="{FF2B5EF4-FFF2-40B4-BE49-F238E27FC236}">
                  <a16:creationId xmlns:a16="http://schemas.microsoft.com/office/drawing/2014/main" id="{91F987E1-D037-F3C2-D675-AA7E115D73DF}"/>
                </a:ext>
              </a:extLst>
            </p:cNvPr>
            <p:cNvSpPr/>
            <p:nvPr/>
          </p:nvSpPr>
          <p:spPr>
            <a:xfrm>
              <a:off x="4198505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855;p52">
              <a:extLst>
                <a:ext uri="{FF2B5EF4-FFF2-40B4-BE49-F238E27FC236}">
                  <a16:creationId xmlns:a16="http://schemas.microsoft.com/office/drawing/2014/main" id="{9C159551-3341-99C5-112E-71F796D7A967}"/>
                </a:ext>
              </a:extLst>
            </p:cNvPr>
            <p:cNvSpPr/>
            <p:nvPr/>
          </p:nvSpPr>
          <p:spPr>
            <a:xfrm>
              <a:off x="4198505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856;p52">
              <a:extLst>
                <a:ext uri="{FF2B5EF4-FFF2-40B4-BE49-F238E27FC236}">
                  <a16:creationId xmlns:a16="http://schemas.microsoft.com/office/drawing/2014/main" id="{66151C0E-312D-2083-0A25-EF64F377E2E8}"/>
                </a:ext>
              </a:extLst>
            </p:cNvPr>
            <p:cNvSpPr/>
            <p:nvPr/>
          </p:nvSpPr>
          <p:spPr>
            <a:xfrm>
              <a:off x="4199035" y="1989165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857;p52">
              <a:extLst>
                <a:ext uri="{FF2B5EF4-FFF2-40B4-BE49-F238E27FC236}">
                  <a16:creationId xmlns:a16="http://schemas.microsoft.com/office/drawing/2014/main" id="{70340B08-E4C5-9455-681A-19EAFD202CB2}"/>
                </a:ext>
              </a:extLst>
            </p:cNvPr>
            <p:cNvSpPr/>
            <p:nvPr/>
          </p:nvSpPr>
          <p:spPr>
            <a:xfrm>
              <a:off x="4198505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858;p52">
              <a:extLst>
                <a:ext uri="{FF2B5EF4-FFF2-40B4-BE49-F238E27FC236}">
                  <a16:creationId xmlns:a16="http://schemas.microsoft.com/office/drawing/2014/main" id="{1EA09A8F-C295-436C-4CC2-AE5949A61F27}"/>
                </a:ext>
              </a:extLst>
            </p:cNvPr>
            <p:cNvSpPr/>
            <p:nvPr/>
          </p:nvSpPr>
          <p:spPr>
            <a:xfrm>
              <a:off x="4199035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859;p52">
              <a:extLst>
                <a:ext uri="{FF2B5EF4-FFF2-40B4-BE49-F238E27FC236}">
                  <a16:creationId xmlns:a16="http://schemas.microsoft.com/office/drawing/2014/main" id="{D58A9B55-69B4-0627-0751-28A9AA4B4182}"/>
                </a:ext>
              </a:extLst>
            </p:cNvPr>
            <p:cNvSpPr/>
            <p:nvPr/>
          </p:nvSpPr>
          <p:spPr>
            <a:xfrm>
              <a:off x="4198505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860;p52">
              <a:extLst>
                <a:ext uri="{FF2B5EF4-FFF2-40B4-BE49-F238E27FC236}">
                  <a16:creationId xmlns:a16="http://schemas.microsoft.com/office/drawing/2014/main" id="{A027BEA8-EAFD-1D6C-C2F5-B5BD813DBC8D}"/>
                </a:ext>
              </a:extLst>
            </p:cNvPr>
            <p:cNvSpPr/>
            <p:nvPr/>
          </p:nvSpPr>
          <p:spPr>
            <a:xfrm>
              <a:off x="4199035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861;p52">
              <a:extLst>
                <a:ext uri="{FF2B5EF4-FFF2-40B4-BE49-F238E27FC236}">
                  <a16:creationId xmlns:a16="http://schemas.microsoft.com/office/drawing/2014/main" id="{DF6E152C-8FAF-2A32-4FA1-C2405B7DA07F}"/>
                </a:ext>
              </a:extLst>
            </p:cNvPr>
            <p:cNvSpPr/>
            <p:nvPr/>
          </p:nvSpPr>
          <p:spPr>
            <a:xfrm>
              <a:off x="4198505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862;p52">
              <a:extLst>
                <a:ext uri="{FF2B5EF4-FFF2-40B4-BE49-F238E27FC236}">
                  <a16:creationId xmlns:a16="http://schemas.microsoft.com/office/drawing/2014/main" id="{9C2D7CA6-617A-8F2C-7993-AE3930255FF5}"/>
                </a:ext>
              </a:extLst>
            </p:cNvPr>
            <p:cNvSpPr/>
            <p:nvPr/>
          </p:nvSpPr>
          <p:spPr>
            <a:xfrm>
              <a:off x="4199035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863;p52">
              <a:extLst>
                <a:ext uri="{FF2B5EF4-FFF2-40B4-BE49-F238E27FC236}">
                  <a16:creationId xmlns:a16="http://schemas.microsoft.com/office/drawing/2014/main" id="{8A3BF4D9-1D23-86AC-9B6A-D04D9335A067}"/>
                </a:ext>
              </a:extLst>
            </p:cNvPr>
            <p:cNvSpPr/>
            <p:nvPr/>
          </p:nvSpPr>
          <p:spPr>
            <a:xfrm>
              <a:off x="4198505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864;p52">
              <a:extLst>
                <a:ext uri="{FF2B5EF4-FFF2-40B4-BE49-F238E27FC236}">
                  <a16:creationId xmlns:a16="http://schemas.microsoft.com/office/drawing/2014/main" id="{B83FD273-DF2C-A259-83B3-4CB82BD285EF}"/>
                </a:ext>
              </a:extLst>
            </p:cNvPr>
            <p:cNvSpPr/>
            <p:nvPr/>
          </p:nvSpPr>
          <p:spPr>
            <a:xfrm>
              <a:off x="4199035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865;p52">
              <a:extLst>
                <a:ext uri="{FF2B5EF4-FFF2-40B4-BE49-F238E27FC236}">
                  <a16:creationId xmlns:a16="http://schemas.microsoft.com/office/drawing/2014/main" id="{06F0F3CA-FBB9-3EDB-018B-227B4FC6F7DE}"/>
                </a:ext>
              </a:extLst>
            </p:cNvPr>
            <p:cNvSpPr/>
            <p:nvPr/>
          </p:nvSpPr>
          <p:spPr>
            <a:xfrm>
              <a:off x="4144818" y="204230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866;p52">
              <a:extLst>
                <a:ext uri="{FF2B5EF4-FFF2-40B4-BE49-F238E27FC236}">
                  <a16:creationId xmlns:a16="http://schemas.microsoft.com/office/drawing/2014/main" id="{715C395B-B0F6-0F5D-0093-0E9969DF12B7}"/>
                </a:ext>
              </a:extLst>
            </p:cNvPr>
            <p:cNvSpPr/>
            <p:nvPr/>
          </p:nvSpPr>
          <p:spPr>
            <a:xfrm>
              <a:off x="4144818" y="1988604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16" y="3519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867;p52">
              <a:extLst>
                <a:ext uri="{FF2B5EF4-FFF2-40B4-BE49-F238E27FC236}">
                  <a16:creationId xmlns:a16="http://schemas.microsoft.com/office/drawing/2014/main" id="{2E775D7F-3313-98AA-3F6C-54E99B52E639}"/>
                </a:ext>
              </a:extLst>
            </p:cNvPr>
            <p:cNvSpPr/>
            <p:nvPr/>
          </p:nvSpPr>
          <p:spPr>
            <a:xfrm>
              <a:off x="4145348" y="1989165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868;p52">
              <a:extLst>
                <a:ext uri="{FF2B5EF4-FFF2-40B4-BE49-F238E27FC236}">
                  <a16:creationId xmlns:a16="http://schemas.microsoft.com/office/drawing/2014/main" id="{6C81873A-0825-4ACA-9CC1-41A396830923}"/>
                </a:ext>
              </a:extLst>
            </p:cNvPr>
            <p:cNvSpPr/>
            <p:nvPr/>
          </p:nvSpPr>
          <p:spPr>
            <a:xfrm>
              <a:off x="4144818" y="1934871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869;p52">
              <a:extLst>
                <a:ext uri="{FF2B5EF4-FFF2-40B4-BE49-F238E27FC236}">
                  <a16:creationId xmlns:a16="http://schemas.microsoft.com/office/drawing/2014/main" id="{7888F031-AC45-DCF7-0F36-6D2354B3C617}"/>
                </a:ext>
              </a:extLst>
            </p:cNvPr>
            <p:cNvSpPr/>
            <p:nvPr/>
          </p:nvSpPr>
          <p:spPr>
            <a:xfrm>
              <a:off x="4145348" y="193541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870;p52">
              <a:extLst>
                <a:ext uri="{FF2B5EF4-FFF2-40B4-BE49-F238E27FC236}">
                  <a16:creationId xmlns:a16="http://schemas.microsoft.com/office/drawing/2014/main" id="{DBA0CBF0-A6BA-0566-875F-FB79E4755D3C}"/>
                </a:ext>
              </a:extLst>
            </p:cNvPr>
            <p:cNvSpPr/>
            <p:nvPr/>
          </p:nvSpPr>
          <p:spPr>
            <a:xfrm>
              <a:off x="414481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871;p52">
              <a:extLst>
                <a:ext uri="{FF2B5EF4-FFF2-40B4-BE49-F238E27FC236}">
                  <a16:creationId xmlns:a16="http://schemas.microsoft.com/office/drawing/2014/main" id="{0DFC7529-2000-E7C1-3866-1B15B731E6B7}"/>
                </a:ext>
              </a:extLst>
            </p:cNvPr>
            <p:cNvSpPr/>
            <p:nvPr/>
          </p:nvSpPr>
          <p:spPr>
            <a:xfrm>
              <a:off x="4145348" y="188166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872;p52">
              <a:extLst>
                <a:ext uri="{FF2B5EF4-FFF2-40B4-BE49-F238E27FC236}">
                  <a16:creationId xmlns:a16="http://schemas.microsoft.com/office/drawing/2014/main" id="{557D02CF-1D60-15A6-3A06-8FDD679C2FFE}"/>
                </a:ext>
              </a:extLst>
            </p:cNvPr>
            <p:cNvSpPr/>
            <p:nvPr/>
          </p:nvSpPr>
          <p:spPr>
            <a:xfrm>
              <a:off x="414481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873;p52">
              <a:extLst>
                <a:ext uri="{FF2B5EF4-FFF2-40B4-BE49-F238E27FC236}">
                  <a16:creationId xmlns:a16="http://schemas.microsoft.com/office/drawing/2014/main" id="{633D4B9F-A43E-0531-F3A5-9A6A470A9197}"/>
                </a:ext>
              </a:extLst>
            </p:cNvPr>
            <p:cNvSpPr/>
            <p:nvPr/>
          </p:nvSpPr>
          <p:spPr>
            <a:xfrm>
              <a:off x="4145348" y="1827979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874;p52">
              <a:extLst>
                <a:ext uri="{FF2B5EF4-FFF2-40B4-BE49-F238E27FC236}">
                  <a16:creationId xmlns:a16="http://schemas.microsoft.com/office/drawing/2014/main" id="{3D31BA3E-1CD9-3343-AF8D-FD6E883C32C2}"/>
                </a:ext>
              </a:extLst>
            </p:cNvPr>
            <p:cNvSpPr/>
            <p:nvPr/>
          </p:nvSpPr>
          <p:spPr>
            <a:xfrm>
              <a:off x="414481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875;p52">
              <a:extLst>
                <a:ext uri="{FF2B5EF4-FFF2-40B4-BE49-F238E27FC236}">
                  <a16:creationId xmlns:a16="http://schemas.microsoft.com/office/drawing/2014/main" id="{0413C7DB-CAD6-17A9-CC1D-DEA832740B35}"/>
                </a:ext>
              </a:extLst>
            </p:cNvPr>
            <p:cNvSpPr/>
            <p:nvPr/>
          </p:nvSpPr>
          <p:spPr>
            <a:xfrm>
              <a:off x="4145348" y="1774246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876;p52">
              <a:extLst>
                <a:ext uri="{FF2B5EF4-FFF2-40B4-BE49-F238E27FC236}">
                  <a16:creationId xmlns:a16="http://schemas.microsoft.com/office/drawing/2014/main" id="{C2DDF43A-8183-332F-A03F-F07E2E7FDF76}"/>
                </a:ext>
              </a:extLst>
            </p:cNvPr>
            <p:cNvSpPr/>
            <p:nvPr/>
          </p:nvSpPr>
          <p:spPr>
            <a:xfrm>
              <a:off x="414481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877;p52">
              <a:extLst>
                <a:ext uri="{FF2B5EF4-FFF2-40B4-BE49-F238E27FC236}">
                  <a16:creationId xmlns:a16="http://schemas.microsoft.com/office/drawing/2014/main" id="{DBB919B4-669E-7536-C375-90D26F90023F}"/>
                </a:ext>
              </a:extLst>
            </p:cNvPr>
            <p:cNvSpPr/>
            <p:nvPr/>
          </p:nvSpPr>
          <p:spPr>
            <a:xfrm>
              <a:off x="414481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878;p52">
              <a:extLst>
                <a:ext uri="{FF2B5EF4-FFF2-40B4-BE49-F238E27FC236}">
                  <a16:creationId xmlns:a16="http://schemas.microsoft.com/office/drawing/2014/main" id="{4BB6641E-767F-D659-312A-9E5D6D2CAE97}"/>
                </a:ext>
              </a:extLst>
            </p:cNvPr>
            <p:cNvSpPr/>
            <p:nvPr/>
          </p:nvSpPr>
          <p:spPr>
            <a:xfrm>
              <a:off x="4145348" y="1666809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879;p52">
              <a:extLst>
                <a:ext uri="{FF2B5EF4-FFF2-40B4-BE49-F238E27FC236}">
                  <a16:creationId xmlns:a16="http://schemas.microsoft.com/office/drawing/2014/main" id="{2F9A7213-CDE4-B2DD-361E-2F5F01524779}"/>
                </a:ext>
              </a:extLst>
            </p:cNvPr>
            <p:cNvSpPr/>
            <p:nvPr/>
          </p:nvSpPr>
          <p:spPr>
            <a:xfrm>
              <a:off x="414481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6" y="35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880;p52">
              <a:extLst>
                <a:ext uri="{FF2B5EF4-FFF2-40B4-BE49-F238E27FC236}">
                  <a16:creationId xmlns:a16="http://schemas.microsoft.com/office/drawing/2014/main" id="{B1C4D735-87E4-96E4-AABE-72007397B7D0}"/>
                </a:ext>
              </a:extLst>
            </p:cNvPr>
            <p:cNvSpPr/>
            <p:nvPr/>
          </p:nvSpPr>
          <p:spPr>
            <a:xfrm>
              <a:off x="4145348" y="1613075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881;p52">
              <a:extLst>
                <a:ext uri="{FF2B5EF4-FFF2-40B4-BE49-F238E27FC236}">
                  <a16:creationId xmlns:a16="http://schemas.microsoft.com/office/drawing/2014/main" id="{CE16FCEF-D85B-0826-9775-FEACE8A0FD0C}"/>
                </a:ext>
              </a:extLst>
            </p:cNvPr>
            <p:cNvSpPr/>
            <p:nvPr/>
          </p:nvSpPr>
          <p:spPr>
            <a:xfrm>
              <a:off x="4091069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882;p52">
              <a:extLst>
                <a:ext uri="{FF2B5EF4-FFF2-40B4-BE49-F238E27FC236}">
                  <a16:creationId xmlns:a16="http://schemas.microsoft.com/office/drawing/2014/main" id="{39777C0D-B65A-AEA1-FCFD-CC7E157E07E8}"/>
                </a:ext>
              </a:extLst>
            </p:cNvPr>
            <p:cNvSpPr/>
            <p:nvPr/>
          </p:nvSpPr>
          <p:spPr>
            <a:xfrm>
              <a:off x="4091069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883;p52">
              <a:extLst>
                <a:ext uri="{FF2B5EF4-FFF2-40B4-BE49-F238E27FC236}">
                  <a16:creationId xmlns:a16="http://schemas.microsoft.com/office/drawing/2014/main" id="{C57A5F53-938B-C2EB-17FA-EBE9E8C70CDD}"/>
                </a:ext>
              </a:extLst>
            </p:cNvPr>
            <p:cNvSpPr/>
            <p:nvPr/>
          </p:nvSpPr>
          <p:spPr>
            <a:xfrm>
              <a:off x="4091614" y="1989165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9884;p52">
              <a:extLst>
                <a:ext uri="{FF2B5EF4-FFF2-40B4-BE49-F238E27FC236}">
                  <a16:creationId xmlns:a16="http://schemas.microsoft.com/office/drawing/2014/main" id="{F7E2D7FF-AB04-5ABB-48AA-CD3600538F77}"/>
                </a:ext>
              </a:extLst>
            </p:cNvPr>
            <p:cNvSpPr/>
            <p:nvPr/>
          </p:nvSpPr>
          <p:spPr>
            <a:xfrm>
              <a:off x="4091069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885;p52">
              <a:extLst>
                <a:ext uri="{FF2B5EF4-FFF2-40B4-BE49-F238E27FC236}">
                  <a16:creationId xmlns:a16="http://schemas.microsoft.com/office/drawing/2014/main" id="{C75CA5EF-8CEB-A317-352C-843E8F1E54CA}"/>
                </a:ext>
              </a:extLst>
            </p:cNvPr>
            <p:cNvSpPr/>
            <p:nvPr/>
          </p:nvSpPr>
          <p:spPr>
            <a:xfrm>
              <a:off x="4091614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886;p52">
              <a:extLst>
                <a:ext uri="{FF2B5EF4-FFF2-40B4-BE49-F238E27FC236}">
                  <a16:creationId xmlns:a16="http://schemas.microsoft.com/office/drawing/2014/main" id="{0FC29583-A367-E5E6-160F-20B32EA8C4B5}"/>
                </a:ext>
              </a:extLst>
            </p:cNvPr>
            <p:cNvSpPr/>
            <p:nvPr/>
          </p:nvSpPr>
          <p:spPr>
            <a:xfrm>
              <a:off x="4091069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887;p52">
              <a:extLst>
                <a:ext uri="{FF2B5EF4-FFF2-40B4-BE49-F238E27FC236}">
                  <a16:creationId xmlns:a16="http://schemas.microsoft.com/office/drawing/2014/main" id="{20681330-5798-EEB3-1635-DE7130C939B6}"/>
                </a:ext>
              </a:extLst>
            </p:cNvPr>
            <p:cNvSpPr/>
            <p:nvPr/>
          </p:nvSpPr>
          <p:spPr>
            <a:xfrm>
              <a:off x="4091614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888;p52">
              <a:extLst>
                <a:ext uri="{FF2B5EF4-FFF2-40B4-BE49-F238E27FC236}">
                  <a16:creationId xmlns:a16="http://schemas.microsoft.com/office/drawing/2014/main" id="{8155475D-37D0-8BB3-9BD2-83CD43D107C2}"/>
                </a:ext>
              </a:extLst>
            </p:cNvPr>
            <p:cNvSpPr/>
            <p:nvPr/>
          </p:nvSpPr>
          <p:spPr>
            <a:xfrm>
              <a:off x="4091069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889;p52">
              <a:extLst>
                <a:ext uri="{FF2B5EF4-FFF2-40B4-BE49-F238E27FC236}">
                  <a16:creationId xmlns:a16="http://schemas.microsoft.com/office/drawing/2014/main" id="{32258914-247C-6AA5-61F7-55451F29061C}"/>
                </a:ext>
              </a:extLst>
            </p:cNvPr>
            <p:cNvSpPr/>
            <p:nvPr/>
          </p:nvSpPr>
          <p:spPr>
            <a:xfrm>
              <a:off x="4091614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890;p52">
              <a:extLst>
                <a:ext uri="{FF2B5EF4-FFF2-40B4-BE49-F238E27FC236}">
                  <a16:creationId xmlns:a16="http://schemas.microsoft.com/office/drawing/2014/main" id="{ED708C31-48B0-44C4-F43E-FB86D182AF13}"/>
                </a:ext>
              </a:extLst>
            </p:cNvPr>
            <p:cNvSpPr/>
            <p:nvPr/>
          </p:nvSpPr>
          <p:spPr>
            <a:xfrm>
              <a:off x="4091069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891;p52">
              <a:extLst>
                <a:ext uri="{FF2B5EF4-FFF2-40B4-BE49-F238E27FC236}">
                  <a16:creationId xmlns:a16="http://schemas.microsoft.com/office/drawing/2014/main" id="{74DE6CBB-12E8-DBDB-6B90-AAD2B794AFFE}"/>
                </a:ext>
              </a:extLst>
            </p:cNvPr>
            <p:cNvSpPr/>
            <p:nvPr/>
          </p:nvSpPr>
          <p:spPr>
            <a:xfrm>
              <a:off x="4091069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892;p52">
              <a:extLst>
                <a:ext uri="{FF2B5EF4-FFF2-40B4-BE49-F238E27FC236}">
                  <a16:creationId xmlns:a16="http://schemas.microsoft.com/office/drawing/2014/main" id="{0B4A2738-9C4B-1BDA-5A37-5627E0FED7D8}"/>
                </a:ext>
              </a:extLst>
            </p:cNvPr>
            <p:cNvSpPr/>
            <p:nvPr/>
          </p:nvSpPr>
          <p:spPr>
            <a:xfrm>
              <a:off x="4091614" y="1720512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893;p52">
              <a:extLst>
                <a:ext uri="{FF2B5EF4-FFF2-40B4-BE49-F238E27FC236}">
                  <a16:creationId xmlns:a16="http://schemas.microsoft.com/office/drawing/2014/main" id="{2564CC96-EA15-BE63-1D49-2E9878091E8B}"/>
                </a:ext>
              </a:extLst>
            </p:cNvPr>
            <p:cNvSpPr/>
            <p:nvPr/>
          </p:nvSpPr>
          <p:spPr>
            <a:xfrm>
              <a:off x="4091069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894;p52">
              <a:extLst>
                <a:ext uri="{FF2B5EF4-FFF2-40B4-BE49-F238E27FC236}">
                  <a16:creationId xmlns:a16="http://schemas.microsoft.com/office/drawing/2014/main" id="{AA9A5BF2-7550-D8B5-729B-267380FF132E}"/>
                </a:ext>
              </a:extLst>
            </p:cNvPr>
            <p:cNvSpPr/>
            <p:nvPr/>
          </p:nvSpPr>
          <p:spPr>
            <a:xfrm>
              <a:off x="4091069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895;p52">
              <a:extLst>
                <a:ext uri="{FF2B5EF4-FFF2-40B4-BE49-F238E27FC236}">
                  <a16:creationId xmlns:a16="http://schemas.microsoft.com/office/drawing/2014/main" id="{CD18FE7B-E875-8C4D-B86B-348F8B07F324}"/>
                </a:ext>
              </a:extLst>
            </p:cNvPr>
            <p:cNvSpPr/>
            <p:nvPr/>
          </p:nvSpPr>
          <p:spPr>
            <a:xfrm>
              <a:off x="4091614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896;p52">
              <a:extLst>
                <a:ext uri="{FF2B5EF4-FFF2-40B4-BE49-F238E27FC236}">
                  <a16:creationId xmlns:a16="http://schemas.microsoft.com/office/drawing/2014/main" id="{1B93649B-52C0-DF5D-F880-45A4A6DEA571}"/>
                </a:ext>
              </a:extLst>
            </p:cNvPr>
            <p:cNvSpPr/>
            <p:nvPr/>
          </p:nvSpPr>
          <p:spPr>
            <a:xfrm>
              <a:off x="4037335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897;p52">
              <a:extLst>
                <a:ext uri="{FF2B5EF4-FFF2-40B4-BE49-F238E27FC236}">
                  <a16:creationId xmlns:a16="http://schemas.microsoft.com/office/drawing/2014/main" id="{94F30F7E-D872-E2D8-C72F-0A8E20880D3A}"/>
                </a:ext>
              </a:extLst>
            </p:cNvPr>
            <p:cNvSpPr/>
            <p:nvPr/>
          </p:nvSpPr>
          <p:spPr>
            <a:xfrm>
              <a:off x="4037335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898;p52">
              <a:extLst>
                <a:ext uri="{FF2B5EF4-FFF2-40B4-BE49-F238E27FC236}">
                  <a16:creationId xmlns:a16="http://schemas.microsoft.com/office/drawing/2014/main" id="{07973AEC-6E81-6330-9692-4C5F8A50EE8E}"/>
                </a:ext>
              </a:extLst>
            </p:cNvPr>
            <p:cNvSpPr/>
            <p:nvPr/>
          </p:nvSpPr>
          <p:spPr>
            <a:xfrm>
              <a:off x="4037335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899;p52">
              <a:extLst>
                <a:ext uri="{FF2B5EF4-FFF2-40B4-BE49-F238E27FC236}">
                  <a16:creationId xmlns:a16="http://schemas.microsoft.com/office/drawing/2014/main" id="{5C0CFE2A-9C49-38FF-D5C8-56425CB5D598}"/>
                </a:ext>
              </a:extLst>
            </p:cNvPr>
            <p:cNvSpPr/>
            <p:nvPr/>
          </p:nvSpPr>
          <p:spPr>
            <a:xfrm>
              <a:off x="4037335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900;p52">
              <a:extLst>
                <a:ext uri="{FF2B5EF4-FFF2-40B4-BE49-F238E27FC236}">
                  <a16:creationId xmlns:a16="http://schemas.microsoft.com/office/drawing/2014/main" id="{241EA941-E763-80BB-CB07-F6C496188DED}"/>
                </a:ext>
              </a:extLst>
            </p:cNvPr>
            <p:cNvSpPr/>
            <p:nvPr/>
          </p:nvSpPr>
          <p:spPr>
            <a:xfrm>
              <a:off x="4037880" y="188166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901;p52">
              <a:extLst>
                <a:ext uri="{FF2B5EF4-FFF2-40B4-BE49-F238E27FC236}">
                  <a16:creationId xmlns:a16="http://schemas.microsoft.com/office/drawing/2014/main" id="{43E34A94-09E2-926E-FBB5-BA4405CB4B54}"/>
                </a:ext>
              </a:extLst>
            </p:cNvPr>
            <p:cNvSpPr/>
            <p:nvPr/>
          </p:nvSpPr>
          <p:spPr>
            <a:xfrm>
              <a:off x="4037335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902;p52">
              <a:extLst>
                <a:ext uri="{FF2B5EF4-FFF2-40B4-BE49-F238E27FC236}">
                  <a16:creationId xmlns:a16="http://schemas.microsoft.com/office/drawing/2014/main" id="{2CABBEA0-9570-1725-672D-7154A3877780}"/>
                </a:ext>
              </a:extLst>
            </p:cNvPr>
            <p:cNvSpPr/>
            <p:nvPr/>
          </p:nvSpPr>
          <p:spPr>
            <a:xfrm>
              <a:off x="4037880" y="1827979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903;p52">
              <a:extLst>
                <a:ext uri="{FF2B5EF4-FFF2-40B4-BE49-F238E27FC236}">
                  <a16:creationId xmlns:a16="http://schemas.microsoft.com/office/drawing/2014/main" id="{1D61FF56-0888-FD2D-2019-DE49B93D245F}"/>
                </a:ext>
              </a:extLst>
            </p:cNvPr>
            <p:cNvSpPr/>
            <p:nvPr/>
          </p:nvSpPr>
          <p:spPr>
            <a:xfrm>
              <a:off x="4037335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904;p52">
              <a:extLst>
                <a:ext uri="{FF2B5EF4-FFF2-40B4-BE49-F238E27FC236}">
                  <a16:creationId xmlns:a16="http://schemas.microsoft.com/office/drawing/2014/main" id="{CC6A3D74-AC96-55AB-45B3-4C1DFC0C3693}"/>
                </a:ext>
              </a:extLst>
            </p:cNvPr>
            <p:cNvSpPr/>
            <p:nvPr/>
          </p:nvSpPr>
          <p:spPr>
            <a:xfrm>
              <a:off x="4037880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905;p52">
              <a:extLst>
                <a:ext uri="{FF2B5EF4-FFF2-40B4-BE49-F238E27FC236}">
                  <a16:creationId xmlns:a16="http://schemas.microsoft.com/office/drawing/2014/main" id="{35A98B25-2750-A867-B8E9-8F41B9CBFA09}"/>
                </a:ext>
              </a:extLst>
            </p:cNvPr>
            <p:cNvSpPr/>
            <p:nvPr/>
          </p:nvSpPr>
          <p:spPr>
            <a:xfrm>
              <a:off x="4037335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9906;p52">
              <a:extLst>
                <a:ext uri="{FF2B5EF4-FFF2-40B4-BE49-F238E27FC236}">
                  <a16:creationId xmlns:a16="http://schemas.microsoft.com/office/drawing/2014/main" id="{5703B33D-0011-E091-05A1-D28BFD8FE194}"/>
                </a:ext>
              </a:extLst>
            </p:cNvPr>
            <p:cNvSpPr/>
            <p:nvPr/>
          </p:nvSpPr>
          <p:spPr>
            <a:xfrm>
              <a:off x="4037335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907;p52">
              <a:extLst>
                <a:ext uri="{FF2B5EF4-FFF2-40B4-BE49-F238E27FC236}">
                  <a16:creationId xmlns:a16="http://schemas.microsoft.com/office/drawing/2014/main" id="{47877EC2-8CCB-F531-CAFD-123EE9FEA1E2}"/>
                </a:ext>
              </a:extLst>
            </p:cNvPr>
            <p:cNvSpPr/>
            <p:nvPr/>
          </p:nvSpPr>
          <p:spPr>
            <a:xfrm>
              <a:off x="4037880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9908;p52">
              <a:extLst>
                <a:ext uri="{FF2B5EF4-FFF2-40B4-BE49-F238E27FC236}">
                  <a16:creationId xmlns:a16="http://schemas.microsoft.com/office/drawing/2014/main" id="{A260F3F5-9BDA-A4B1-B434-99F77E27A01B}"/>
                </a:ext>
              </a:extLst>
            </p:cNvPr>
            <p:cNvSpPr/>
            <p:nvPr/>
          </p:nvSpPr>
          <p:spPr>
            <a:xfrm>
              <a:off x="4037335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9909;p52">
              <a:extLst>
                <a:ext uri="{FF2B5EF4-FFF2-40B4-BE49-F238E27FC236}">
                  <a16:creationId xmlns:a16="http://schemas.microsoft.com/office/drawing/2014/main" id="{C96A621E-C0D4-763A-308D-5957058C28DE}"/>
                </a:ext>
              </a:extLst>
            </p:cNvPr>
            <p:cNvSpPr/>
            <p:nvPr/>
          </p:nvSpPr>
          <p:spPr>
            <a:xfrm>
              <a:off x="4037880" y="1613075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9910;p52">
              <a:extLst>
                <a:ext uri="{FF2B5EF4-FFF2-40B4-BE49-F238E27FC236}">
                  <a16:creationId xmlns:a16="http://schemas.microsoft.com/office/drawing/2014/main" id="{9FF2DBE7-DECC-5610-CCE5-760ED3F15379}"/>
                </a:ext>
              </a:extLst>
            </p:cNvPr>
            <p:cNvSpPr/>
            <p:nvPr/>
          </p:nvSpPr>
          <p:spPr>
            <a:xfrm>
              <a:off x="398364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9911;p52">
              <a:extLst>
                <a:ext uri="{FF2B5EF4-FFF2-40B4-BE49-F238E27FC236}">
                  <a16:creationId xmlns:a16="http://schemas.microsoft.com/office/drawing/2014/main" id="{9F9A5D5E-8BDF-CA57-B5FD-5677E96F0384}"/>
                </a:ext>
              </a:extLst>
            </p:cNvPr>
            <p:cNvSpPr/>
            <p:nvPr/>
          </p:nvSpPr>
          <p:spPr>
            <a:xfrm>
              <a:off x="398364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912;p52">
              <a:extLst>
                <a:ext uri="{FF2B5EF4-FFF2-40B4-BE49-F238E27FC236}">
                  <a16:creationId xmlns:a16="http://schemas.microsoft.com/office/drawing/2014/main" id="{93019678-6D08-741F-9C6B-F3BE5B8C85DD}"/>
                </a:ext>
              </a:extLst>
            </p:cNvPr>
            <p:cNvSpPr/>
            <p:nvPr/>
          </p:nvSpPr>
          <p:spPr>
            <a:xfrm>
              <a:off x="3984178" y="1827979"/>
              <a:ext cx="53718" cy="53703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913;p52">
              <a:extLst>
                <a:ext uri="{FF2B5EF4-FFF2-40B4-BE49-F238E27FC236}">
                  <a16:creationId xmlns:a16="http://schemas.microsoft.com/office/drawing/2014/main" id="{7A3CE95B-E2D4-31B0-1A77-9526875CBDDB}"/>
                </a:ext>
              </a:extLst>
            </p:cNvPr>
            <p:cNvSpPr/>
            <p:nvPr/>
          </p:nvSpPr>
          <p:spPr>
            <a:xfrm>
              <a:off x="398364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914;p52">
              <a:extLst>
                <a:ext uri="{FF2B5EF4-FFF2-40B4-BE49-F238E27FC236}">
                  <a16:creationId xmlns:a16="http://schemas.microsoft.com/office/drawing/2014/main" id="{BA0EECD4-0226-1DCA-53B6-62217B6B6BE9}"/>
                </a:ext>
              </a:extLst>
            </p:cNvPr>
            <p:cNvSpPr/>
            <p:nvPr/>
          </p:nvSpPr>
          <p:spPr>
            <a:xfrm>
              <a:off x="3984178" y="1774246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915;p52">
              <a:extLst>
                <a:ext uri="{FF2B5EF4-FFF2-40B4-BE49-F238E27FC236}">
                  <a16:creationId xmlns:a16="http://schemas.microsoft.com/office/drawing/2014/main" id="{960657F7-7724-0A6D-6B9F-4C2B502C0FEF}"/>
                </a:ext>
              </a:extLst>
            </p:cNvPr>
            <p:cNvSpPr/>
            <p:nvPr/>
          </p:nvSpPr>
          <p:spPr>
            <a:xfrm>
              <a:off x="398364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9916;p52">
              <a:extLst>
                <a:ext uri="{FF2B5EF4-FFF2-40B4-BE49-F238E27FC236}">
                  <a16:creationId xmlns:a16="http://schemas.microsoft.com/office/drawing/2014/main" id="{8120EBBE-E191-9AFE-F767-9FB9A00C8355}"/>
                </a:ext>
              </a:extLst>
            </p:cNvPr>
            <p:cNvSpPr/>
            <p:nvPr/>
          </p:nvSpPr>
          <p:spPr>
            <a:xfrm>
              <a:off x="3984178" y="1720512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9917;p52">
              <a:extLst>
                <a:ext uri="{FF2B5EF4-FFF2-40B4-BE49-F238E27FC236}">
                  <a16:creationId xmlns:a16="http://schemas.microsoft.com/office/drawing/2014/main" id="{3E846D86-4CDF-4598-3C2A-06538CF802C9}"/>
                </a:ext>
              </a:extLst>
            </p:cNvPr>
            <p:cNvSpPr/>
            <p:nvPr/>
          </p:nvSpPr>
          <p:spPr>
            <a:xfrm>
              <a:off x="398364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9918;p52">
              <a:extLst>
                <a:ext uri="{FF2B5EF4-FFF2-40B4-BE49-F238E27FC236}">
                  <a16:creationId xmlns:a16="http://schemas.microsoft.com/office/drawing/2014/main" id="{2070C0FE-5680-A4B7-F925-2EF52D4E8DC0}"/>
                </a:ext>
              </a:extLst>
            </p:cNvPr>
            <p:cNvSpPr/>
            <p:nvPr/>
          </p:nvSpPr>
          <p:spPr>
            <a:xfrm>
              <a:off x="3984178" y="1666809"/>
              <a:ext cx="53718" cy="53718"/>
            </a:xfrm>
            <a:custGeom>
              <a:avLst/>
              <a:gdLst/>
              <a:ahLst/>
              <a:cxnLst/>
              <a:rect l="l" t="t" r="r" b="b"/>
              <a:pathLst>
                <a:path w="3449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9919;p52">
              <a:extLst>
                <a:ext uri="{FF2B5EF4-FFF2-40B4-BE49-F238E27FC236}">
                  <a16:creationId xmlns:a16="http://schemas.microsoft.com/office/drawing/2014/main" id="{DC92C570-F1F0-72EC-BD09-722A1C433C43}"/>
                </a:ext>
              </a:extLst>
            </p:cNvPr>
            <p:cNvSpPr/>
            <p:nvPr/>
          </p:nvSpPr>
          <p:spPr>
            <a:xfrm>
              <a:off x="398364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9920;p52">
              <a:extLst>
                <a:ext uri="{FF2B5EF4-FFF2-40B4-BE49-F238E27FC236}">
                  <a16:creationId xmlns:a16="http://schemas.microsoft.com/office/drawing/2014/main" id="{8363668B-7E0A-DB80-3C83-972E93396D3A}"/>
                </a:ext>
              </a:extLst>
            </p:cNvPr>
            <p:cNvSpPr/>
            <p:nvPr/>
          </p:nvSpPr>
          <p:spPr>
            <a:xfrm>
              <a:off x="3984178" y="1613075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9921;p52">
              <a:extLst>
                <a:ext uri="{FF2B5EF4-FFF2-40B4-BE49-F238E27FC236}">
                  <a16:creationId xmlns:a16="http://schemas.microsoft.com/office/drawing/2014/main" id="{35106DF6-F4A8-A7BE-84A6-25DF16914020}"/>
                </a:ext>
              </a:extLst>
            </p:cNvPr>
            <p:cNvSpPr/>
            <p:nvPr/>
          </p:nvSpPr>
          <p:spPr>
            <a:xfrm>
              <a:off x="3929915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9922;p52">
              <a:extLst>
                <a:ext uri="{FF2B5EF4-FFF2-40B4-BE49-F238E27FC236}">
                  <a16:creationId xmlns:a16="http://schemas.microsoft.com/office/drawing/2014/main" id="{9B1DC288-9FE2-AFC9-AD24-A502AD5F2629}"/>
                </a:ext>
              </a:extLst>
            </p:cNvPr>
            <p:cNvSpPr/>
            <p:nvPr/>
          </p:nvSpPr>
          <p:spPr>
            <a:xfrm>
              <a:off x="3929915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9923;p52">
              <a:extLst>
                <a:ext uri="{FF2B5EF4-FFF2-40B4-BE49-F238E27FC236}">
                  <a16:creationId xmlns:a16="http://schemas.microsoft.com/office/drawing/2014/main" id="{46D24236-C5BF-46EF-02E4-5159EDA2C5D1}"/>
                </a:ext>
              </a:extLst>
            </p:cNvPr>
            <p:cNvSpPr/>
            <p:nvPr/>
          </p:nvSpPr>
          <p:spPr>
            <a:xfrm>
              <a:off x="3929915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924;p52">
              <a:extLst>
                <a:ext uri="{FF2B5EF4-FFF2-40B4-BE49-F238E27FC236}">
                  <a16:creationId xmlns:a16="http://schemas.microsoft.com/office/drawing/2014/main" id="{3F5941DB-C673-DF29-CA93-04BA331313F5}"/>
                </a:ext>
              </a:extLst>
            </p:cNvPr>
            <p:cNvSpPr/>
            <p:nvPr/>
          </p:nvSpPr>
          <p:spPr>
            <a:xfrm>
              <a:off x="3930444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925;p52">
              <a:extLst>
                <a:ext uri="{FF2B5EF4-FFF2-40B4-BE49-F238E27FC236}">
                  <a16:creationId xmlns:a16="http://schemas.microsoft.com/office/drawing/2014/main" id="{3B6052AA-BE6C-167B-E8DC-543D683FBB63}"/>
                </a:ext>
              </a:extLst>
            </p:cNvPr>
            <p:cNvSpPr/>
            <p:nvPr/>
          </p:nvSpPr>
          <p:spPr>
            <a:xfrm>
              <a:off x="3929915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926;p52">
              <a:extLst>
                <a:ext uri="{FF2B5EF4-FFF2-40B4-BE49-F238E27FC236}">
                  <a16:creationId xmlns:a16="http://schemas.microsoft.com/office/drawing/2014/main" id="{AD65CB16-B2CB-C29C-8855-2B9CF451CBFC}"/>
                </a:ext>
              </a:extLst>
            </p:cNvPr>
            <p:cNvSpPr/>
            <p:nvPr/>
          </p:nvSpPr>
          <p:spPr>
            <a:xfrm>
              <a:off x="3930444" y="1720512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927;p52">
              <a:extLst>
                <a:ext uri="{FF2B5EF4-FFF2-40B4-BE49-F238E27FC236}">
                  <a16:creationId xmlns:a16="http://schemas.microsoft.com/office/drawing/2014/main" id="{1409CF61-C98E-EA9B-86BA-788C26111948}"/>
                </a:ext>
              </a:extLst>
            </p:cNvPr>
            <p:cNvSpPr/>
            <p:nvPr/>
          </p:nvSpPr>
          <p:spPr>
            <a:xfrm>
              <a:off x="3929915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928;p52">
              <a:extLst>
                <a:ext uri="{FF2B5EF4-FFF2-40B4-BE49-F238E27FC236}">
                  <a16:creationId xmlns:a16="http://schemas.microsoft.com/office/drawing/2014/main" id="{64D72826-1875-7B8A-8037-8E94A9CB5BFE}"/>
                </a:ext>
              </a:extLst>
            </p:cNvPr>
            <p:cNvSpPr/>
            <p:nvPr/>
          </p:nvSpPr>
          <p:spPr>
            <a:xfrm>
              <a:off x="3930444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9929;p52">
              <a:extLst>
                <a:ext uri="{FF2B5EF4-FFF2-40B4-BE49-F238E27FC236}">
                  <a16:creationId xmlns:a16="http://schemas.microsoft.com/office/drawing/2014/main" id="{DBF58446-64FF-DE56-9BA0-1222CD75B156}"/>
                </a:ext>
              </a:extLst>
            </p:cNvPr>
            <p:cNvSpPr/>
            <p:nvPr/>
          </p:nvSpPr>
          <p:spPr>
            <a:xfrm>
              <a:off x="3929915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0" y="3522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9930;p52">
              <a:extLst>
                <a:ext uri="{FF2B5EF4-FFF2-40B4-BE49-F238E27FC236}">
                  <a16:creationId xmlns:a16="http://schemas.microsoft.com/office/drawing/2014/main" id="{54E296B1-7C75-8626-C674-4D14C1839C94}"/>
                </a:ext>
              </a:extLst>
            </p:cNvPr>
            <p:cNvSpPr/>
            <p:nvPr/>
          </p:nvSpPr>
          <p:spPr>
            <a:xfrm>
              <a:off x="3876150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9931;p52">
              <a:extLst>
                <a:ext uri="{FF2B5EF4-FFF2-40B4-BE49-F238E27FC236}">
                  <a16:creationId xmlns:a16="http://schemas.microsoft.com/office/drawing/2014/main" id="{6FE01568-7932-A818-1F3D-D2C4308DF0A0}"/>
                </a:ext>
              </a:extLst>
            </p:cNvPr>
            <p:cNvSpPr/>
            <p:nvPr/>
          </p:nvSpPr>
          <p:spPr>
            <a:xfrm>
              <a:off x="3876150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9932;p52">
              <a:extLst>
                <a:ext uri="{FF2B5EF4-FFF2-40B4-BE49-F238E27FC236}">
                  <a16:creationId xmlns:a16="http://schemas.microsoft.com/office/drawing/2014/main" id="{51A7DC39-C14E-B030-C9EF-A379A1168FBA}"/>
                </a:ext>
              </a:extLst>
            </p:cNvPr>
            <p:cNvSpPr/>
            <p:nvPr/>
          </p:nvSpPr>
          <p:spPr>
            <a:xfrm>
              <a:off x="3876150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9933;p52">
              <a:extLst>
                <a:ext uri="{FF2B5EF4-FFF2-40B4-BE49-F238E27FC236}">
                  <a16:creationId xmlns:a16="http://schemas.microsoft.com/office/drawing/2014/main" id="{0ACBCA05-EE33-46AF-26E3-275C4E3D1055}"/>
                </a:ext>
              </a:extLst>
            </p:cNvPr>
            <p:cNvSpPr/>
            <p:nvPr/>
          </p:nvSpPr>
          <p:spPr>
            <a:xfrm>
              <a:off x="3876710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934;p52">
              <a:extLst>
                <a:ext uri="{FF2B5EF4-FFF2-40B4-BE49-F238E27FC236}">
                  <a16:creationId xmlns:a16="http://schemas.microsoft.com/office/drawing/2014/main" id="{7BA91C29-048C-F167-A873-BE91DA2796E6}"/>
                </a:ext>
              </a:extLst>
            </p:cNvPr>
            <p:cNvSpPr/>
            <p:nvPr/>
          </p:nvSpPr>
          <p:spPr>
            <a:xfrm>
              <a:off x="3876150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935;p52">
              <a:extLst>
                <a:ext uri="{FF2B5EF4-FFF2-40B4-BE49-F238E27FC236}">
                  <a16:creationId xmlns:a16="http://schemas.microsoft.com/office/drawing/2014/main" id="{8179494E-4ECE-BD23-C6D4-5C95908DFC46}"/>
                </a:ext>
              </a:extLst>
            </p:cNvPr>
            <p:cNvSpPr/>
            <p:nvPr/>
          </p:nvSpPr>
          <p:spPr>
            <a:xfrm>
              <a:off x="3876150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936;p52">
              <a:extLst>
                <a:ext uri="{FF2B5EF4-FFF2-40B4-BE49-F238E27FC236}">
                  <a16:creationId xmlns:a16="http://schemas.microsoft.com/office/drawing/2014/main" id="{C25068C0-499B-1165-983B-D1580EF10B7C}"/>
                </a:ext>
              </a:extLst>
            </p:cNvPr>
            <p:cNvSpPr/>
            <p:nvPr/>
          </p:nvSpPr>
          <p:spPr>
            <a:xfrm>
              <a:off x="3876710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937;p52">
              <a:extLst>
                <a:ext uri="{FF2B5EF4-FFF2-40B4-BE49-F238E27FC236}">
                  <a16:creationId xmlns:a16="http://schemas.microsoft.com/office/drawing/2014/main" id="{B6A20639-04AB-AAD6-270F-5B6B990167D4}"/>
                </a:ext>
              </a:extLst>
            </p:cNvPr>
            <p:cNvSpPr/>
            <p:nvPr/>
          </p:nvSpPr>
          <p:spPr>
            <a:xfrm>
              <a:off x="3876150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938;p52">
              <a:extLst>
                <a:ext uri="{FF2B5EF4-FFF2-40B4-BE49-F238E27FC236}">
                  <a16:creationId xmlns:a16="http://schemas.microsoft.com/office/drawing/2014/main" id="{7FAA0EFC-3E18-2A25-B940-C32B8019E641}"/>
                </a:ext>
              </a:extLst>
            </p:cNvPr>
            <p:cNvSpPr/>
            <p:nvPr/>
          </p:nvSpPr>
          <p:spPr>
            <a:xfrm>
              <a:off x="382247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939;p52">
              <a:extLst>
                <a:ext uri="{FF2B5EF4-FFF2-40B4-BE49-F238E27FC236}">
                  <a16:creationId xmlns:a16="http://schemas.microsoft.com/office/drawing/2014/main" id="{EA48CCE7-791B-4E67-F655-91E3BE4E8041}"/>
                </a:ext>
              </a:extLst>
            </p:cNvPr>
            <p:cNvSpPr/>
            <p:nvPr/>
          </p:nvSpPr>
          <p:spPr>
            <a:xfrm>
              <a:off x="382247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940;p52">
              <a:extLst>
                <a:ext uri="{FF2B5EF4-FFF2-40B4-BE49-F238E27FC236}">
                  <a16:creationId xmlns:a16="http://schemas.microsoft.com/office/drawing/2014/main" id="{249E78A7-6E8D-5596-166D-1E7CE84889BA}"/>
                </a:ext>
              </a:extLst>
            </p:cNvPr>
            <p:cNvSpPr/>
            <p:nvPr/>
          </p:nvSpPr>
          <p:spPr>
            <a:xfrm>
              <a:off x="382247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941;p52">
              <a:extLst>
                <a:ext uri="{FF2B5EF4-FFF2-40B4-BE49-F238E27FC236}">
                  <a16:creationId xmlns:a16="http://schemas.microsoft.com/office/drawing/2014/main" id="{FF3037B3-BFCB-E3C5-19C3-16CDD220CE70}"/>
                </a:ext>
              </a:extLst>
            </p:cNvPr>
            <p:cNvSpPr/>
            <p:nvPr/>
          </p:nvSpPr>
          <p:spPr>
            <a:xfrm>
              <a:off x="3823008" y="1774246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7" y="3450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942;p52">
              <a:extLst>
                <a:ext uri="{FF2B5EF4-FFF2-40B4-BE49-F238E27FC236}">
                  <a16:creationId xmlns:a16="http://schemas.microsoft.com/office/drawing/2014/main" id="{04BB889D-46CA-A884-1CA2-DCF2A4E37E3E}"/>
                </a:ext>
              </a:extLst>
            </p:cNvPr>
            <p:cNvSpPr/>
            <p:nvPr/>
          </p:nvSpPr>
          <p:spPr>
            <a:xfrm>
              <a:off x="382247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43;p52">
              <a:extLst>
                <a:ext uri="{FF2B5EF4-FFF2-40B4-BE49-F238E27FC236}">
                  <a16:creationId xmlns:a16="http://schemas.microsoft.com/office/drawing/2014/main" id="{FBEFEF0B-5BDE-CE7F-8A5F-6CB233605645}"/>
                </a:ext>
              </a:extLst>
            </p:cNvPr>
            <p:cNvSpPr/>
            <p:nvPr/>
          </p:nvSpPr>
          <p:spPr>
            <a:xfrm>
              <a:off x="3823008" y="1720512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7" y="3450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9944;p52">
              <a:extLst>
                <a:ext uri="{FF2B5EF4-FFF2-40B4-BE49-F238E27FC236}">
                  <a16:creationId xmlns:a16="http://schemas.microsoft.com/office/drawing/2014/main" id="{D66FD3E8-8F2A-00F4-D5B5-D11D58527537}"/>
                </a:ext>
              </a:extLst>
            </p:cNvPr>
            <p:cNvSpPr/>
            <p:nvPr/>
          </p:nvSpPr>
          <p:spPr>
            <a:xfrm>
              <a:off x="382247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9945;p52">
              <a:extLst>
                <a:ext uri="{FF2B5EF4-FFF2-40B4-BE49-F238E27FC236}">
                  <a16:creationId xmlns:a16="http://schemas.microsoft.com/office/drawing/2014/main" id="{3544161A-FEFB-C343-435B-02BF1406A80D}"/>
                </a:ext>
              </a:extLst>
            </p:cNvPr>
            <p:cNvSpPr/>
            <p:nvPr/>
          </p:nvSpPr>
          <p:spPr>
            <a:xfrm>
              <a:off x="3823008" y="1666809"/>
              <a:ext cx="53687" cy="53718"/>
            </a:xfrm>
            <a:custGeom>
              <a:avLst/>
              <a:gdLst/>
              <a:ahLst/>
              <a:cxnLst/>
              <a:rect l="l" t="t" r="r" b="b"/>
              <a:pathLst>
                <a:path w="3447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7" y="3448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9946;p52">
              <a:extLst>
                <a:ext uri="{FF2B5EF4-FFF2-40B4-BE49-F238E27FC236}">
                  <a16:creationId xmlns:a16="http://schemas.microsoft.com/office/drawing/2014/main" id="{C13E9310-83B7-C9B7-D0AF-7688423ABEF9}"/>
                </a:ext>
              </a:extLst>
            </p:cNvPr>
            <p:cNvSpPr/>
            <p:nvPr/>
          </p:nvSpPr>
          <p:spPr>
            <a:xfrm>
              <a:off x="382247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9947;p52">
              <a:extLst>
                <a:ext uri="{FF2B5EF4-FFF2-40B4-BE49-F238E27FC236}">
                  <a16:creationId xmlns:a16="http://schemas.microsoft.com/office/drawing/2014/main" id="{4511972E-6D30-34CA-1F4A-675B82AE54D3}"/>
                </a:ext>
              </a:extLst>
            </p:cNvPr>
            <p:cNvSpPr/>
            <p:nvPr/>
          </p:nvSpPr>
          <p:spPr>
            <a:xfrm>
              <a:off x="3768713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9948;p52">
              <a:extLst>
                <a:ext uri="{FF2B5EF4-FFF2-40B4-BE49-F238E27FC236}">
                  <a16:creationId xmlns:a16="http://schemas.microsoft.com/office/drawing/2014/main" id="{9CFC2D1F-9D36-F042-E036-F3720E70DE33}"/>
                </a:ext>
              </a:extLst>
            </p:cNvPr>
            <p:cNvSpPr/>
            <p:nvPr/>
          </p:nvSpPr>
          <p:spPr>
            <a:xfrm>
              <a:off x="3768713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9949;p52">
              <a:extLst>
                <a:ext uri="{FF2B5EF4-FFF2-40B4-BE49-F238E27FC236}">
                  <a16:creationId xmlns:a16="http://schemas.microsoft.com/office/drawing/2014/main" id="{7987F123-332D-E7F5-24CD-45F7E21BBA96}"/>
                </a:ext>
              </a:extLst>
            </p:cNvPr>
            <p:cNvSpPr/>
            <p:nvPr/>
          </p:nvSpPr>
          <p:spPr>
            <a:xfrm>
              <a:off x="3768713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9950;p52">
              <a:extLst>
                <a:ext uri="{FF2B5EF4-FFF2-40B4-BE49-F238E27FC236}">
                  <a16:creationId xmlns:a16="http://schemas.microsoft.com/office/drawing/2014/main" id="{20F2FD43-8F34-C1F5-E849-597F2B0456DE}"/>
                </a:ext>
              </a:extLst>
            </p:cNvPr>
            <p:cNvSpPr/>
            <p:nvPr/>
          </p:nvSpPr>
          <p:spPr>
            <a:xfrm>
              <a:off x="3769274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9951;p52">
              <a:extLst>
                <a:ext uri="{FF2B5EF4-FFF2-40B4-BE49-F238E27FC236}">
                  <a16:creationId xmlns:a16="http://schemas.microsoft.com/office/drawing/2014/main" id="{B882599E-ECEE-9C05-7A1A-FA49AD9AE306}"/>
                </a:ext>
              </a:extLst>
            </p:cNvPr>
            <p:cNvSpPr/>
            <p:nvPr/>
          </p:nvSpPr>
          <p:spPr>
            <a:xfrm>
              <a:off x="3768713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9952;p52">
              <a:extLst>
                <a:ext uri="{FF2B5EF4-FFF2-40B4-BE49-F238E27FC236}">
                  <a16:creationId xmlns:a16="http://schemas.microsoft.com/office/drawing/2014/main" id="{A3DD2C11-7321-2DD0-B874-7544EAF42F86}"/>
                </a:ext>
              </a:extLst>
            </p:cNvPr>
            <p:cNvSpPr/>
            <p:nvPr/>
          </p:nvSpPr>
          <p:spPr>
            <a:xfrm>
              <a:off x="3768713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9953;p52">
              <a:extLst>
                <a:ext uri="{FF2B5EF4-FFF2-40B4-BE49-F238E27FC236}">
                  <a16:creationId xmlns:a16="http://schemas.microsoft.com/office/drawing/2014/main" id="{8D692705-D642-C6BC-F342-74C906A859D6}"/>
                </a:ext>
              </a:extLst>
            </p:cNvPr>
            <p:cNvSpPr/>
            <p:nvPr/>
          </p:nvSpPr>
          <p:spPr>
            <a:xfrm>
              <a:off x="3769274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9954;p52">
              <a:extLst>
                <a:ext uri="{FF2B5EF4-FFF2-40B4-BE49-F238E27FC236}">
                  <a16:creationId xmlns:a16="http://schemas.microsoft.com/office/drawing/2014/main" id="{A090C7BC-F1BC-4595-6A02-8FD9044AFB05}"/>
                </a:ext>
              </a:extLst>
            </p:cNvPr>
            <p:cNvSpPr/>
            <p:nvPr/>
          </p:nvSpPr>
          <p:spPr>
            <a:xfrm>
              <a:off x="3768713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9955;p52">
              <a:extLst>
                <a:ext uri="{FF2B5EF4-FFF2-40B4-BE49-F238E27FC236}">
                  <a16:creationId xmlns:a16="http://schemas.microsoft.com/office/drawing/2014/main" id="{3C2E151F-37A5-49F4-8EAE-78893C293074}"/>
                </a:ext>
              </a:extLst>
            </p:cNvPr>
            <p:cNvSpPr/>
            <p:nvPr/>
          </p:nvSpPr>
          <p:spPr>
            <a:xfrm>
              <a:off x="3715042" y="188113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9956;p52">
              <a:extLst>
                <a:ext uri="{FF2B5EF4-FFF2-40B4-BE49-F238E27FC236}">
                  <a16:creationId xmlns:a16="http://schemas.microsoft.com/office/drawing/2014/main" id="{08DCAA1A-188F-52D6-5FE8-42AD51D654AB}"/>
                </a:ext>
              </a:extLst>
            </p:cNvPr>
            <p:cNvSpPr/>
            <p:nvPr/>
          </p:nvSpPr>
          <p:spPr>
            <a:xfrm>
              <a:off x="3715042" y="1827450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9957;p52">
              <a:extLst>
                <a:ext uri="{FF2B5EF4-FFF2-40B4-BE49-F238E27FC236}">
                  <a16:creationId xmlns:a16="http://schemas.microsoft.com/office/drawing/2014/main" id="{AC6FD800-4CD5-D6CF-EC07-AB566A908802}"/>
                </a:ext>
              </a:extLst>
            </p:cNvPr>
            <p:cNvSpPr/>
            <p:nvPr/>
          </p:nvSpPr>
          <p:spPr>
            <a:xfrm>
              <a:off x="3715042" y="1773700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9958;p52">
              <a:extLst>
                <a:ext uri="{FF2B5EF4-FFF2-40B4-BE49-F238E27FC236}">
                  <a16:creationId xmlns:a16="http://schemas.microsoft.com/office/drawing/2014/main" id="{5F158079-66D6-7A58-4FFF-F932AD7106E4}"/>
                </a:ext>
              </a:extLst>
            </p:cNvPr>
            <p:cNvSpPr/>
            <p:nvPr/>
          </p:nvSpPr>
          <p:spPr>
            <a:xfrm>
              <a:off x="3715587" y="1774246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9959;p52">
              <a:extLst>
                <a:ext uri="{FF2B5EF4-FFF2-40B4-BE49-F238E27FC236}">
                  <a16:creationId xmlns:a16="http://schemas.microsoft.com/office/drawing/2014/main" id="{809121B3-0B47-2A2A-A02D-58FDBB06899D}"/>
                </a:ext>
              </a:extLst>
            </p:cNvPr>
            <p:cNvSpPr/>
            <p:nvPr/>
          </p:nvSpPr>
          <p:spPr>
            <a:xfrm>
              <a:off x="3715042" y="171995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9960;p52">
              <a:extLst>
                <a:ext uri="{FF2B5EF4-FFF2-40B4-BE49-F238E27FC236}">
                  <a16:creationId xmlns:a16="http://schemas.microsoft.com/office/drawing/2014/main" id="{B69BDBBA-CC87-3C75-54DB-2057EBDEB197}"/>
                </a:ext>
              </a:extLst>
            </p:cNvPr>
            <p:cNvSpPr/>
            <p:nvPr/>
          </p:nvSpPr>
          <p:spPr>
            <a:xfrm>
              <a:off x="3715587" y="1720512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9961;p52">
              <a:extLst>
                <a:ext uri="{FF2B5EF4-FFF2-40B4-BE49-F238E27FC236}">
                  <a16:creationId xmlns:a16="http://schemas.microsoft.com/office/drawing/2014/main" id="{20E708F8-3C77-A2B1-755A-6EA541F71ED6}"/>
                </a:ext>
              </a:extLst>
            </p:cNvPr>
            <p:cNvSpPr/>
            <p:nvPr/>
          </p:nvSpPr>
          <p:spPr>
            <a:xfrm>
              <a:off x="3715042" y="166628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9962;p52">
              <a:extLst>
                <a:ext uri="{FF2B5EF4-FFF2-40B4-BE49-F238E27FC236}">
                  <a16:creationId xmlns:a16="http://schemas.microsoft.com/office/drawing/2014/main" id="{F1B0DA88-C616-7CA7-74A5-C11252CE8976}"/>
                </a:ext>
              </a:extLst>
            </p:cNvPr>
            <p:cNvSpPr/>
            <p:nvPr/>
          </p:nvSpPr>
          <p:spPr>
            <a:xfrm>
              <a:off x="3715587" y="1666809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9963;p52">
              <a:extLst>
                <a:ext uri="{FF2B5EF4-FFF2-40B4-BE49-F238E27FC236}">
                  <a16:creationId xmlns:a16="http://schemas.microsoft.com/office/drawing/2014/main" id="{5E0E55CF-25AE-2F60-8C7B-1D39B24764CB}"/>
                </a:ext>
              </a:extLst>
            </p:cNvPr>
            <p:cNvSpPr/>
            <p:nvPr/>
          </p:nvSpPr>
          <p:spPr>
            <a:xfrm>
              <a:off x="3715042" y="1612515"/>
              <a:ext cx="54793" cy="54871"/>
            </a:xfrm>
            <a:custGeom>
              <a:avLst/>
              <a:gdLst/>
              <a:ahLst/>
              <a:cxnLst/>
              <a:rect l="l" t="t" r="r" b="b"/>
              <a:pathLst>
                <a:path w="3518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9964;p52">
              <a:extLst>
                <a:ext uri="{FF2B5EF4-FFF2-40B4-BE49-F238E27FC236}">
                  <a16:creationId xmlns:a16="http://schemas.microsoft.com/office/drawing/2014/main" id="{72885A29-C419-A216-BB0F-1E45758D2BFC}"/>
                </a:ext>
              </a:extLst>
            </p:cNvPr>
            <p:cNvSpPr/>
            <p:nvPr/>
          </p:nvSpPr>
          <p:spPr>
            <a:xfrm>
              <a:off x="3661308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9965;p52">
              <a:extLst>
                <a:ext uri="{FF2B5EF4-FFF2-40B4-BE49-F238E27FC236}">
                  <a16:creationId xmlns:a16="http://schemas.microsoft.com/office/drawing/2014/main" id="{FA226119-AE36-20D4-38A0-D5AC1A72B76C}"/>
                </a:ext>
              </a:extLst>
            </p:cNvPr>
            <p:cNvSpPr/>
            <p:nvPr/>
          </p:nvSpPr>
          <p:spPr>
            <a:xfrm>
              <a:off x="3661308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9966;p52">
              <a:extLst>
                <a:ext uri="{FF2B5EF4-FFF2-40B4-BE49-F238E27FC236}">
                  <a16:creationId xmlns:a16="http://schemas.microsoft.com/office/drawing/2014/main" id="{4B8BEA81-0A43-DBD8-444B-7223F24841E7}"/>
                </a:ext>
              </a:extLst>
            </p:cNvPr>
            <p:cNvSpPr/>
            <p:nvPr/>
          </p:nvSpPr>
          <p:spPr>
            <a:xfrm>
              <a:off x="3661838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9967;p52">
              <a:extLst>
                <a:ext uri="{FF2B5EF4-FFF2-40B4-BE49-F238E27FC236}">
                  <a16:creationId xmlns:a16="http://schemas.microsoft.com/office/drawing/2014/main" id="{743983B7-6007-DB26-6E6B-1F2016A17AA2}"/>
                </a:ext>
              </a:extLst>
            </p:cNvPr>
            <p:cNvSpPr/>
            <p:nvPr/>
          </p:nvSpPr>
          <p:spPr>
            <a:xfrm>
              <a:off x="3661308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9968;p52">
              <a:extLst>
                <a:ext uri="{FF2B5EF4-FFF2-40B4-BE49-F238E27FC236}">
                  <a16:creationId xmlns:a16="http://schemas.microsoft.com/office/drawing/2014/main" id="{85B9DFB1-4381-300F-C800-17C8264251D1}"/>
                </a:ext>
              </a:extLst>
            </p:cNvPr>
            <p:cNvSpPr/>
            <p:nvPr/>
          </p:nvSpPr>
          <p:spPr>
            <a:xfrm>
              <a:off x="3661838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9969;p52">
              <a:extLst>
                <a:ext uri="{FF2B5EF4-FFF2-40B4-BE49-F238E27FC236}">
                  <a16:creationId xmlns:a16="http://schemas.microsoft.com/office/drawing/2014/main" id="{7D7DB336-AA22-AD3C-4947-A67F0BE8CC2B}"/>
                </a:ext>
              </a:extLst>
            </p:cNvPr>
            <p:cNvSpPr/>
            <p:nvPr/>
          </p:nvSpPr>
          <p:spPr>
            <a:xfrm>
              <a:off x="3661308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9970;p52">
              <a:extLst>
                <a:ext uri="{FF2B5EF4-FFF2-40B4-BE49-F238E27FC236}">
                  <a16:creationId xmlns:a16="http://schemas.microsoft.com/office/drawing/2014/main" id="{B9EADA09-E43B-40FC-63A6-1C2D7B87E648}"/>
                </a:ext>
              </a:extLst>
            </p:cNvPr>
            <p:cNvSpPr/>
            <p:nvPr/>
          </p:nvSpPr>
          <p:spPr>
            <a:xfrm>
              <a:off x="3661838" y="1720512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9971;p52">
              <a:extLst>
                <a:ext uri="{FF2B5EF4-FFF2-40B4-BE49-F238E27FC236}">
                  <a16:creationId xmlns:a16="http://schemas.microsoft.com/office/drawing/2014/main" id="{654ACEAA-B1BB-60B3-D5F5-EADA2D20F08B}"/>
                </a:ext>
              </a:extLst>
            </p:cNvPr>
            <p:cNvSpPr/>
            <p:nvPr/>
          </p:nvSpPr>
          <p:spPr>
            <a:xfrm>
              <a:off x="3661308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9972;p52">
              <a:extLst>
                <a:ext uri="{FF2B5EF4-FFF2-40B4-BE49-F238E27FC236}">
                  <a16:creationId xmlns:a16="http://schemas.microsoft.com/office/drawing/2014/main" id="{CA8BAA33-5477-7CFE-9CBE-E592BEE72374}"/>
                </a:ext>
              </a:extLst>
            </p:cNvPr>
            <p:cNvSpPr/>
            <p:nvPr/>
          </p:nvSpPr>
          <p:spPr>
            <a:xfrm>
              <a:off x="3661838" y="1666809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9973;p52">
              <a:extLst>
                <a:ext uri="{FF2B5EF4-FFF2-40B4-BE49-F238E27FC236}">
                  <a16:creationId xmlns:a16="http://schemas.microsoft.com/office/drawing/2014/main" id="{4AAF4290-284E-39F3-0A4F-AB8952A940A2}"/>
                </a:ext>
              </a:extLst>
            </p:cNvPr>
            <p:cNvSpPr/>
            <p:nvPr/>
          </p:nvSpPr>
          <p:spPr>
            <a:xfrm>
              <a:off x="3661308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9974;p52">
              <a:extLst>
                <a:ext uri="{FF2B5EF4-FFF2-40B4-BE49-F238E27FC236}">
                  <a16:creationId xmlns:a16="http://schemas.microsoft.com/office/drawing/2014/main" id="{FEF275C9-F4B0-42D8-727A-055026913775}"/>
                </a:ext>
              </a:extLst>
            </p:cNvPr>
            <p:cNvSpPr/>
            <p:nvPr/>
          </p:nvSpPr>
          <p:spPr>
            <a:xfrm>
              <a:off x="3661838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9975;p52">
              <a:extLst>
                <a:ext uri="{FF2B5EF4-FFF2-40B4-BE49-F238E27FC236}">
                  <a16:creationId xmlns:a16="http://schemas.microsoft.com/office/drawing/2014/main" id="{4E8AAAED-076A-59B7-939E-7C115E27E7DB}"/>
                </a:ext>
              </a:extLst>
            </p:cNvPr>
            <p:cNvSpPr/>
            <p:nvPr/>
          </p:nvSpPr>
          <p:spPr>
            <a:xfrm>
              <a:off x="3607559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9976;p52">
              <a:extLst>
                <a:ext uri="{FF2B5EF4-FFF2-40B4-BE49-F238E27FC236}">
                  <a16:creationId xmlns:a16="http://schemas.microsoft.com/office/drawing/2014/main" id="{18A30B8A-0BF1-4F5E-B21D-81B7EB463013}"/>
                </a:ext>
              </a:extLst>
            </p:cNvPr>
            <p:cNvSpPr/>
            <p:nvPr/>
          </p:nvSpPr>
          <p:spPr>
            <a:xfrm>
              <a:off x="3607559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0" y="3519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9977;p52">
              <a:extLst>
                <a:ext uri="{FF2B5EF4-FFF2-40B4-BE49-F238E27FC236}">
                  <a16:creationId xmlns:a16="http://schemas.microsoft.com/office/drawing/2014/main" id="{8BDC6E4B-4033-09E5-EBA5-A7C262552F5D}"/>
                </a:ext>
              </a:extLst>
            </p:cNvPr>
            <p:cNvSpPr/>
            <p:nvPr/>
          </p:nvSpPr>
          <p:spPr>
            <a:xfrm>
              <a:off x="3607559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9978;p52">
              <a:extLst>
                <a:ext uri="{FF2B5EF4-FFF2-40B4-BE49-F238E27FC236}">
                  <a16:creationId xmlns:a16="http://schemas.microsoft.com/office/drawing/2014/main" id="{948DBC67-F221-E38B-4FE6-A2E66A8A3929}"/>
                </a:ext>
              </a:extLst>
            </p:cNvPr>
            <p:cNvSpPr/>
            <p:nvPr/>
          </p:nvSpPr>
          <p:spPr>
            <a:xfrm>
              <a:off x="3607559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9979;p52">
              <a:extLst>
                <a:ext uri="{FF2B5EF4-FFF2-40B4-BE49-F238E27FC236}">
                  <a16:creationId xmlns:a16="http://schemas.microsoft.com/office/drawing/2014/main" id="{74168762-2D0C-966B-C78D-D2F5F6649340}"/>
                </a:ext>
              </a:extLst>
            </p:cNvPr>
            <p:cNvSpPr/>
            <p:nvPr/>
          </p:nvSpPr>
          <p:spPr>
            <a:xfrm>
              <a:off x="3608088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9980;p52">
              <a:extLst>
                <a:ext uri="{FF2B5EF4-FFF2-40B4-BE49-F238E27FC236}">
                  <a16:creationId xmlns:a16="http://schemas.microsoft.com/office/drawing/2014/main" id="{1BD09F4F-2FB0-DAFC-78B7-41957CAB7DB0}"/>
                </a:ext>
              </a:extLst>
            </p:cNvPr>
            <p:cNvSpPr/>
            <p:nvPr/>
          </p:nvSpPr>
          <p:spPr>
            <a:xfrm>
              <a:off x="3607559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9981;p52">
              <a:extLst>
                <a:ext uri="{FF2B5EF4-FFF2-40B4-BE49-F238E27FC236}">
                  <a16:creationId xmlns:a16="http://schemas.microsoft.com/office/drawing/2014/main" id="{04ADF744-B1B3-E9A9-94A7-81AAA91F0166}"/>
                </a:ext>
              </a:extLst>
            </p:cNvPr>
            <p:cNvSpPr/>
            <p:nvPr/>
          </p:nvSpPr>
          <p:spPr>
            <a:xfrm>
              <a:off x="3608088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9982;p52">
              <a:extLst>
                <a:ext uri="{FF2B5EF4-FFF2-40B4-BE49-F238E27FC236}">
                  <a16:creationId xmlns:a16="http://schemas.microsoft.com/office/drawing/2014/main" id="{85C6F48E-F565-AA69-F670-E985D9756E43}"/>
                </a:ext>
              </a:extLst>
            </p:cNvPr>
            <p:cNvSpPr/>
            <p:nvPr/>
          </p:nvSpPr>
          <p:spPr>
            <a:xfrm>
              <a:off x="3607559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9983;p52">
              <a:extLst>
                <a:ext uri="{FF2B5EF4-FFF2-40B4-BE49-F238E27FC236}">
                  <a16:creationId xmlns:a16="http://schemas.microsoft.com/office/drawing/2014/main" id="{D018283B-7A21-6E17-62D1-6213ADD8580C}"/>
                </a:ext>
              </a:extLst>
            </p:cNvPr>
            <p:cNvSpPr/>
            <p:nvPr/>
          </p:nvSpPr>
          <p:spPr>
            <a:xfrm>
              <a:off x="3608088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9984;p52">
              <a:extLst>
                <a:ext uri="{FF2B5EF4-FFF2-40B4-BE49-F238E27FC236}">
                  <a16:creationId xmlns:a16="http://schemas.microsoft.com/office/drawing/2014/main" id="{1143CD40-E21C-DB8A-BF71-99B955C6298E}"/>
                </a:ext>
              </a:extLst>
            </p:cNvPr>
            <p:cNvSpPr/>
            <p:nvPr/>
          </p:nvSpPr>
          <p:spPr>
            <a:xfrm>
              <a:off x="3607559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9985;p52">
              <a:extLst>
                <a:ext uri="{FF2B5EF4-FFF2-40B4-BE49-F238E27FC236}">
                  <a16:creationId xmlns:a16="http://schemas.microsoft.com/office/drawing/2014/main" id="{B8839357-9CC8-B3B6-D289-7C4696F3DA3C}"/>
                </a:ext>
              </a:extLst>
            </p:cNvPr>
            <p:cNvSpPr/>
            <p:nvPr/>
          </p:nvSpPr>
          <p:spPr>
            <a:xfrm>
              <a:off x="3607559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9986;p52">
              <a:extLst>
                <a:ext uri="{FF2B5EF4-FFF2-40B4-BE49-F238E27FC236}">
                  <a16:creationId xmlns:a16="http://schemas.microsoft.com/office/drawing/2014/main" id="{F2A409C9-5C23-DC8B-CDA4-8E44829DB50A}"/>
                </a:ext>
              </a:extLst>
            </p:cNvPr>
            <p:cNvSpPr/>
            <p:nvPr/>
          </p:nvSpPr>
          <p:spPr>
            <a:xfrm>
              <a:off x="3608088" y="1666809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9987;p52">
              <a:extLst>
                <a:ext uri="{FF2B5EF4-FFF2-40B4-BE49-F238E27FC236}">
                  <a16:creationId xmlns:a16="http://schemas.microsoft.com/office/drawing/2014/main" id="{FD1DDC84-F6D1-D373-8D55-63EC24621ED1}"/>
                </a:ext>
              </a:extLst>
            </p:cNvPr>
            <p:cNvSpPr/>
            <p:nvPr/>
          </p:nvSpPr>
          <p:spPr>
            <a:xfrm>
              <a:off x="3607559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0" y="3522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9988;p52">
              <a:extLst>
                <a:ext uri="{FF2B5EF4-FFF2-40B4-BE49-F238E27FC236}">
                  <a16:creationId xmlns:a16="http://schemas.microsoft.com/office/drawing/2014/main" id="{48CB4618-341A-F3CA-29C8-CD9781C17E37}"/>
                </a:ext>
              </a:extLst>
            </p:cNvPr>
            <p:cNvSpPr/>
            <p:nvPr/>
          </p:nvSpPr>
          <p:spPr>
            <a:xfrm>
              <a:off x="3608088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9989;p52">
              <a:extLst>
                <a:ext uri="{FF2B5EF4-FFF2-40B4-BE49-F238E27FC236}">
                  <a16:creationId xmlns:a16="http://schemas.microsoft.com/office/drawing/2014/main" id="{682834BA-0129-8C7A-46EE-6698E35E371F}"/>
                </a:ext>
              </a:extLst>
            </p:cNvPr>
            <p:cNvSpPr/>
            <p:nvPr/>
          </p:nvSpPr>
          <p:spPr>
            <a:xfrm>
              <a:off x="3553872" y="204230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9990;p52">
              <a:extLst>
                <a:ext uri="{FF2B5EF4-FFF2-40B4-BE49-F238E27FC236}">
                  <a16:creationId xmlns:a16="http://schemas.microsoft.com/office/drawing/2014/main" id="{3C52EE99-7566-9981-0531-1597EFEC2DA6}"/>
                </a:ext>
              </a:extLst>
            </p:cNvPr>
            <p:cNvSpPr/>
            <p:nvPr/>
          </p:nvSpPr>
          <p:spPr>
            <a:xfrm>
              <a:off x="3553872" y="1988604"/>
              <a:ext cx="54793" cy="54808"/>
            </a:xfrm>
            <a:custGeom>
              <a:avLst/>
              <a:gdLst/>
              <a:ahLst/>
              <a:cxnLst/>
              <a:rect l="l" t="t" r="r" b="b"/>
              <a:pathLst>
                <a:path w="3518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17" y="3519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9991;p52">
              <a:extLst>
                <a:ext uri="{FF2B5EF4-FFF2-40B4-BE49-F238E27FC236}">
                  <a16:creationId xmlns:a16="http://schemas.microsoft.com/office/drawing/2014/main" id="{49858107-BC34-E126-57A9-3E56E29F2E1E}"/>
                </a:ext>
              </a:extLst>
            </p:cNvPr>
            <p:cNvSpPr/>
            <p:nvPr/>
          </p:nvSpPr>
          <p:spPr>
            <a:xfrm>
              <a:off x="3553872" y="1934871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9992;p52">
              <a:extLst>
                <a:ext uri="{FF2B5EF4-FFF2-40B4-BE49-F238E27FC236}">
                  <a16:creationId xmlns:a16="http://schemas.microsoft.com/office/drawing/2014/main" id="{DBCE3980-3468-8109-5228-CA9986AB300D}"/>
                </a:ext>
              </a:extLst>
            </p:cNvPr>
            <p:cNvSpPr/>
            <p:nvPr/>
          </p:nvSpPr>
          <p:spPr>
            <a:xfrm>
              <a:off x="3554417" y="193541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9993;p52">
              <a:extLst>
                <a:ext uri="{FF2B5EF4-FFF2-40B4-BE49-F238E27FC236}">
                  <a16:creationId xmlns:a16="http://schemas.microsoft.com/office/drawing/2014/main" id="{6D67FB3A-8146-28A2-C893-7824EDA45672}"/>
                </a:ext>
              </a:extLst>
            </p:cNvPr>
            <p:cNvSpPr/>
            <p:nvPr/>
          </p:nvSpPr>
          <p:spPr>
            <a:xfrm>
              <a:off x="3553872" y="188113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9994;p52">
              <a:extLst>
                <a:ext uri="{FF2B5EF4-FFF2-40B4-BE49-F238E27FC236}">
                  <a16:creationId xmlns:a16="http://schemas.microsoft.com/office/drawing/2014/main" id="{C3A3EE55-53B1-9E88-05C9-29A8A79D9C3C}"/>
                </a:ext>
              </a:extLst>
            </p:cNvPr>
            <p:cNvSpPr/>
            <p:nvPr/>
          </p:nvSpPr>
          <p:spPr>
            <a:xfrm>
              <a:off x="3554417" y="188166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9995;p52">
              <a:extLst>
                <a:ext uri="{FF2B5EF4-FFF2-40B4-BE49-F238E27FC236}">
                  <a16:creationId xmlns:a16="http://schemas.microsoft.com/office/drawing/2014/main" id="{826A4973-3C4B-639F-89E5-220DF96D94D3}"/>
                </a:ext>
              </a:extLst>
            </p:cNvPr>
            <p:cNvSpPr/>
            <p:nvPr/>
          </p:nvSpPr>
          <p:spPr>
            <a:xfrm>
              <a:off x="3553872" y="1827450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9996;p52">
              <a:extLst>
                <a:ext uri="{FF2B5EF4-FFF2-40B4-BE49-F238E27FC236}">
                  <a16:creationId xmlns:a16="http://schemas.microsoft.com/office/drawing/2014/main" id="{997E7A22-826E-A8F9-61BB-2B6F40F6742E}"/>
                </a:ext>
              </a:extLst>
            </p:cNvPr>
            <p:cNvSpPr/>
            <p:nvPr/>
          </p:nvSpPr>
          <p:spPr>
            <a:xfrm>
              <a:off x="3554417" y="1827979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9997;p52">
              <a:extLst>
                <a:ext uri="{FF2B5EF4-FFF2-40B4-BE49-F238E27FC236}">
                  <a16:creationId xmlns:a16="http://schemas.microsoft.com/office/drawing/2014/main" id="{BC769991-F386-4B8A-747F-9557CFAB5A1A}"/>
                </a:ext>
              </a:extLst>
            </p:cNvPr>
            <p:cNvSpPr/>
            <p:nvPr/>
          </p:nvSpPr>
          <p:spPr>
            <a:xfrm>
              <a:off x="3553872" y="1773700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9998;p52">
              <a:extLst>
                <a:ext uri="{FF2B5EF4-FFF2-40B4-BE49-F238E27FC236}">
                  <a16:creationId xmlns:a16="http://schemas.microsoft.com/office/drawing/2014/main" id="{6B8631DA-1ABE-4642-C41B-581B81930923}"/>
                </a:ext>
              </a:extLst>
            </p:cNvPr>
            <p:cNvSpPr/>
            <p:nvPr/>
          </p:nvSpPr>
          <p:spPr>
            <a:xfrm>
              <a:off x="3553872" y="171995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9999;p52">
              <a:extLst>
                <a:ext uri="{FF2B5EF4-FFF2-40B4-BE49-F238E27FC236}">
                  <a16:creationId xmlns:a16="http://schemas.microsoft.com/office/drawing/2014/main" id="{F8803889-F8C8-75D3-D56C-A848FC20BD9F}"/>
                </a:ext>
              </a:extLst>
            </p:cNvPr>
            <p:cNvSpPr/>
            <p:nvPr/>
          </p:nvSpPr>
          <p:spPr>
            <a:xfrm>
              <a:off x="3553872" y="166628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0000;p52">
              <a:extLst>
                <a:ext uri="{FF2B5EF4-FFF2-40B4-BE49-F238E27FC236}">
                  <a16:creationId xmlns:a16="http://schemas.microsoft.com/office/drawing/2014/main" id="{B0AD80A2-040F-2C7B-78EC-7F154F280596}"/>
                </a:ext>
              </a:extLst>
            </p:cNvPr>
            <p:cNvSpPr/>
            <p:nvPr/>
          </p:nvSpPr>
          <p:spPr>
            <a:xfrm>
              <a:off x="3553872" y="1612515"/>
              <a:ext cx="54793" cy="54871"/>
            </a:xfrm>
            <a:custGeom>
              <a:avLst/>
              <a:gdLst/>
              <a:ahLst/>
              <a:cxnLst/>
              <a:rect l="l" t="t" r="r" b="b"/>
              <a:pathLst>
                <a:path w="3518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0001;p52">
              <a:extLst>
                <a:ext uri="{FF2B5EF4-FFF2-40B4-BE49-F238E27FC236}">
                  <a16:creationId xmlns:a16="http://schemas.microsoft.com/office/drawing/2014/main" id="{322C4E24-BDA0-6019-665D-3D8628A46845}"/>
                </a:ext>
              </a:extLst>
            </p:cNvPr>
            <p:cNvSpPr/>
            <p:nvPr/>
          </p:nvSpPr>
          <p:spPr>
            <a:xfrm>
              <a:off x="3554417" y="1613075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0002;p52">
              <a:extLst>
                <a:ext uri="{FF2B5EF4-FFF2-40B4-BE49-F238E27FC236}">
                  <a16:creationId xmlns:a16="http://schemas.microsoft.com/office/drawing/2014/main" id="{6FE11D6F-AAF6-2FDC-0433-88A5BEEEBC5E}"/>
                </a:ext>
              </a:extLst>
            </p:cNvPr>
            <p:cNvSpPr/>
            <p:nvPr/>
          </p:nvSpPr>
          <p:spPr>
            <a:xfrm>
              <a:off x="3500122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0003;p52">
              <a:extLst>
                <a:ext uri="{FF2B5EF4-FFF2-40B4-BE49-F238E27FC236}">
                  <a16:creationId xmlns:a16="http://schemas.microsoft.com/office/drawing/2014/main" id="{A511E437-06B7-B1F2-B234-7766DDD67207}"/>
                </a:ext>
              </a:extLst>
            </p:cNvPr>
            <p:cNvSpPr/>
            <p:nvPr/>
          </p:nvSpPr>
          <p:spPr>
            <a:xfrm>
              <a:off x="3500122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0004;p52">
              <a:extLst>
                <a:ext uri="{FF2B5EF4-FFF2-40B4-BE49-F238E27FC236}">
                  <a16:creationId xmlns:a16="http://schemas.microsoft.com/office/drawing/2014/main" id="{016AC3C6-659B-45CC-39DE-144C6BF3BEBE}"/>
                </a:ext>
              </a:extLst>
            </p:cNvPr>
            <p:cNvSpPr/>
            <p:nvPr/>
          </p:nvSpPr>
          <p:spPr>
            <a:xfrm>
              <a:off x="3500683" y="1989165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0005;p52">
              <a:extLst>
                <a:ext uri="{FF2B5EF4-FFF2-40B4-BE49-F238E27FC236}">
                  <a16:creationId xmlns:a16="http://schemas.microsoft.com/office/drawing/2014/main" id="{A0CC702D-C4A9-FC58-2F9A-AFEE0F0962D2}"/>
                </a:ext>
              </a:extLst>
            </p:cNvPr>
            <p:cNvSpPr/>
            <p:nvPr/>
          </p:nvSpPr>
          <p:spPr>
            <a:xfrm>
              <a:off x="3500122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0006;p52">
              <a:extLst>
                <a:ext uri="{FF2B5EF4-FFF2-40B4-BE49-F238E27FC236}">
                  <a16:creationId xmlns:a16="http://schemas.microsoft.com/office/drawing/2014/main" id="{CBCFC672-AA8E-58AB-0BAB-191E202F065F}"/>
                </a:ext>
              </a:extLst>
            </p:cNvPr>
            <p:cNvSpPr/>
            <p:nvPr/>
          </p:nvSpPr>
          <p:spPr>
            <a:xfrm>
              <a:off x="3500683" y="193541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0007;p52">
              <a:extLst>
                <a:ext uri="{FF2B5EF4-FFF2-40B4-BE49-F238E27FC236}">
                  <a16:creationId xmlns:a16="http://schemas.microsoft.com/office/drawing/2014/main" id="{B71A5F08-0E94-DE97-5C58-99C41E0E002E}"/>
                </a:ext>
              </a:extLst>
            </p:cNvPr>
            <p:cNvSpPr/>
            <p:nvPr/>
          </p:nvSpPr>
          <p:spPr>
            <a:xfrm>
              <a:off x="3500122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0008;p52">
              <a:extLst>
                <a:ext uri="{FF2B5EF4-FFF2-40B4-BE49-F238E27FC236}">
                  <a16:creationId xmlns:a16="http://schemas.microsoft.com/office/drawing/2014/main" id="{A0631070-3E52-AA82-C59A-E6465AE66F61}"/>
                </a:ext>
              </a:extLst>
            </p:cNvPr>
            <p:cNvSpPr/>
            <p:nvPr/>
          </p:nvSpPr>
          <p:spPr>
            <a:xfrm>
              <a:off x="3500683" y="188166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0009;p52">
              <a:extLst>
                <a:ext uri="{FF2B5EF4-FFF2-40B4-BE49-F238E27FC236}">
                  <a16:creationId xmlns:a16="http://schemas.microsoft.com/office/drawing/2014/main" id="{786F5DD7-3816-248E-5759-624F1F6DF600}"/>
                </a:ext>
              </a:extLst>
            </p:cNvPr>
            <p:cNvSpPr/>
            <p:nvPr/>
          </p:nvSpPr>
          <p:spPr>
            <a:xfrm>
              <a:off x="3500122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0010;p52">
              <a:extLst>
                <a:ext uri="{FF2B5EF4-FFF2-40B4-BE49-F238E27FC236}">
                  <a16:creationId xmlns:a16="http://schemas.microsoft.com/office/drawing/2014/main" id="{C927E546-53B9-7A09-47B7-DDEF3B939B0A}"/>
                </a:ext>
              </a:extLst>
            </p:cNvPr>
            <p:cNvSpPr/>
            <p:nvPr/>
          </p:nvSpPr>
          <p:spPr>
            <a:xfrm>
              <a:off x="3500683" y="1827979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0011;p52">
              <a:extLst>
                <a:ext uri="{FF2B5EF4-FFF2-40B4-BE49-F238E27FC236}">
                  <a16:creationId xmlns:a16="http://schemas.microsoft.com/office/drawing/2014/main" id="{69D95787-404D-273B-0495-F70EE8479CB3}"/>
                </a:ext>
              </a:extLst>
            </p:cNvPr>
            <p:cNvSpPr/>
            <p:nvPr/>
          </p:nvSpPr>
          <p:spPr>
            <a:xfrm>
              <a:off x="3500122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0012;p52">
              <a:extLst>
                <a:ext uri="{FF2B5EF4-FFF2-40B4-BE49-F238E27FC236}">
                  <a16:creationId xmlns:a16="http://schemas.microsoft.com/office/drawing/2014/main" id="{BC097F54-4792-E64C-19BC-A0832948A5C6}"/>
                </a:ext>
              </a:extLst>
            </p:cNvPr>
            <p:cNvSpPr/>
            <p:nvPr/>
          </p:nvSpPr>
          <p:spPr>
            <a:xfrm>
              <a:off x="3500683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0013;p52">
              <a:extLst>
                <a:ext uri="{FF2B5EF4-FFF2-40B4-BE49-F238E27FC236}">
                  <a16:creationId xmlns:a16="http://schemas.microsoft.com/office/drawing/2014/main" id="{C49F14BF-BC8A-3EE1-11D0-2D093BF8BD19}"/>
                </a:ext>
              </a:extLst>
            </p:cNvPr>
            <p:cNvSpPr/>
            <p:nvPr/>
          </p:nvSpPr>
          <p:spPr>
            <a:xfrm>
              <a:off x="3500122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0014;p52">
              <a:extLst>
                <a:ext uri="{FF2B5EF4-FFF2-40B4-BE49-F238E27FC236}">
                  <a16:creationId xmlns:a16="http://schemas.microsoft.com/office/drawing/2014/main" id="{3C99B47F-827C-6487-8590-91C875A5B92A}"/>
                </a:ext>
              </a:extLst>
            </p:cNvPr>
            <p:cNvSpPr/>
            <p:nvPr/>
          </p:nvSpPr>
          <p:spPr>
            <a:xfrm>
              <a:off x="3500122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0015;p52">
              <a:extLst>
                <a:ext uri="{FF2B5EF4-FFF2-40B4-BE49-F238E27FC236}">
                  <a16:creationId xmlns:a16="http://schemas.microsoft.com/office/drawing/2014/main" id="{B846E318-0EE9-1CA9-A82B-64B83F6B95FA}"/>
                </a:ext>
              </a:extLst>
            </p:cNvPr>
            <p:cNvSpPr/>
            <p:nvPr/>
          </p:nvSpPr>
          <p:spPr>
            <a:xfrm>
              <a:off x="3500683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0016;p52">
              <a:extLst>
                <a:ext uri="{FF2B5EF4-FFF2-40B4-BE49-F238E27FC236}">
                  <a16:creationId xmlns:a16="http://schemas.microsoft.com/office/drawing/2014/main" id="{5FD472B4-BAB5-8423-CD98-59FC87BF0860}"/>
                </a:ext>
              </a:extLst>
            </p:cNvPr>
            <p:cNvSpPr/>
            <p:nvPr/>
          </p:nvSpPr>
          <p:spPr>
            <a:xfrm>
              <a:off x="3500122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0017;p52">
              <a:extLst>
                <a:ext uri="{FF2B5EF4-FFF2-40B4-BE49-F238E27FC236}">
                  <a16:creationId xmlns:a16="http://schemas.microsoft.com/office/drawing/2014/main" id="{0114DE23-E1B2-4560-C498-245DE4C81348}"/>
                </a:ext>
              </a:extLst>
            </p:cNvPr>
            <p:cNvSpPr/>
            <p:nvPr/>
          </p:nvSpPr>
          <p:spPr>
            <a:xfrm>
              <a:off x="3500683" y="1613075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0018;p52">
              <a:extLst>
                <a:ext uri="{FF2B5EF4-FFF2-40B4-BE49-F238E27FC236}">
                  <a16:creationId xmlns:a16="http://schemas.microsoft.com/office/drawing/2014/main" id="{61152889-7A42-BC03-633D-DEC78B7CE430}"/>
                </a:ext>
              </a:extLst>
            </p:cNvPr>
            <p:cNvSpPr/>
            <p:nvPr/>
          </p:nvSpPr>
          <p:spPr>
            <a:xfrm>
              <a:off x="3446389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0019;p52">
              <a:extLst>
                <a:ext uri="{FF2B5EF4-FFF2-40B4-BE49-F238E27FC236}">
                  <a16:creationId xmlns:a16="http://schemas.microsoft.com/office/drawing/2014/main" id="{8B4DAC5A-8085-27AF-E4F8-FE42A4AB0DCD}"/>
                </a:ext>
              </a:extLst>
            </p:cNvPr>
            <p:cNvSpPr/>
            <p:nvPr/>
          </p:nvSpPr>
          <p:spPr>
            <a:xfrm>
              <a:off x="3446389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0020;p52">
              <a:extLst>
                <a:ext uri="{FF2B5EF4-FFF2-40B4-BE49-F238E27FC236}">
                  <a16:creationId xmlns:a16="http://schemas.microsoft.com/office/drawing/2014/main" id="{80502587-7ECD-DE41-6A51-7FE116029397}"/>
                </a:ext>
              </a:extLst>
            </p:cNvPr>
            <p:cNvSpPr/>
            <p:nvPr/>
          </p:nvSpPr>
          <p:spPr>
            <a:xfrm>
              <a:off x="3446918" y="1989165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0021;p52">
              <a:extLst>
                <a:ext uri="{FF2B5EF4-FFF2-40B4-BE49-F238E27FC236}">
                  <a16:creationId xmlns:a16="http://schemas.microsoft.com/office/drawing/2014/main" id="{EE0BE8DF-2EB9-386D-7099-F17727BDF368}"/>
                </a:ext>
              </a:extLst>
            </p:cNvPr>
            <p:cNvSpPr/>
            <p:nvPr/>
          </p:nvSpPr>
          <p:spPr>
            <a:xfrm>
              <a:off x="3446389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0022;p52">
              <a:extLst>
                <a:ext uri="{FF2B5EF4-FFF2-40B4-BE49-F238E27FC236}">
                  <a16:creationId xmlns:a16="http://schemas.microsoft.com/office/drawing/2014/main" id="{0F7666FB-CEC8-581A-4481-73C4B05D9898}"/>
                </a:ext>
              </a:extLst>
            </p:cNvPr>
            <p:cNvSpPr/>
            <p:nvPr/>
          </p:nvSpPr>
          <p:spPr>
            <a:xfrm>
              <a:off x="3446918" y="1935416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0023;p52">
              <a:extLst>
                <a:ext uri="{FF2B5EF4-FFF2-40B4-BE49-F238E27FC236}">
                  <a16:creationId xmlns:a16="http://schemas.microsoft.com/office/drawing/2014/main" id="{2A7D510D-D6F1-8D38-3971-E86014602A4F}"/>
                </a:ext>
              </a:extLst>
            </p:cNvPr>
            <p:cNvSpPr/>
            <p:nvPr/>
          </p:nvSpPr>
          <p:spPr>
            <a:xfrm>
              <a:off x="3446389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0024;p52">
              <a:extLst>
                <a:ext uri="{FF2B5EF4-FFF2-40B4-BE49-F238E27FC236}">
                  <a16:creationId xmlns:a16="http://schemas.microsoft.com/office/drawing/2014/main" id="{38C92CDE-A79E-E15A-6DED-E5BD55FCC65F}"/>
                </a:ext>
              </a:extLst>
            </p:cNvPr>
            <p:cNvSpPr/>
            <p:nvPr/>
          </p:nvSpPr>
          <p:spPr>
            <a:xfrm>
              <a:off x="3446918" y="1881666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0025;p52">
              <a:extLst>
                <a:ext uri="{FF2B5EF4-FFF2-40B4-BE49-F238E27FC236}">
                  <a16:creationId xmlns:a16="http://schemas.microsoft.com/office/drawing/2014/main" id="{1B161C0B-89F9-64AD-1F04-BCEB184D30A7}"/>
                </a:ext>
              </a:extLst>
            </p:cNvPr>
            <p:cNvSpPr/>
            <p:nvPr/>
          </p:nvSpPr>
          <p:spPr>
            <a:xfrm>
              <a:off x="3446389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0026;p52">
              <a:extLst>
                <a:ext uri="{FF2B5EF4-FFF2-40B4-BE49-F238E27FC236}">
                  <a16:creationId xmlns:a16="http://schemas.microsoft.com/office/drawing/2014/main" id="{88508FB2-19B8-2BEA-2429-9CFD371A5A3B}"/>
                </a:ext>
              </a:extLst>
            </p:cNvPr>
            <p:cNvSpPr/>
            <p:nvPr/>
          </p:nvSpPr>
          <p:spPr>
            <a:xfrm>
              <a:off x="3446918" y="1827979"/>
              <a:ext cx="53780" cy="53703"/>
            </a:xfrm>
            <a:custGeom>
              <a:avLst/>
              <a:gdLst/>
              <a:ahLst/>
              <a:cxnLst/>
              <a:rect l="l" t="t" r="r" b="b"/>
              <a:pathLst>
                <a:path w="3453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0027;p52">
              <a:extLst>
                <a:ext uri="{FF2B5EF4-FFF2-40B4-BE49-F238E27FC236}">
                  <a16:creationId xmlns:a16="http://schemas.microsoft.com/office/drawing/2014/main" id="{3E029CDC-417A-83F3-D3E3-4EC16D07FEF3}"/>
                </a:ext>
              </a:extLst>
            </p:cNvPr>
            <p:cNvSpPr/>
            <p:nvPr/>
          </p:nvSpPr>
          <p:spPr>
            <a:xfrm>
              <a:off x="3446389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0028;p52">
              <a:extLst>
                <a:ext uri="{FF2B5EF4-FFF2-40B4-BE49-F238E27FC236}">
                  <a16:creationId xmlns:a16="http://schemas.microsoft.com/office/drawing/2014/main" id="{6DCC3471-96E8-89FE-1E2C-0B7A3B94FE31}"/>
                </a:ext>
              </a:extLst>
            </p:cNvPr>
            <p:cNvSpPr/>
            <p:nvPr/>
          </p:nvSpPr>
          <p:spPr>
            <a:xfrm>
              <a:off x="3446918" y="1774246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0029;p52">
              <a:extLst>
                <a:ext uri="{FF2B5EF4-FFF2-40B4-BE49-F238E27FC236}">
                  <a16:creationId xmlns:a16="http://schemas.microsoft.com/office/drawing/2014/main" id="{A02C30A5-582A-8F6C-7E70-21AC96CE3BFE}"/>
                </a:ext>
              </a:extLst>
            </p:cNvPr>
            <p:cNvSpPr/>
            <p:nvPr/>
          </p:nvSpPr>
          <p:spPr>
            <a:xfrm>
              <a:off x="3392686" y="2042307"/>
              <a:ext cx="54808" cy="54840"/>
            </a:xfrm>
            <a:custGeom>
              <a:avLst/>
              <a:gdLst/>
              <a:ahLst/>
              <a:cxnLst/>
              <a:rect l="l" t="t" r="r" b="b"/>
              <a:pathLst>
                <a:path w="3519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0030;p52">
              <a:extLst>
                <a:ext uri="{FF2B5EF4-FFF2-40B4-BE49-F238E27FC236}">
                  <a16:creationId xmlns:a16="http://schemas.microsoft.com/office/drawing/2014/main" id="{6D0009D8-DBA1-759B-AD41-3C3C146D7B00}"/>
                </a:ext>
              </a:extLst>
            </p:cNvPr>
            <p:cNvSpPr/>
            <p:nvPr/>
          </p:nvSpPr>
          <p:spPr>
            <a:xfrm>
              <a:off x="3392686" y="1988604"/>
              <a:ext cx="54808" cy="54808"/>
            </a:xfrm>
            <a:custGeom>
              <a:avLst/>
              <a:gdLst/>
              <a:ahLst/>
              <a:cxnLst/>
              <a:rect l="l" t="t" r="r" b="b"/>
              <a:pathLst>
                <a:path w="3519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18" y="3519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7" name="Google Shape;10031;p52">
              <a:extLst>
                <a:ext uri="{FF2B5EF4-FFF2-40B4-BE49-F238E27FC236}">
                  <a16:creationId xmlns:a16="http://schemas.microsoft.com/office/drawing/2014/main" id="{56A140FE-F7D5-E15C-639D-BF5CC688C725}"/>
                </a:ext>
              </a:extLst>
            </p:cNvPr>
            <p:cNvGrpSpPr/>
            <p:nvPr/>
          </p:nvGrpSpPr>
          <p:grpSpPr>
            <a:xfrm>
              <a:off x="3393247" y="1720512"/>
              <a:ext cx="913302" cy="376074"/>
              <a:chOff x="3393247" y="1720512"/>
              <a:chExt cx="913302" cy="376074"/>
            </a:xfrm>
          </p:grpSpPr>
          <p:sp>
            <p:nvSpPr>
              <p:cNvPr id="295" name="Google Shape;10032;p52">
                <a:extLst>
                  <a:ext uri="{FF2B5EF4-FFF2-40B4-BE49-F238E27FC236}">
                    <a16:creationId xmlns:a16="http://schemas.microsoft.com/office/drawing/2014/main" id="{0CD5A623-E8D6-0B2C-C94D-E8BE5DFE4C03}"/>
                  </a:ext>
                </a:extLst>
              </p:cNvPr>
              <p:cNvSpPr/>
              <p:nvPr/>
            </p:nvSpPr>
            <p:spPr>
              <a:xfrm>
                <a:off x="4252784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10033;p52">
                <a:extLst>
                  <a:ext uri="{FF2B5EF4-FFF2-40B4-BE49-F238E27FC236}">
                    <a16:creationId xmlns:a16="http://schemas.microsoft.com/office/drawing/2014/main" id="{009B4057-FBE6-E8A2-D5F3-A4F79D8701CE}"/>
                  </a:ext>
                </a:extLst>
              </p:cNvPr>
              <p:cNvSpPr/>
              <p:nvPr/>
            </p:nvSpPr>
            <p:spPr>
              <a:xfrm>
                <a:off x="4199035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10034;p52">
                <a:extLst>
                  <a:ext uri="{FF2B5EF4-FFF2-40B4-BE49-F238E27FC236}">
                    <a16:creationId xmlns:a16="http://schemas.microsoft.com/office/drawing/2014/main" id="{A6F7E3D3-8AEB-503F-CB96-6DF6345F3F61}"/>
                  </a:ext>
                </a:extLst>
              </p:cNvPr>
              <p:cNvSpPr/>
              <p:nvPr/>
            </p:nvSpPr>
            <p:spPr>
              <a:xfrm>
                <a:off x="4145348" y="204283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10035;p52">
                <a:extLst>
                  <a:ext uri="{FF2B5EF4-FFF2-40B4-BE49-F238E27FC236}">
                    <a16:creationId xmlns:a16="http://schemas.microsoft.com/office/drawing/2014/main" id="{1A48B035-EB20-DA2A-6DF9-C3810C31DF49}"/>
                  </a:ext>
                </a:extLst>
              </p:cNvPr>
              <p:cNvSpPr/>
              <p:nvPr/>
            </p:nvSpPr>
            <p:spPr>
              <a:xfrm>
                <a:off x="4091614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10036;p52">
                <a:extLst>
                  <a:ext uri="{FF2B5EF4-FFF2-40B4-BE49-F238E27FC236}">
                    <a16:creationId xmlns:a16="http://schemas.microsoft.com/office/drawing/2014/main" id="{70FD5921-DAF7-C14B-1829-D6B8DF73C93F}"/>
                  </a:ext>
                </a:extLst>
              </p:cNvPr>
              <p:cNvSpPr/>
              <p:nvPr/>
            </p:nvSpPr>
            <p:spPr>
              <a:xfrm>
                <a:off x="4037880" y="1989165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10037;p52">
                <a:extLst>
                  <a:ext uri="{FF2B5EF4-FFF2-40B4-BE49-F238E27FC236}">
                    <a16:creationId xmlns:a16="http://schemas.microsoft.com/office/drawing/2014/main" id="{484E55D0-8BD4-91BD-B004-D9D34B9FB40A}"/>
                  </a:ext>
                </a:extLst>
              </p:cNvPr>
              <p:cNvSpPr/>
              <p:nvPr/>
            </p:nvSpPr>
            <p:spPr>
              <a:xfrm>
                <a:off x="4037880" y="193541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10038;p52">
                <a:extLst>
                  <a:ext uri="{FF2B5EF4-FFF2-40B4-BE49-F238E27FC236}">
                    <a16:creationId xmlns:a16="http://schemas.microsoft.com/office/drawing/2014/main" id="{7F523875-74ED-ECE9-9625-B825B81D80E0}"/>
                  </a:ext>
                </a:extLst>
              </p:cNvPr>
              <p:cNvSpPr/>
              <p:nvPr/>
            </p:nvSpPr>
            <p:spPr>
              <a:xfrm>
                <a:off x="3984178" y="1881666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10039;p52">
                <a:extLst>
                  <a:ext uri="{FF2B5EF4-FFF2-40B4-BE49-F238E27FC236}">
                    <a16:creationId xmlns:a16="http://schemas.microsoft.com/office/drawing/2014/main" id="{F61F446D-AFE4-70AA-424B-6E8C379FB3C9}"/>
                  </a:ext>
                </a:extLst>
              </p:cNvPr>
              <p:cNvSpPr/>
              <p:nvPr/>
            </p:nvSpPr>
            <p:spPr>
              <a:xfrm>
                <a:off x="3930444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10040;p52">
                <a:extLst>
                  <a:ext uri="{FF2B5EF4-FFF2-40B4-BE49-F238E27FC236}">
                    <a16:creationId xmlns:a16="http://schemas.microsoft.com/office/drawing/2014/main" id="{61D48495-0430-ECF2-86CF-91A063159309}"/>
                  </a:ext>
                </a:extLst>
              </p:cNvPr>
              <p:cNvSpPr/>
              <p:nvPr/>
            </p:nvSpPr>
            <p:spPr>
              <a:xfrm>
                <a:off x="3876710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10041;p52">
                <a:extLst>
                  <a:ext uri="{FF2B5EF4-FFF2-40B4-BE49-F238E27FC236}">
                    <a16:creationId xmlns:a16="http://schemas.microsoft.com/office/drawing/2014/main" id="{E1613157-2D63-BDC2-675F-E438B723AED7}"/>
                  </a:ext>
                </a:extLst>
              </p:cNvPr>
              <p:cNvSpPr/>
              <p:nvPr/>
            </p:nvSpPr>
            <p:spPr>
              <a:xfrm>
                <a:off x="3823008" y="182797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1" y="0"/>
                    </a:moveTo>
                    <a:lnTo>
                      <a:pt x="1" y="3448"/>
                    </a:lnTo>
                    <a:lnTo>
                      <a:pt x="3447" y="3448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10042;p52">
                <a:extLst>
                  <a:ext uri="{FF2B5EF4-FFF2-40B4-BE49-F238E27FC236}">
                    <a16:creationId xmlns:a16="http://schemas.microsoft.com/office/drawing/2014/main" id="{6C55D993-6B10-48FD-632B-1C3A43A10435}"/>
                  </a:ext>
                </a:extLst>
              </p:cNvPr>
              <p:cNvSpPr/>
              <p:nvPr/>
            </p:nvSpPr>
            <p:spPr>
              <a:xfrm>
                <a:off x="3769274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1" y="0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10043;p52">
                <a:extLst>
                  <a:ext uri="{FF2B5EF4-FFF2-40B4-BE49-F238E27FC236}">
                    <a16:creationId xmlns:a16="http://schemas.microsoft.com/office/drawing/2014/main" id="{74A222A0-6536-2C36-41B8-8A3EB605C752}"/>
                  </a:ext>
                </a:extLst>
              </p:cNvPr>
              <p:cNvSpPr/>
              <p:nvPr/>
            </p:nvSpPr>
            <p:spPr>
              <a:xfrm>
                <a:off x="3769274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10044;p52">
                <a:extLst>
                  <a:ext uri="{FF2B5EF4-FFF2-40B4-BE49-F238E27FC236}">
                    <a16:creationId xmlns:a16="http://schemas.microsoft.com/office/drawing/2014/main" id="{1D61792B-FF06-957B-07A7-BA3CFB99E2E1}"/>
                  </a:ext>
                </a:extLst>
              </p:cNvPr>
              <p:cNvSpPr/>
              <p:nvPr/>
            </p:nvSpPr>
            <p:spPr>
              <a:xfrm>
                <a:off x="3715587" y="1827979"/>
                <a:ext cx="53703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10045;p52">
                <a:extLst>
                  <a:ext uri="{FF2B5EF4-FFF2-40B4-BE49-F238E27FC236}">
                    <a16:creationId xmlns:a16="http://schemas.microsoft.com/office/drawing/2014/main" id="{8FDD9EA4-B496-D091-421A-55875E240C79}"/>
                  </a:ext>
                </a:extLst>
              </p:cNvPr>
              <p:cNvSpPr/>
              <p:nvPr/>
            </p:nvSpPr>
            <p:spPr>
              <a:xfrm>
                <a:off x="3661838" y="188166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10046;p52">
                <a:extLst>
                  <a:ext uri="{FF2B5EF4-FFF2-40B4-BE49-F238E27FC236}">
                    <a16:creationId xmlns:a16="http://schemas.microsoft.com/office/drawing/2014/main" id="{16DE40BA-B274-FD0E-DABC-A7F675419B47}"/>
                  </a:ext>
                </a:extLst>
              </p:cNvPr>
              <p:cNvSpPr/>
              <p:nvPr/>
            </p:nvSpPr>
            <p:spPr>
              <a:xfrm>
                <a:off x="3608088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10047;p52">
                <a:extLst>
                  <a:ext uri="{FF2B5EF4-FFF2-40B4-BE49-F238E27FC236}">
                    <a16:creationId xmlns:a16="http://schemas.microsoft.com/office/drawing/2014/main" id="{9E4CFD3D-1D73-2529-965B-128FA6D2FF42}"/>
                  </a:ext>
                </a:extLst>
              </p:cNvPr>
              <p:cNvSpPr/>
              <p:nvPr/>
            </p:nvSpPr>
            <p:spPr>
              <a:xfrm>
                <a:off x="3608088" y="193541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10048;p52">
                <a:extLst>
                  <a:ext uri="{FF2B5EF4-FFF2-40B4-BE49-F238E27FC236}">
                    <a16:creationId xmlns:a16="http://schemas.microsoft.com/office/drawing/2014/main" id="{F78368AA-A6BF-3099-07D1-738BC5A0A352}"/>
                  </a:ext>
                </a:extLst>
              </p:cNvPr>
              <p:cNvSpPr/>
              <p:nvPr/>
            </p:nvSpPr>
            <p:spPr>
              <a:xfrm>
                <a:off x="3554417" y="204283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10049;p52">
                <a:extLst>
                  <a:ext uri="{FF2B5EF4-FFF2-40B4-BE49-F238E27FC236}">
                    <a16:creationId xmlns:a16="http://schemas.microsoft.com/office/drawing/2014/main" id="{9782F681-621B-9BB4-D652-C50AA099B226}"/>
                  </a:ext>
                </a:extLst>
              </p:cNvPr>
              <p:cNvSpPr/>
              <p:nvPr/>
            </p:nvSpPr>
            <p:spPr>
              <a:xfrm>
                <a:off x="3554417" y="1989165"/>
                <a:ext cx="53703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10050;p52">
                <a:extLst>
                  <a:ext uri="{FF2B5EF4-FFF2-40B4-BE49-F238E27FC236}">
                    <a16:creationId xmlns:a16="http://schemas.microsoft.com/office/drawing/2014/main" id="{DBA12055-C4C0-CFF1-98E6-BDAF2464DC1D}"/>
                  </a:ext>
                </a:extLst>
              </p:cNvPr>
              <p:cNvSpPr/>
              <p:nvPr/>
            </p:nvSpPr>
            <p:spPr>
              <a:xfrm>
                <a:off x="3500683" y="204283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10051;p52">
                <a:extLst>
                  <a:ext uri="{FF2B5EF4-FFF2-40B4-BE49-F238E27FC236}">
                    <a16:creationId xmlns:a16="http://schemas.microsoft.com/office/drawing/2014/main" id="{10B2696D-D8A2-15EF-B4FB-4EF11D9C32C7}"/>
                  </a:ext>
                </a:extLst>
              </p:cNvPr>
              <p:cNvSpPr/>
              <p:nvPr/>
            </p:nvSpPr>
            <p:spPr>
              <a:xfrm>
                <a:off x="3446918" y="2042836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10052;p52">
                <a:extLst>
                  <a:ext uri="{FF2B5EF4-FFF2-40B4-BE49-F238E27FC236}">
                    <a16:creationId xmlns:a16="http://schemas.microsoft.com/office/drawing/2014/main" id="{D5EC0682-FB85-0B25-97B7-23478DCFB31C}"/>
                  </a:ext>
                </a:extLst>
              </p:cNvPr>
              <p:cNvSpPr/>
              <p:nvPr/>
            </p:nvSpPr>
            <p:spPr>
              <a:xfrm>
                <a:off x="3393247" y="1989165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8" name="Google Shape;10053;p52">
              <a:extLst>
                <a:ext uri="{FF2B5EF4-FFF2-40B4-BE49-F238E27FC236}">
                  <a16:creationId xmlns:a16="http://schemas.microsoft.com/office/drawing/2014/main" id="{AD7A8239-8C6F-8CD0-BF23-3671ED962B43}"/>
                </a:ext>
              </a:extLst>
            </p:cNvPr>
            <p:cNvSpPr/>
            <p:nvPr/>
          </p:nvSpPr>
          <p:spPr>
            <a:xfrm>
              <a:off x="3392686" y="1934871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8" y="3521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0054;p52">
              <a:extLst>
                <a:ext uri="{FF2B5EF4-FFF2-40B4-BE49-F238E27FC236}">
                  <a16:creationId xmlns:a16="http://schemas.microsoft.com/office/drawing/2014/main" id="{43DFCBB8-80EB-11C5-987C-F1F905B5DA2E}"/>
                </a:ext>
              </a:extLst>
            </p:cNvPr>
            <p:cNvSpPr/>
            <p:nvPr/>
          </p:nvSpPr>
          <p:spPr>
            <a:xfrm>
              <a:off x="3393247" y="1935416"/>
              <a:ext cx="53687" cy="53765"/>
            </a:xfrm>
            <a:custGeom>
              <a:avLst/>
              <a:gdLst/>
              <a:ahLst/>
              <a:cxnLst/>
              <a:rect l="l" t="t" r="r" b="b"/>
              <a:pathLst>
                <a:path w="3447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7" y="3452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" name="Google Shape;10055;p52">
              <a:extLst>
                <a:ext uri="{FF2B5EF4-FFF2-40B4-BE49-F238E27FC236}">
                  <a16:creationId xmlns:a16="http://schemas.microsoft.com/office/drawing/2014/main" id="{4CDC1080-8C14-577A-30EF-C739E34D4295}"/>
                </a:ext>
              </a:extLst>
            </p:cNvPr>
            <p:cNvGrpSpPr/>
            <p:nvPr/>
          </p:nvGrpSpPr>
          <p:grpSpPr>
            <a:xfrm>
              <a:off x="3338952" y="1290190"/>
              <a:ext cx="1021829" cy="860690"/>
              <a:chOff x="3338952" y="1290190"/>
              <a:chExt cx="1021829" cy="860690"/>
            </a:xfrm>
          </p:grpSpPr>
          <p:sp>
            <p:nvSpPr>
              <p:cNvPr id="191" name="Google Shape;10056;p52">
                <a:extLst>
                  <a:ext uri="{FF2B5EF4-FFF2-40B4-BE49-F238E27FC236}">
                    <a16:creationId xmlns:a16="http://schemas.microsoft.com/office/drawing/2014/main" id="{F992A6BB-174F-1820-E413-9350471FBA96}"/>
                  </a:ext>
                </a:extLst>
              </p:cNvPr>
              <p:cNvSpPr/>
              <p:nvPr/>
            </p:nvSpPr>
            <p:spPr>
              <a:xfrm>
                <a:off x="4305973" y="1988604"/>
                <a:ext cx="54808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19" y="3519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0057;p52">
                <a:extLst>
                  <a:ext uri="{FF2B5EF4-FFF2-40B4-BE49-F238E27FC236}">
                    <a16:creationId xmlns:a16="http://schemas.microsoft.com/office/drawing/2014/main" id="{02D4D022-15F8-4A8D-0AE8-2196F892AFB8}"/>
                  </a:ext>
                </a:extLst>
              </p:cNvPr>
              <p:cNvSpPr/>
              <p:nvPr/>
            </p:nvSpPr>
            <p:spPr>
              <a:xfrm>
                <a:off x="4306534" y="1989165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0058;p52">
                <a:extLst>
                  <a:ext uri="{FF2B5EF4-FFF2-40B4-BE49-F238E27FC236}">
                    <a16:creationId xmlns:a16="http://schemas.microsoft.com/office/drawing/2014/main" id="{021D7F92-5B12-16AB-1B5E-8BAE58793BCF}"/>
                  </a:ext>
                </a:extLst>
              </p:cNvPr>
              <p:cNvSpPr/>
              <p:nvPr/>
            </p:nvSpPr>
            <p:spPr>
              <a:xfrm>
                <a:off x="4305973" y="1934871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9" y="3521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0059;p52">
                <a:extLst>
                  <a:ext uri="{FF2B5EF4-FFF2-40B4-BE49-F238E27FC236}">
                    <a16:creationId xmlns:a16="http://schemas.microsoft.com/office/drawing/2014/main" id="{451A4C79-F89E-94F2-CE82-1E4E80AE221A}"/>
                  </a:ext>
                </a:extLst>
              </p:cNvPr>
              <p:cNvSpPr/>
              <p:nvPr/>
            </p:nvSpPr>
            <p:spPr>
              <a:xfrm>
                <a:off x="4306534" y="193541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0060;p52">
                <a:extLst>
                  <a:ext uri="{FF2B5EF4-FFF2-40B4-BE49-F238E27FC236}">
                    <a16:creationId xmlns:a16="http://schemas.microsoft.com/office/drawing/2014/main" id="{8EAD67CA-7687-A8AA-5CD3-1A1E09B4E215}"/>
                  </a:ext>
                </a:extLst>
              </p:cNvPr>
              <p:cNvSpPr/>
              <p:nvPr/>
            </p:nvSpPr>
            <p:spPr>
              <a:xfrm>
                <a:off x="4252784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0061;p52">
                <a:extLst>
                  <a:ext uri="{FF2B5EF4-FFF2-40B4-BE49-F238E27FC236}">
                    <a16:creationId xmlns:a16="http://schemas.microsoft.com/office/drawing/2014/main" id="{1DA2076F-A3EC-90A9-39CD-98F939E7F4B5}"/>
                  </a:ext>
                </a:extLst>
              </p:cNvPr>
              <p:cNvSpPr/>
              <p:nvPr/>
            </p:nvSpPr>
            <p:spPr>
              <a:xfrm>
                <a:off x="4252239" y="1881137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0062;p52">
                <a:extLst>
                  <a:ext uri="{FF2B5EF4-FFF2-40B4-BE49-F238E27FC236}">
                    <a16:creationId xmlns:a16="http://schemas.microsoft.com/office/drawing/2014/main" id="{7C545AED-6A37-270B-2202-534EAC575074}"/>
                  </a:ext>
                </a:extLst>
              </p:cNvPr>
              <p:cNvSpPr/>
              <p:nvPr/>
            </p:nvSpPr>
            <p:spPr>
              <a:xfrm>
                <a:off x="4252784" y="188166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0063;p52">
                <a:extLst>
                  <a:ext uri="{FF2B5EF4-FFF2-40B4-BE49-F238E27FC236}">
                    <a16:creationId xmlns:a16="http://schemas.microsoft.com/office/drawing/2014/main" id="{9FFA8DD4-77EC-7D4A-CC05-FB0314F4674F}"/>
                  </a:ext>
                </a:extLst>
              </p:cNvPr>
              <p:cNvSpPr/>
              <p:nvPr/>
            </p:nvSpPr>
            <p:spPr>
              <a:xfrm>
                <a:off x="4252239" y="1827450"/>
                <a:ext cx="54855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0064;p52">
                <a:extLst>
                  <a:ext uri="{FF2B5EF4-FFF2-40B4-BE49-F238E27FC236}">
                    <a16:creationId xmlns:a16="http://schemas.microsoft.com/office/drawing/2014/main" id="{84014174-0C9B-A55A-96C4-03A83596F7EA}"/>
                  </a:ext>
                </a:extLst>
              </p:cNvPr>
              <p:cNvSpPr/>
              <p:nvPr/>
            </p:nvSpPr>
            <p:spPr>
              <a:xfrm>
                <a:off x="4252784" y="1827979"/>
                <a:ext cx="53765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10065;p52">
                <a:extLst>
                  <a:ext uri="{FF2B5EF4-FFF2-40B4-BE49-F238E27FC236}">
                    <a16:creationId xmlns:a16="http://schemas.microsoft.com/office/drawing/2014/main" id="{CA801F53-D812-10C9-D341-7386EAEEE6D4}"/>
                  </a:ext>
                </a:extLst>
              </p:cNvPr>
              <p:cNvSpPr/>
              <p:nvPr/>
            </p:nvSpPr>
            <p:spPr>
              <a:xfrm>
                <a:off x="4252239" y="1773700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10066;p52">
                <a:extLst>
                  <a:ext uri="{FF2B5EF4-FFF2-40B4-BE49-F238E27FC236}">
                    <a16:creationId xmlns:a16="http://schemas.microsoft.com/office/drawing/2014/main" id="{C1E43330-B383-A868-741F-0238D04FA81E}"/>
                  </a:ext>
                </a:extLst>
              </p:cNvPr>
              <p:cNvSpPr/>
              <p:nvPr/>
            </p:nvSpPr>
            <p:spPr>
              <a:xfrm>
                <a:off x="4252784" y="177424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10067;p52">
                <a:extLst>
                  <a:ext uri="{FF2B5EF4-FFF2-40B4-BE49-F238E27FC236}">
                    <a16:creationId xmlns:a16="http://schemas.microsoft.com/office/drawing/2014/main" id="{AB254EF4-FBDC-ED04-E11D-C9366F589548}"/>
                  </a:ext>
                </a:extLst>
              </p:cNvPr>
              <p:cNvSpPr/>
              <p:nvPr/>
            </p:nvSpPr>
            <p:spPr>
              <a:xfrm>
                <a:off x="4198505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10068;p52">
                <a:extLst>
                  <a:ext uri="{FF2B5EF4-FFF2-40B4-BE49-F238E27FC236}">
                    <a16:creationId xmlns:a16="http://schemas.microsoft.com/office/drawing/2014/main" id="{774103DD-DD6C-3893-BD04-D967ACA66BCF}"/>
                  </a:ext>
                </a:extLst>
              </p:cNvPr>
              <p:cNvSpPr/>
              <p:nvPr/>
            </p:nvSpPr>
            <p:spPr>
              <a:xfrm>
                <a:off x="4199035" y="2096570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10069;p52">
                <a:extLst>
                  <a:ext uri="{FF2B5EF4-FFF2-40B4-BE49-F238E27FC236}">
                    <a16:creationId xmlns:a16="http://schemas.microsoft.com/office/drawing/2014/main" id="{164E7C54-9D13-2B2D-8D72-607FA6BDBB51}"/>
                  </a:ext>
                </a:extLst>
              </p:cNvPr>
              <p:cNvSpPr/>
              <p:nvPr/>
            </p:nvSpPr>
            <p:spPr>
              <a:xfrm>
                <a:off x="4198505" y="171995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10070;p52">
                <a:extLst>
                  <a:ext uri="{FF2B5EF4-FFF2-40B4-BE49-F238E27FC236}">
                    <a16:creationId xmlns:a16="http://schemas.microsoft.com/office/drawing/2014/main" id="{874EFC7E-A3A6-92C4-8F3E-973522E4FFC1}"/>
                  </a:ext>
                </a:extLst>
              </p:cNvPr>
              <p:cNvSpPr/>
              <p:nvPr/>
            </p:nvSpPr>
            <p:spPr>
              <a:xfrm>
                <a:off x="4199035" y="172051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10071;p52">
                <a:extLst>
                  <a:ext uri="{FF2B5EF4-FFF2-40B4-BE49-F238E27FC236}">
                    <a16:creationId xmlns:a16="http://schemas.microsoft.com/office/drawing/2014/main" id="{6CB4D2DF-2503-294E-C8EA-00B6A7F1795D}"/>
                  </a:ext>
                </a:extLst>
              </p:cNvPr>
              <p:cNvSpPr/>
              <p:nvPr/>
            </p:nvSpPr>
            <p:spPr>
              <a:xfrm>
                <a:off x="4198505" y="166628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10072;p52">
                <a:extLst>
                  <a:ext uri="{FF2B5EF4-FFF2-40B4-BE49-F238E27FC236}">
                    <a16:creationId xmlns:a16="http://schemas.microsoft.com/office/drawing/2014/main" id="{02C39908-F51D-A855-86B6-D1386400722C}"/>
                  </a:ext>
                </a:extLst>
              </p:cNvPr>
              <p:cNvSpPr/>
              <p:nvPr/>
            </p:nvSpPr>
            <p:spPr>
              <a:xfrm>
                <a:off x="4199035" y="1666809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10073;p52">
                <a:extLst>
                  <a:ext uri="{FF2B5EF4-FFF2-40B4-BE49-F238E27FC236}">
                    <a16:creationId xmlns:a16="http://schemas.microsoft.com/office/drawing/2014/main" id="{5E0BE1C6-C133-6B9B-B126-0B84C16C2558}"/>
                  </a:ext>
                </a:extLst>
              </p:cNvPr>
              <p:cNvSpPr/>
              <p:nvPr/>
            </p:nvSpPr>
            <p:spPr>
              <a:xfrm>
                <a:off x="4198505" y="1612515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1" y="1"/>
                    </a:moveTo>
                    <a:lnTo>
                      <a:pt x="1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10074;p52">
                <a:extLst>
                  <a:ext uri="{FF2B5EF4-FFF2-40B4-BE49-F238E27FC236}">
                    <a16:creationId xmlns:a16="http://schemas.microsoft.com/office/drawing/2014/main" id="{C42548C6-695B-84E9-3674-FCBF0CEA41CC}"/>
                  </a:ext>
                </a:extLst>
              </p:cNvPr>
              <p:cNvSpPr/>
              <p:nvPr/>
            </p:nvSpPr>
            <p:spPr>
              <a:xfrm>
                <a:off x="4199035" y="1613075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10075;p52">
                <a:extLst>
                  <a:ext uri="{FF2B5EF4-FFF2-40B4-BE49-F238E27FC236}">
                    <a16:creationId xmlns:a16="http://schemas.microsoft.com/office/drawing/2014/main" id="{BDD2DDA9-3B20-CF50-F15B-2F3A9AC25167}"/>
                  </a:ext>
                </a:extLst>
              </p:cNvPr>
              <p:cNvSpPr/>
              <p:nvPr/>
            </p:nvSpPr>
            <p:spPr>
              <a:xfrm>
                <a:off x="4144818" y="209604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10076;p52">
                <a:extLst>
                  <a:ext uri="{FF2B5EF4-FFF2-40B4-BE49-F238E27FC236}">
                    <a16:creationId xmlns:a16="http://schemas.microsoft.com/office/drawing/2014/main" id="{5C5BACB9-2A55-3680-981E-07488C6FD89C}"/>
                  </a:ext>
                </a:extLst>
              </p:cNvPr>
              <p:cNvSpPr/>
              <p:nvPr/>
            </p:nvSpPr>
            <p:spPr>
              <a:xfrm>
                <a:off x="4145348" y="2096570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10077;p52">
                <a:extLst>
                  <a:ext uri="{FF2B5EF4-FFF2-40B4-BE49-F238E27FC236}">
                    <a16:creationId xmlns:a16="http://schemas.microsoft.com/office/drawing/2014/main" id="{231F53FC-5752-5BE8-45E5-67582E8BE119}"/>
                  </a:ext>
                </a:extLst>
              </p:cNvPr>
              <p:cNvSpPr/>
              <p:nvPr/>
            </p:nvSpPr>
            <p:spPr>
              <a:xfrm>
                <a:off x="4145348" y="172051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10078;p52">
                <a:extLst>
                  <a:ext uri="{FF2B5EF4-FFF2-40B4-BE49-F238E27FC236}">
                    <a16:creationId xmlns:a16="http://schemas.microsoft.com/office/drawing/2014/main" id="{F6FF36ED-46E6-6D91-052F-9E9BC3AEF371}"/>
                  </a:ext>
                </a:extLst>
              </p:cNvPr>
              <p:cNvSpPr/>
              <p:nvPr/>
            </p:nvSpPr>
            <p:spPr>
              <a:xfrm>
                <a:off x="414481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10079;p52">
                <a:extLst>
                  <a:ext uri="{FF2B5EF4-FFF2-40B4-BE49-F238E27FC236}">
                    <a16:creationId xmlns:a16="http://schemas.microsoft.com/office/drawing/2014/main" id="{74309831-62B6-FC5C-A60B-68FD293F26A6}"/>
                  </a:ext>
                </a:extLst>
              </p:cNvPr>
              <p:cNvSpPr/>
              <p:nvPr/>
            </p:nvSpPr>
            <p:spPr>
              <a:xfrm>
                <a:off x="4145348" y="155934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10080;p52">
                <a:extLst>
                  <a:ext uri="{FF2B5EF4-FFF2-40B4-BE49-F238E27FC236}">
                    <a16:creationId xmlns:a16="http://schemas.microsoft.com/office/drawing/2014/main" id="{CCDB9AEB-31CB-7171-ACBC-EFAC291BF8CE}"/>
                  </a:ext>
                </a:extLst>
              </p:cNvPr>
              <p:cNvSpPr/>
              <p:nvPr/>
            </p:nvSpPr>
            <p:spPr>
              <a:xfrm>
                <a:off x="4091069" y="209604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10081;p52">
                <a:extLst>
                  <a:ext uri="{FF2B5EF4-FFF2-40B4-BE49-F238E27FC236}">
                    <a16:creationId xmlns:a16="http://schemas.microsoft.com/office/drawing/2014/main" id="{9784F47E-D853-ADEE-86A7-B1D060726122}"/>
                  </a:ext>
                </a:extLst>
              </p:cNvPr>
              <p:cNvSpPr/>
              <p:nvPr/>
            </p:nvSpPr>
            <p:spPr>
              <a:xfrm>
                <a:off x="4091614" y="2096570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10082;p52">
                <a:extLst>
                  <a:ext uri="{FF2B5EF4-FFF2-40B4-BE49-F238E27FC236}">
                    <a16:creationId xmlns:a16="http://schemas.microsoft.com/office/drawing/2014/main" id="{C0595E06-4585-8445-02B2-678F17452503}"/>
                  </a:ext>
                </a:extLst>
              </p:cNvPr>
              <p:cNvSpPr/>
              <p:nvPr/>
            </p:nvSpPr>
            <p:spPr>
              <a:xfrm>
                <a:off x="4091614" y="177424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10083;p52">
                <a:extLst>
                  <a:ext uri="{FF2B5EF4-FFF2-40B4-BE49-F238E27FC236}">
                    <a16:creationId xmlns:a16="http://schemas.microsoft.com/office/drawing/2014/main" id="{926B2879-D350-DAFE-102F-62FF92CAB651}"/>
                  </a:ext>
                </a:extLst>
              </p:cNvPr>
              <p:cNvSpPr/>
              <p:nvPr/>
            </p:nvSpPr>
            <p:spPr>
              <a:xfrm>
                <a:off x="4091614" y="1666809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10084;p52">
                <a:extLst>
                  <a:ext uri="{FF2B5EF4-FFF2-40B4-BE49-F238E27FC236}">
                    <a16:creationId xmlns:a16="http://schemas.microsoft.com/office/drawing/2014/main" id="{A83A4884-0527-C494-46D5-9919DE73D46D}"/>
                  </a:ext>
                </a:extLst>
              </p:cNvPr>
              <p:cNvSpPr/>
              <p:nvPr/>
            </p:nvSpPr>
            <p:spPr>
              <a:xfrm>
                <a:off x="4091069" y="155878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10085;p52">
                <a:extLst>
                  <a:ext uri="{FF2B5EF4-FFF2-40B4-BE49-F238E27FC236}">
                    <a16:creationId xmlns:a16="http://schemas.microsoft.com/office/drawing/2014/main" id="{A87D991D-E13B-88E5-C5F9-D4794B049FB8}"/>
                  </a:ext>
                </a:extLst>
              </p:cNvPr>
              <p:cNvSpPr/>
              <p:nvPr/>
            </p:nvSpPr>
            <p:spPr>
              <a:xfrm>
                <a:off x="4091614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10086;p52">
                <a:extLst>
                  <a:ext uri="{FF2B5EF4-FFF2-40B4-BE49-F238E27FC236}">
                    <a16:creationId xmlns:a16="http://schemas.microsoft.com/office/drawing/2014/main" id="{3781BC61-7256-C154-FE93-A1F5E71E9074}"/>
                  </a:ext>
                </a:extLst>
              </p:cNvPr>
              <p:cNvSpPr/>
              <p:nvPr/>
            </p:nvSpPr>
            <p:spPr>
              <a:xfrm>
                <a:off x="4037880" y="204283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10087;p52">
                <a:extLst>
                  <a:ext uri="{FF2B5EF4-FFF2-40B4-BE49-F238E27FC236}">
                    <a16:creationId xmlns:a16="http://schemas.microsoft.com/office/drawing/2014/main" id="{08A6D310-78F9-5A21-6C69-7432E1492C0D}"/>
                  </a:ext>
                </a:extLst>
              </p:cNvPr>
              <p:cNvSpPr/>
              <p:nvPr/>
            </p:nvSpPr>
            <p:spPr>
              <a:xfrm>
                <a:off x="4037880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10088;p52">
                <a:extLst>
                  <a:ext uri="{FF2B5EF4-FFF2-40B4-BE49-F238E27FC236}">
                    <a16:creationId xmlns:a16="http://schemas.microsoft.com/office/drawing/2014/main" id="{91982B7D-976B-589F-0A2B-6857637C210A}"/>
                  </a:ext>
                </a:extLst>
              </p:cNvPr>
              <p:cNvSpPr/>
              <p:nvPr/>
            </p:nvSpPr>
            <p:spPr>
              <a:xfrm>
                <a:off x="4037335" y="155878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10089;p52">
                <a:extLst>
                  <a:ext uri="{FF2B5EF4-FFF2-40B4-BE49-F238E27FC236}">
                    <a16:creationId xmlns:a16="http://schemas.microsoft.com/office/drawing/2014/main" id="{F1146934-6DFE-8CB1-0303-37A68E0BD9F8}"/>
                  </a:ext>
                </a:extLst>
              </p:cNvPr>
              <p:cNvSpPr/>
              <p:nvPr/>
            </p:nvSpPr>
            <p:spPr>
              <a:xfrm>
                <a:off x="4037880" y="155934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10090;p52">
                <a:extLst>
                  <a:ext uri="{FF2B5EF4-FFF2-40B4-BE49-F238E27FC236}">
                    <a16:creationId xmlns:a16="http://schemas.microsoft.com/office/drawing/2014/main" id="{F7500281-2EA5-A65E-4959-75E7E84BFDC1}"/>
                  </a:ext>
                </a:extLst>
              </p:cNvPr>
              <p:cNvSpPr/>
              <p:nvPr/>
            </p:nvSpPr>
            <p:spPr>
              <a:xfrm>
                <a:off x="3983648" y="1988604"/>
                <a:ext cx="54777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9" extrusionOk="0">
                    <a:moveTo>
                      <a:pt x="0" y="1"/>
                    </a:moveTo>
                    <a:lnTo>
                      <a:pt x="0" y="3519"/>
                    </a:lnTo>
                    <a:lnTo>
                      <a:pt x="3517" y="3519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10091;p52">
                <a:extLst>
                  <a:ext uri="{FF2B5EF4-FFF2-40B4-BE49-F238E27FC236}">
                    <a16:creationId xmlns:a16="http://schemas.microsoft.com/office/drawing/2014/main" id="{C28A656D-08DE-37DF-C5E2-3B2F6D595AD0}"/>
                  </a:ext>
                </a:extLst>
              </p:cNvPr>
              <p:cNvSpPr/>
              <p:nvPr/>
            </p:nvSpPr>
            <p:spPr>
              <a:xfrm>
                <a:off x="3984178" y="1989165"/>
                <a:ext cx="53718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10092;p52">
                <a:extLst>
                  <a:ext uri="{FF2B5EF4-FFF2-40B4-BE49-F238E27FC236}">
                    <a16:creationId xmlns:a16="http://schemas.microsoft.com/office/drawing/2014/main" id="{AA91F0FB-A350-0E20-147C-16EEC16AB047}"/>
                  </a:ext>
                </a:extLst>
              </p:cNvPr>
              <p:cNvSpPr/>
              <p:nvPr/>
            </p:nvSpPr>
            <p:spPr>
              <a:xfrm>
                <a:off x="3983648" y="1934871"/>
                <a:ext cx="54777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2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10093;p52">
                <a:extLst>
                  <a:ext uri="{FF2B5EF4-FFF2-40B4-BE49-F238E27FC236}">
                    <a16:creationId xmlns:a16="http://schemas.microsoft.com/office/drawing/2014/main" id="{313402B8-1356-E98F-385D-13B3ACED13C3}"/>
                  </a:ext>
                </a:extLst>
              </p:cNvPr>
              <p:cNvSpPr/>
              <p:nvPr/>
            </p:nvSpPr>
            <p:spPr>
              <a:xfrm>
                <a:off x="3984178" y="1935416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10094;p52">
                <a:extLst>
                  <a:ext uri="{FF2B5EF4-FFF2-40B4-BE49-F238E27FC236}">
                    <a16:creationId xmlns:a16="http://schemas.microsoft.com/office/drawing/2014/main" id="{54B37C1B-E289-FF0D-CF90-33F7D5757BE0}"/>
                  </a:ext>
                </a:extLst>
              </p:cNvPr>
              <p:cNvSpPr/>
              <p:nvPr/>
            </p:nvSpPr>
            <p:spPr>
              <a:xfrm>
                <a:off x="398364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10095;p52">
                <a:extLst>
                  <a:ext uri="{FF2B5EF4-FFF2-40B4-BE49-F238E27FC236}">
                    <a16:creationId xmlns:a16="http://schemas.microsoft.com/office/drawing/2014/main" id="{77743384-078B-3D2A-2145-AE2C43E9E8D9}"/>
                  </a:ext>
                </a:extLst>
              </p:cNvPr>
              <p:cNvSpPr/>
              <p:nvPr/>
            </p:nvSpPr>
            <p:spPr>
              <a:xfrm>
                <a:off x="3984178" y="1559342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10096;p52">
                <a:extLst>
                  <a:ext uri="{FF2B5EF4-FFF2-40B4-BE49-F238E27FC236}">
                    <a16:creationId xmlns:a16="http://schemas.microsoft.com/office/drawing/2014/main" id="{30330228-790D-43E8-5F91-2721597E9B23}"/>
                  </a:ext>
                </a:extLst>
              </p:cNvPr>
              <p:cNvSpPr/>
              <p:nvPr/>
            </p:nvSpPr>
            <p:spPr>
              <a:xfrm>
                <a:off x="3930444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10097;p52">
                <a:extLst>
                  <a:ext uri="{FF2B5EF4-FFF2-40B4-BE49-F238E27FC236}">
                    <a16:creationId xmlns:a16="http://schemas.microsoft.com/office/drawing/2014/main" id="{13DAA1C2-20E1-5A20-84C0-3E040B6DB3B9}"/>
                  </a:ext>
                </a:extLst>
              </p:cNvPr>
              <p:cNvSpPr/>
              <p:nvPr/>
            </p:nvSpPr>
            <p:spPr>
              <a:xfrm>
                <a:off x="3930444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10098;p52">
                <a:extLst>
                  <a:ext uri="{FF2B5EF4-FFF2-40B4-BE49-F238E27FC236}">
                    <a16:creationId xmlns:a16="http://schemas.microsoft.com/office/drawing/2014/main" id="{2640965B-24CC-8767-3D61-E494CA3A31FB}"/>
                  </a:ext>
                </a:extLst>
              </p:cNvPr>
              <p:cNvSpPr/>
              <p:nvPr/>
            </p:nvSpPr>
            <p:spPr>
              <a:xfrm>
                <a:off x="3876710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10099;p52">
                <a:extLst>
                  <a:ext uri="{FF2B5EF4-FFF2-40B4-BE49-F238E27FC236}">
                    <a16:creationId xmlns:a16="http://schemas.microsoft.com/office/drawing/2014/main" id="{036A3714-03E4-4487-76AD-7BAEC6573F8A}"/>
                  </a:ext>
                </a:extLst>
              </p:cNvPr>
              <p:cNvSpPr/>
              <p:nvPr/>
            </p:nvSpPr>
            <p:spPr>
              <a:xfrm>
                <a:off x="3876710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10100;p52">
                <a:extLst>
                  <a:ext uri="{FF2B5EF4-FFF2-40B4-BE49-F238E27FC236}">
                    <a16:creationId xmlns:a16="http://schemas.microsoft.com/office/drawing/2014/main" id="{1FCC201E-93EF-70EB-9A49-7DFC5C94DB1C}"/>
                  </a:ext>
                </a:extLst>
              </p:cNvPr>
              <p:cNvSpPr/>
              <p:nvPr/>
            </p:nvSpPr>
            <p:spPr>
              <a:xfrm>
                <a:off x="3876710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10101;p52">
                <a:extLst>
                  <a:ext uri="{FF2B5EF4-FFF2-40B4-BE49-F238E27FC236}">
                    <a16:creationId xmlns:a16="http://schemas.microsoft.com/office/drawing/2014/main" id="{A84B21C8-16E3-4B65-2B02-6A0025359D0C}"/>
                  </a:ext>
                </a:extLst>
              </p:cNvPr>
              <p:cNvSpPr/>
              <p:nvPr/>
            </p:nvSpPr>
            <p:spPr>
              <a:xfrm>
                <a:off x="3876150" y="145134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10102;p52">
                <a:extLst>
                  <a:ext uri="{FF2B5EF4-FFF2-40B4-BE49-F238E27FC236}">
                    <a16:creationId xmlns:a16="http://schemas.microsoft.com/office/drawing/2014/main" id="{A1B6F565-153D-53C8-464F-E340971F637A}"/>
                  </a:ext>
                </a:extLst>
              </p:cNvPr>
              <p:cNvSpPr/>
              <p:nvPr/>
            </p:nvSpPr>
            <p:spPr>
              <a:xfrm>
                <a:off x="3876710" y="145190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10103;p52">
                <a:extLst>
                  <a:ext uri="{FF2B5EF4-FFF2-40B4-BE49-F238E27FC236}">
                    <a16:creationId xmlns:a16="http://schemas.microsoft.com/office/drawing/2014/main" id="{B9E464CB-72F9-A341-2AA8-3D4BD70FD738}"/>
                  </a:ext>
                </a:extLst>
              </p:cNvPr>
              <p:cNvSpPr/>
              <p:nvPr/>
            </p:nvSpPr>
            <p:spPr>
              <a:xfrm>
                <a:off x="3876150" y="139761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10104;p52">
                <a:extLst>
                  <a:ext uri="{FF2B5EF4-FFF2-40B4-BE49-F238E27FC236}">
                    <a16:creationId xmlns:a16="http://schemas.microsoft.com/office/drawing/2014/main" id="{FF202572-DF17-4D5A-3EF4-347E9CA813AD}"/>
                  </a:ext>
                </a:extLst>
              </p:cNvPr>
              <p:cNvSpPr/>
              <p:nvPr/>
            </p:nvSpPr>
            <p:spPr>
              <a:xfrm>
                <a:off x="3876710" y="139815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10105;p52">
                <a:extLst>
                  <a:ext uri="{FF2B5EF4-FFF2-40B4-BE49-F238E27FC236}">
                    <a16:creationId xmlns:a16="http://schemas.microsoft.com/office/drawing/2014/main" id="{3A264F28-A331-9696-8980-355A13BFB127}"/>
                  </a:ext>
                </a:extLst>
              </p:cNvPr>
              <p:cNvSpPr/>
              <p:nvPr/>
            </p:nvSpPr>
            <p:spPr>
              <a:xfrm>
                <a:off x="3823008" y="188166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10106;p52">
                <a:extLst>
                  <a:ext uri="{FF2B5EF4-FFF2-40B4-BE49-F238E27FC236}">
                    <a16:creationId xmlns:a16="http://schemas.microsoft.com/office/drawing/2014/main" id="{09068D56-3B97-055E-7C58-328422836D97}"/>
                  </a:ext>
                </a:extLst>
              </p:cNvPr>
              <p:cNvSpPr/>
              <p:nvPr/>
            </p:nvSpPr>
            <p:spPr>
              <a:xfrm>
                <a:off x="3823008" y="1613075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10107;p52">
                <a:extLst>
                  <a:ext uri="{FF2B5EF4-FFF2-40B4-BE49-F238E27FC236}">
                    <a16:creationId xmlns:a16="http://schemas.microsoft.com/office/drawing/2014/main" id="{A7C7A92F-3B1B-A2D5-A9B2-DD222F0E8258}"/>
                  </a:ext>
                </a:extLst>
              </p:cNvPr>
              <p:cNvSpPr/>
              <p:nvPr/>
            </p:nvSpPr>
            <p:spPr>
              <a:xfrm>
                <a:off x="382247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10108;p52">
                <a:extLst>
                  <a:ext uri="{FF2B5EF4-FFF2-40B4-BE49-F238E27FC236}">
                    <a16:creationId xmlns:a16="http://schemas.microsoft.com/office/drawing/2014/main" id="{BF0D4A3F-1EDB-8C52-A669-9CDD1A0F9D5C}"/>
                  </a:ext>
                </a:extLst>
              </p:cNvPr>
              <p:cNvSpPr/>
              <p:nvPr/>
            </p:nvSpPr>
            <p:spPr>
              <a:xfrm>
                <a:off x="3823008" y="1559342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10109;p52">
                <a:extLst>
                  <a:ext uri="{FF2B5EF4-FFF2-40B4-BE49-F238E27FC236}">
                    <a16:creationId xmlns:a16="http://schemas.microsoft.com/office/drawing/2014/main" id="{B93F1551-FDE5-65F9-20A7-276BE9CA1DD1}"/>
                  </a:ext>
                </a:extLst>
              </p:cNvPr>
              <p:cNvSpPr/>
              <p:nvPr/>
            </p:nvSpPr>
            <p:spPr>
              <a:xfrm>
                <a:off x="3822478" y="1505094"/>
                <a:ext cx="54777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8" extrusionOk="0">
                    <a:moveTo>
                      <a:pt x="0" y="0"/>
                    </a:moveTo>
                    <a:lnTo>
                      <a:pt x="0" y="3518"/>
                    </a:lnTo>
                    <a:lnTo>
                      <a:pt x="3517" y="3518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10110;p52">
                <a:extLst>
                  <a:ext uri="{FF2B5EF4-FFF2-40B4-BE49-F238E27FC236}">
                    <a16:creationId xmlns:a16="http://schemas.microsoft.com/office/drawing/2014/main" id="{E47B440F-199F-15DC-AF67-C27F7257C592}"/>
                  </a:ext>
                </a:extLst>
              </p:cNvPr>
              <p:cNvSpPr/>
              <p:nvPr/>
            </p:nvSpPr>
            <p:spPr>
              <a:xfrm>
                <a:off x="3823008" y="1505639"/>
                <a:ext cx="53687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7" y="3448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10111;p52">
                <a:extLst>
                  <a:ext uri="{FF2B5EF4-FFF2-40B4-BE49-F238E27FC236}">
                    <a16:creationId xmlns:a16="http://schemas.microsoft.com/office/drawing/2014/main" id="{D1437BB3-C070-42AA-23B3-7CB6AAEDFCD6}"/>
                  </a:ext>
                </a:extLst>
              </p:cNvPr>
              <p:cNvSpPr/>
              <p:nvPr/>
            </p:nvSpPr>
            <p:spPr>
              <a:xfrm>
                <a:off x="3822478" y="1343924"/>
                <a:ext cx="54777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8" extrusionOk="0">
                    <a:moveTo>
                      <a:pt x="0" y="0"/>
                    </a:moveTo>
                    <a:lnTo>
                      <a:pt x="0" y="3518"/>
                    </a:lnTo>
                    <a:lnTo>
                      <a:pt x="3517" y="3518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10112;p52">
                <a:extLst>
                  <a:ext uri="{FF2B5EF4-FFF2-40B4-BE49-F238E27FC236}">
                    <a16:creationId xmlns:a16="http://schemas.microsoft.com/office/drawing/2014/main" id="{84BD3740-2F1A-BAEB-D68F-041510520CB3}"/>
                  </a:ext>
                </a:extLst>
              </p:cNvPr>
              <p:cNvSpPr/>
              <p:nvPr/>
            </p:nvSpPr>
            <p:spPr>
              <a:xfrm>
                <a:off x="3823008" y="134446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10113;p52">
                <a:extLst>
                  <a:ext uri="{FF2B5EF4-FFF2-40B4-BE49-F238E27FC236}">
                    <a16:creationId xmlns:a16="http://schemas.microsoft.com/office/drawing/2014/main" id="{DE6C5191-8FD2-4F98-8B6D-7859309FCC69}"/>
                  </a:ext>
                </a:extLst>
              </p:cNvPr>
              <p:cNvSpPr/>
              <p:nvPr/>
            </p:nvSpPr>
            <p:spPr>
              <a:xfrm>
                <a:off x="3822478" y="129019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10114;p52">
                <a:extLst>
                  <a:ext uri="{FF2B5EF4-FFF2-40B4-BE49-F238E27FC236}">
                    <a16:creationId xmlns:a16="http://schemas.microsoft.com/office/drawing/2014/main" id="{A362984A-19B8-5EEF-9A51-7B33CD6B58E1}"/>
                  </a:ext>
                </a:extLst>
              </p:cNvPr>
              <p:cNvSpPr/>
              <p:nvPr/>
            </p:nvSpPr>
            <p:spPr>
              <a:xfrm>
                <a:off x="3823008" y="129072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10115;p52">
                <a:extLst>
                  <a:ext uri="{FF2B5EF4-FFF2-40B4-BE49-F238E27FC236}">
                    <a16:creationId xmlns:a16="http://schemas.microsoft.com/office/drawing/2014/main" id="{CD04FEB4-7B30-18F2-72EB-923B4674A8F4}"/>
                  </a:ext>
                </a:extLst>
              </p:cNvPr>
              <p:cNvSpPr/>
              <p:nvPr/>
            </p:nvSpPr>
            <p:spPr>
              <a:xfrm>
                <a:off x="3769274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10116;p52">
                <a:extLst>
                  <a:ext uri="{FF2B5EF4-FFF2-40B4-BE49-F238E27FC236}">
                    <a16:creationId xmlns:a16="http://schemas.microsoft.com/office/drawing/2014/main" id="{6ADECB4F-8D25-BCEE-FC63-B528C15434D2}"/>
                  </a:ext>
                </a:extLst>
              </p:cNvPr>
              <p:cNvSpPr/>
              <p:nvPr/>
            </p:nvSpPr>
            <p:spPr>
              <a:xfrm>
                <a:off x="3769274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10117;p52">
                <a:extLst>
                  <a:ext uri="{FF2B5EF4-FFF2-40B4-BE49-F238E27FC236}">
                    <a16:creationId xmlns:a16="http://schemas.microsoft.com/office/drawing/2014/main" id="{37395B00-8D28-A3CE-1515-D525E07F14D6}"/>
                  </a:ext>
                </a:extLst>
              </p:cNvPr>
              <p:cNvSpPr/>
              <p:nvPr/>
            </p:nvSpPr>
            <p:spPr>
              <a:xfrm>
                <a:off x="3715587" y="1881666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10118;p52">
                <a:extLst>
                  <a:ext uri="{FF2B5EF4-FFF2-40B4-BE49-F238E27FC236}">
                    <a16:creationId xmlns:a16="http://schemas.microsoft.com/office/drawing/2014/main" id="{51C61BB8-BE87-D97A-DF06-C61C55107995}"/>
                  </a:ext>
                </a:extLst>
              </p:cNvPr>
              <p:cNvSpPr/>
              <p:nvPr/>
            </p:nvSpPr>
            <p:spPr>
              <a:xfrm>
                <a:off x="3715587" y="1613075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10119;p52">
                <a:extLst>
                  <a:ext uri="{FF2B5EF4-FFF2-40B4-BE49-F238E27FC236}">
                    <a16:creationId xmlns:a16="http://schemas.microsoft.com/office/drawing/2014/main" id="{06DED596-9257-38FE-1E56-453DFA9BE475}"/>
                  </a:ext>
                </a:extLst>
              </p:cNvPr>
              <p:cNvSpPr/>
              <p:nvPr/>
            </p:nvSpPr>
            <p:spPr>
              <a:xfrm>
                <a:off x="3661308" y="1988604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10120;p52">
                <a:extLst>
                  <a:ext uri="{FF2B5EF4-FFF2-40B4-BE49-F238E27FC236}">
                    <a16:creationId xmlns:a16="http://schemas.microsoft.com/office/drawing/2014/main" id="{11E38159-975B-398F-999C-3EDD2E772E9B}"/>
                  </a:ext>
                </a:extLst>
              </p:cNvPr>
              <p:cNvSpPr/>
              <p:nvPr/>
            </p:nvSpPr>
            <p:spPr>
              <a:xfrm>
                <a:off x="3661838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10121;p52">
                <a:extLst>
                  <a:ext uri="{FF2B5EF4-FFF2-40B4-BE49-F238E27FC236}">
                    <a16:creationId xmlns:a16="http://schemas.microsoft.com/office/drawing/2014/main" id="{ABB94BB1-7C29-4410-AFE1-AEB6E59E711B}"/>
                  </a:ext>
                </a:extLst>
              </p:cNvPr>
              <p:cNvSpPr/>
              <p:nvPr/>
            </p:nvSpPr>
            <p:spPr>
              <a:xfrm>
                <a:off x="3661308" y="193487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10122;p52">
                <a:extLst>
                  <a:ext uri="{FF2B5EF4-FFF2-40B4-BE49-F238E27FC236}">
                    <a16:creationId xmlns:a16="http://schemas.microsoft.com/office/drawing/2014/main" id="{54BEFC54-B519-1046-2B71-15C9E14644C0}"/>
                  </a:ext>
                </a:extLst>
              </p:cNvPr>
              <p:cNvSpPr/>
              <p:nvPr/>
            </p:nvSpPr>
            <p:spPr>
              <a:xfrm>
                <a:off x="3661838" y="193541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10123;p52">
                <a:extLst>
                  <a:ext uri="{FF2B5EF4-FFF2-40B4-BE49-F238E27FC236}">
                    <a16:creationId xmlns:a16="http://schemas.microsoft.com/office/drawing/2014/main" id="{63308398-E638-064A-984B-EA9119E5A1EE}"/>
                  </a:ext>
                </a:extLst>
              </p:cNvPr>
              <p:cNvSpPr/>
              <p:nvPr/>
            </p:nvSpPr>
            <p:spPr>
              <a:xfrm>
                <a:off x="3661308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10124;p52">
                <a:extLst>
                  <a:ext uri="{FF2B5EF4-FFF2-40B4-BE49-F238E27FC236}">
                    <a16:creationId xmlns:a16="http://schemas.microsoft.com/office/drawing/2014/main" id="{96432DD2-A4F8-752E-24C7-704F2D9328E0}"/>
                  </a:ext>
                </a:extLst>
              </p:cNvPr>
              <p:cNvSpPr/>
              <p:nvPr/>
            </p:nvSpPr>
            <p:spPr>
              <a:xfrm>
                <a:off x="3661838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10125;p52">
                <a:extLst>
                  <a:ext uri="{FF2B5EF4-FFF2-40B4-BE49-F238E27FC236}">
                    <a16:creationId xmlns:a16="http://schemas.microsoft.com/office/drawing/2014/main" id="{404043F7-4C5D-3388-3169-5691F20ABF96}"/>
                  </a:ext>
                </a:extLst>
              </p:cNvPr>
              <p:cNvSpPr/>
              <p:nvPr/>
            </p:nvSpPr>
            <p:spPr>
              <a:xfrm>
                <a:off x="3608088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10126;p52">
                <a:extLst>
                  <a:ext uri="{FF2B5EF4-FFF2-40B4-BE49-F238E27FC236}">
                    <a16:creationId xmlns:a16="http://schemas.microsoft.com/office/drawing/2014/main" id="{D0A890A1-B4F6-4A5C-A27E-BDC991905F02}"/>
                  </a:ext>
                </a:extLst>
              </p:cNvPr>
              <p:cNvSpPr/>
              <p:nvPr/>
            </p:nvSpPr>
            <p:spPr>
              <a:xfrm>
                <a:off x="3608088" y="172051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10127;p52">
                <a:extLst>
                  <a:ext uri="{FF2B5EF4-FFF2-40B4-BE49-F238E27FC236}">
                    <a16:creationId xmlns:a16="http://schemas.microsoft.com/office/drawing/2014/main" id="{9EE73A9A-46B6-3FE8-91C6-ADEB74D6DDA0}"/>
                  </a:ext>
                </a:extLst>
              </p:cNvPr>
              <p:cNvSpPr/>
              <p:nvPr/>
            </p:nvSpPr>
            <p:spPr>
              <a:xfrm>
                <a:off x="3607559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0" y="3521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10128;p52">
                <a:extLst>
                  <a:ext uri="{FF2B5EF4-FFF2-40B4-BE49-F238E27FC236}">
                    <a16:creationId xmlns:a16="http://schemas.microsoft.com/office/drawing/2014/main" id="{590757B5-CFB5-56CD-8E7F-D526D0B4D8CB}"/>
                  </a:ext>
                </a:extLst>
              </p:cNvPr>
              <p:cNvSpPr/>
              <p:nvPr/>
            </p:nvSpPr>
            <p:spPr>
              <a:xfrm>
                <a:off x="3608088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10129;p52">
                <a:extLst>
                  <a:ext uri="{FF2B5EF4-FFF2-40B4-BE49-F238E27FC236}">
                    <a16:creationId xmlns:a16="http://schemas.microsoft.com/office/drawing/2014/main" id="{E75EA57A-F967-4BA4-14D6-AFF709D5FCAF}"/>
                  </a:ext>
                </a:extLst>
              </p:cNvPr>
              <p:cNvSpPr/>
              <p:nvPr/>
            </p:nvSpPr>
            <p:spPr>
              <a:xfrm>
                <a:off x="3553872" y="2096041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10130;p52">
                <a:extLst>
                  <a:ext uri="{FF2B5EF4-FFF2-40B4-BE49-F238E27FC236}">
                    <a16:creationId xmlns:a16="http://schemas.microsoft.com/office/drawing/2014/main" id="{EB592847-13F2-0314-B9B0-C16F4D91FC30}"/>
                  </a:ext>
                </a:extLst>
              </p:cNvPr>
              <p:cNvSpPr/>
              <p:nvPr/>
            </p:nvSpPr>
            <p:spPr>
              <a:xfrm>
                <a:off x="3554417" y="2096570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10131;p52">
                <a:extLst>
                  <a:ext uri="{FF2B5EF4-FFF2-40B4-BE49-F238E27FC236}">
                    <a16:creationId xmlns:a16="http://schemas.microsoft.com/office/drawing/2014/main" id="{C6705FDB-FA38-180A-91F3-0BEA9E30958A}"/>
                  </a:ext>
                </a:extLst>
              </p:cNvPr>
              <p:cNvSpPr/>
              <p:nvPr/>
            </p:nvSpPr>
            <p:spPr>
              <a:xfrm>
                <a:off x="3554417" y="177424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10132;p52">
                <a:extLst>
                  <a:ext uri="{FF2B5EF4-FFF2-40B4-BE49-F238E27FC236}">
                    <a16:creationId xmlns:a16="http://schemas.microsoft.com/office/drawing/2014/main" id="{8044FA6F-6B02-062F-9B36-7E5DDD6A5432}"/>
                  </a:ext>
                </a:extLst>
              </p:cNvPr>
              <p:cNvSpPr/>
              <p:nvPr/>
            </p:nvSpPr>
            <p:spPr>
              <a:xfrm>
                <a:off x="3554417" y="172051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10133;p52">
                <a:extLst>
                  <a:ext uri="{FF2B5EF4-FFF2-40B4-BE49-F238E27FC236}">
                    <a16:creationId xmlns:a16="http://schemas.microsoft.com/office/drawing/2014/main" id="{7D156EA3-C206-4955-ACD6-E814F46FCB6C}"/>
                  </a:ext>
                </a:extLst>
              </p:cNvPr>
              <p:cNvSpPr/>
              <p:nvPr/>
            </p:nvSpPr>
            <p:spPr>
              <a:xfrm>
                <a:off x="3554417" y="1666809"/>
                <a:ext cx="53703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10134;p52">
                <a:extLst>
                  <a:ext uri="{FF2B5EF4-FFF2-40B4-BE49-F238E27FC236}">
                    <a16:creationId xmlns:a16="http://schemas.microsoft.com/office/drawing/2014/main" id="{89F07AC3-2C5C-8599-FD9E-252872981408}"/>
                  </a:ext>
                </a:extLst>
              </p:cNvPr>
              <p:cNvSpPr/>
              <p:nvPr/>
            </p:nvSpPr>
            <p:spPr>
              <a:xfrm>
                <a:off x="3553872" y="1558781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10135;p52">
                <a:extLst>
                  <a:ext uri="{FF2B5EF4-FFF2-40B4-BE49-F238E27FC236}">
                    <a16:creationId xmlns:a16="http://schemas.microsoft.com/office/drawing/2014/main" id="{7FD34D01-BDB8-B3FE-66ED-12D10A9EC4FB}"/>
                  </a:ext>
                </a:extLst>
              </p:cNvPr>
              <p:cNvSpPr/>
              <p:nvPr/>
            </p:nvSpPr>
            <p:spPr>
              <a:xfrm>
                <a:off x="3554417" y="155934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10136;p52">
                <a:extLst>
                  <a:ext uri="{FF2B5EF4-FFF2-40B4-BE49-F238E27FC236}">
                    <a16:creationId xmlns:a16="http://schemas.microsoft.com/office/drawing/2014/main" id="{571FE976-22A2-9B14-947A-0C6F65622840}"/>
                  </a:ext>
                </a:extLst>
              </p:cNvPr>
              <p:cNvSpPr/>
              <p:nvPr/>
            </p:nvSpPr>
            <p:spPr>
              <a:xfrm>
                <a:off x="3500122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10137;p52">
                <a:extLst>
                  <a:ext uri="{FF2B5EF4-FFF2-40B4-BE49-F238E27FC236}">
                    <a16:creationId xmlns:a16="http://schemas.microsoft.com/office/drawing/2014/main" id="{9A6CA47B-5DBC-7039-1EC9-E1B90915467B}"/>
                  </a:ext>
                </a:extLst>
              </p:cNvPr>
              <p:cNvSpPr/>
              <p:nvPr/>
            </p:nvSpPr>
            <p:spPr>
              <a:xfrm>
                <a:off x="3500683" y="2096570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10138;p52">
                <a:extLst>
                  <a:ext uri="{FF2B5EF4-FFF2-40B4-BE49-F238E27FC236}">
                    <a16:creationId xmlns:a16="http://schemas.microsoft.com/office/drawing/2014/main" id="{F9E22663-762F-12A3-924E-77CC2C38A822}"/>
                  </a:ext>
                </a:extLst>
              </p:cNvPr>
              <p:cNvSpPr/>
              <p:nvPr/>
            </p:nvSpPr>
            <p:spPr>
              <a:xfrm>
                <a:off x="3500683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10139;p52">
                <a:extLst>
                  <a:ext uri="{FF2B5EF4-FFF2-40B4-BE49-F238E27FC236}">
                    <a16:creationId xmlns:a16="http://schemas.microsoft.com/office/drawing/2014/main" id="{FBEBA90B-7740-3BF8-0864-853398AE4D03}"/>
                  </a:ext>
                </a:extLst>
              </p:cNvPr>
              <p:cNvSpPr/>
              <p:nvPr/>
            </p:nvSpPr>
            <p:spPr>
              <a:xfrm>
                <a:off x="3500122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10140;p52">
                <a:extLst>
                  <a:ext uri="{FF2B5EF4-FFF2-40B4-BE49-F238E27FC236}">
                    <a16:creationId xmlns:a16="http://schemas.microsoft.com/office/drawing/2014/main" id="{AD2B6D87-5039-30C4-B3C7-DCAE8955301B}"/>
                  </a:ext>
                </a:extLst>
              </p:cNvPr>
              <p:cNvSpPr/>
              <p:nvPr/>
            </p:nvSpPr>
            <p:spPr>
              <a:xfrm>
                <a:off x="3500683" y="155934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10141;p52">
                <a:extLst>
                  <a:ext uri="{FF2B5EF4-FFF2-40B4-BE49-F238E27FC236}">
                    <a16:creationId xmlns:a16="http://schemas.microsoft.com/office/drawing/2014/main" id="{417A1094-8D1C-336A-5424-81E4F6924C59}"/>
                  </a:ext>
                </a:extLst>
              </p:cNvPr>
              <p:cNvSpPr/>
              <p:nvPr/>
            </p:nvSpPr>
            <p:spPr>
              <a:xfrm>
                <a:off x="3446389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10142;p52">
                <a:extLst>
                  <a:ext uri="{FF2B5EF4-FFF2-40B4-BE49-F238E27FC236}">
                    <a16:creationId xmlns:a16="http://schemas.microsoft.com/office/drawing/2014/main" id="{2C6E5255-47EE-6145-6B4C-0D0A7AA58F08}"/>
                  </a:ext>
                </a:extLst>
              </p:cNvPr>
              <p:cNvSpPr/>
              <p:nvPr/>
            </p:nvSpPr>
            <p:spPr>
              <a:xfrm>
                <a:off x="3446918" y="2096570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10143;p52">
                <a:extLst>
                  <a:ext uri="{FF2B5EF4-FFF2-40B4-BE49-F238E27FC236}">
                    <a16:creationId xmlns:a16="http://schemas.microsoft.com/office/drawing/2014/main" id="{7CB12529-5554-76F1-7BF0-A62C1E3D5F25}"/>
                  </a:ext>
                </a:extLst>
              </p:cNvPr>
              <p:cNvSpPr/>
              <p:nvPr/>
            </p:nvSpPr>
            <p:spPr>
              <a:xfrm>
                <a:off x="3446389" y="171995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10144;p52">
                <a:extLst>
                  <a:ext uri="{FF2B5EF4-FFF2-40B4-BE49-F238E27FC236}">
                    <a16:creationId xmlns:a16="http://schemas.microsoft.com/office/drawing/2014/main" id="{5CC38599-5956-91C0-13AE-68C947EA9ED6}"/>
                  </a:ext>
                </a:extLst>
              </p:cNvPr>
              <p:cNvSpPr/>
              <p:nvPr/>
            </p:nvSpPr>
            <p:spPr>
              <a:xfrm>
                <a:off x="3446918" y="1720512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10145;p52">
                <a:extLst>
                  <a:ext uri="{FF2B5EF4-FFF2-40B4-BE49-F238E27FC236}">
                    <a16:creationId xmlns:a16="http://schemas.microsoft.com/office/drawing/2014/main" id="{5FAF81CA-1455-B535-DB41-3DFC6217E257}"/>
                  </a:ext>
                </a:extLst>
              </p:cNvPr>
              <p:cNvSpPr/>
              <p:nvPr/>
            </p:nvSpPr>
            <p:spPr>
              <a:xfrm>
                <a:off x="3446389" y="166628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0" y="0"/>
                    </a:moveTo>
                    <a:lnTo>
                      <a:pt x="0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10146;p52">
                <a:extLst>
                  <a:ext uri="{FF2B5EF4-FFF2-40B4-BE49-F238E27FC236}">
                    <a16:creationId xmlns:a16="http://schemas.microsoft.com/office/drawing/2014/main" id="{71FABC6B-6931-724E-DB59-5E615D44FBF4}"/>
                  </a:ext>
                </a:extLst>
              </p:cNvPr>
              <p:cNvSpPr/>
              <p:nvPr/>
            </p:nvSpPr>
            <p:spPr>
              <a:xfrm>
                <a:off x="3446918" y="1666809"/>
                <a:ext cx="53780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10147;p52">
                <a:extLst>
                  <a:ext uri="{FF2B5EF4-FFF2-40B4-BE49-F238E27FC236}">
                    <a16:creationId xmlns:a16="http://schemas.microsoft.com/office/drawing/2014/main" id="{513CA5E7-A059-9140-8F77-878FBE3226E8}"/>
                  </a:ext>
                </a:extLst>
              </p:cNvPr>
              <p:cNvSpPr/>
              <p:nvPr/>
            </p:nvSpPr>
            <p:spPr>
              <a:xfrm>
                <a:off x="3446389" y="1612515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10148;p52">
                <a:extLst>
                  <a:ext uri="{FF2B5EF4-FFF2-40B4-BE49-F238E27FC236}">
                    <a16:creationId xmlns:a16="http://schemas.microsoft.com/office/drawing/2014/main" id="{6067B952-093C-0589-F9E5-2CF4847F0BAC}"/>
                  </a:ext>
                </a:extLst>
              </p:cNvPr>
              <p:cNvSpPr/>
              <p:nvPr/>
            </p:nvSpPr>
            <p:spPr>
              <a:xfrm>
                <a:off x="3446918" y="1613075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10149;p52">
                <a:extLst>
                  <a:ext uri="{FF2B5EF4-FFF2-40B4-BE49-F238E27FC236}">
                    <a16:creationId xmlns:a16="http://schemas.microsoft.com/office/drawing/2014/main" id="{11A72B8F-EF07-5E35-B311-36633D19194B}"/>
                  </a:ext>
                </a:extLst>
              </p:cNvPr>
              <p:cNvSpPr/>
              <p:nvPr/>
            </p:nvSpPr>
            <p:spPr>
              <a:xfrm>
                <a:off x="3393247" y="2042836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10150;p52">
                <a:extLst>
                  <a:ext uri="{FF2B5EF4-FFF2-40B4-BE49-F238E27FC236}">
                    <a16:creationId xmlns:a16="http://schemas.microsoft.com/office/drawing/2014/main" id="{E2A8F70A-E926-4DE0-6CFA-720C93F63C1E}"/>
                  </a:ext>
                </a:extLst>
              </p:cNvPr>
              <p:cNvSpPr/>
              <p:nvPr/>
            </p:nvSpPr>
            <p:spPr>
              <a:xfrm>
                <a:off x="3392686" y="1881137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10151;p52">
                <a:extLst>
                  <a:ext uri="{FF2B5EF4-FFF2-40B4-BE49-F238E27FC236}">
                    <a16:creationId xmlns:a16="http://schemas.microsoft.com/office/drawing/2014/main" id="{4BE273F3-1858-B9DC-6FA8-158D77AFD4C5}"/>
                  </a:ext>
                </a:extLst>
              </p:cNvPr>
              <p:cNvSpPr/>
              <p:nvPr/>
            </p:nvSpPr>
            <p:spPr>
              <a:xfrm>
                <a:off x="3393247" y="188166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10152;p52">
                <a:extLst>
                  <a:ext uri="{FF2B5EF4-FFF2-40B4-BE49-F238E27FC236}">
                    <a16:creationId xmlns:a16="http://schemas.microsoft.com/office/drawing/2014/main" id="{FF859900-85DC-9E4C-083E-9768C502A3CA}"/>
                  </a:ext>
                </a:extLst>
              </p:cNvPr>
              <p:cNvSpPr/>
              <p:nvPr/>
            </p:nvSpPr>
            <p:spPr>
              <a:xfrm>
                <a:off x="3392686" y="1827450"/>
                <a:ext cx="54808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18" y="3518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10153;p52">
                <a:extLst>
                  <a:ext uri="{FF2B5EF4-FFF2-40B4-BE49-F238E27FC236}">
                    <a16:creationId xmlns:a16="http://schemas.microsoft.com/office/drawing/2014/main" id="{18C8A4E5-BF19-64F3-448E-2F2429CDF15F}"/>
                  </a:ext>
                </a:extLst>
              </p:cNvPr>
              <p:cNvSpPr/>
              <p:nvPr/>
            </p:nvSpPr>
            <p:spPr>
              <a:xfrm>
                <a:off x="3393247" y="182797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47" y="3448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10154;p52">
                <a:extLst>
                  <a:ext uri="{FF2B5EF4-FFF2-40B4-BE49-F238E27FC236}">
                    <a16:creationId xmlns:a16="http://schemas.microsoft.com/office/drawing/2014/main" id="{20A4ADEB-DCC8-65CF-0A80-6639D979B334}"/>
                  </a:ext>
                </a:extLst>
              </p:cNvPr>
              <p:cNvSpPr/>
              <p:nvPr/>
            </p:nvSpPr>
            <p:spPr>
              <a:xfrm>
                <a:off x="3392686" y="1773700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10155;p52">
                <a:extLst>
                  <a:ext uri="{FF2B5EF4-FFF2-40B4-BE49-F238E27FC236}">
                    <a16:creationId xmlns:a16="http://schemas.microsoft.com/office/drawing/2014/main" id="{E87EBD03-E2A3-60DE-7317-7F22C45D2AA4}"/>
                  </a:ext>
                </a:extLst>
              </p:cNvPr>
              <p:cNvSpPr/>
              <p:nvPr/>
            </p:nvSpPr>
            <p:spPr>
              <a:xfrm>
                <a:off x="3393247" y="1774246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10156;p52">
                <a:extLst>
                  <a:ext uri="{FF2B5EF4-FFF2-40B4-BE49-F238E27FC236}">
                    <a16:creationId xmlns:a16="http://schemas.microsoft.com/office/drawing/2014/main" id="{111631F4-F746-1322-9C3F-9C22412D1406}"/>
                  </a:ext>
                </a:extLst>
              </p:cNvPr>
              <p:cNvSpPr/>
              <p:nvPr/>
            </p:nvSpPr>
            <p:spPr>
              <a:xfrm>
                <a:off x="3338952" y="1988604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10157;p52">
                <a:extLst>
                  <a:ext uri="{FF2B5EF4-FFF2-40B4-BE49-F238E27FC236}">
                    <a16:creationId xmlns:a16="http://schemas.microsoft.com/office/drawing/2014/main" id="{6D73A0EE-E139-0CC0-90D0-B54D603C386E}"/>
                  </a:ext>
                </a:extLst>
              </p:cNvPr>
              <p:cNvSpPr/>
              <p:nvPr/>
            </p:nvSpPr>
            <p:spPr>
              <a:xfrm>
                <a:off x="3339513" y="1989165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10158;p52">
                <a:extLst>
                  <a:ext uri="{FF2B5EF4-FFF2-40B4-BE49-F238E27FC236}">
                    <a16:creationId xmlns:a16="http://schemas.microsoft.com/office/drawing/2014/main" id="{07E97BEE-20DB-6788-0E0D-DCF7864EFCC8}"/>
                  </a:ext>
                </a:extLst>
              </p:cNvPr>
              <p:cNvSpPr/>
              <p:nvPr/>
            </p:nvSpPr>
            <p:spPr>
              <a:xfrm>
                <a:off x="3338952" y="193487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10159;p52">
                <a:extLst>
                  <a:ext uri="{FF2B5EF4-FFF2-40B4-BE49-F238E27FC236}">
                    <a16:creationId xmlns:a16="http://schemas.microsoft.com/office/drawing/2014/main" id="{FC8A88C5-157C-A940-D5A0-3F9088A0CBCD}"/>
                  </a:ext>
                </a:extLst>
              </p:cNvPr>
              <p:cNvSpPr/>
              <p:nvPr/>
            </p:nvSpPr>
            <p:spPr>
              <a:xfrm>
                <a:off x="3339513" y="193541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6" name="Google Shape;7098;p50">
            <a:extLst>
              <a:ext uri="{FF2B5EF4-FFF2-40B4-BE49-F238E27FC236}">
                <a16:creationId xmlns:a16="http://schemas.microsoft.com/office/drawing/2014/main" id="{0973C4B2-7735-1C8D-0B60-4F68144C7959}"/>
              </a:ext>
            </a:extLst>
          </p:cNvPr>
          <p:cNvGrpSpPr/>
          <p:nvPr/>
        </p:nvGrpSpPr>
        <p:grpSpPr>
          <a:xfrm>
            <a:off x="267985" y="227699"/>
            <a:ext cx="376724" cy="436087"/>
            <a:chOff x="1193625" y="2546350"/>
            <a:chExt cx="531825" cy="531850"/>
          </a:xfrm>
        </p:grpSpPr>
        <p:sp>
          <p:nvSpPr>
            <p:cNvPr id="317" name="Google Shape;7099;p50">
              <a:extLst>
                <a:ext uri="{FF2B5EF4-FFF2-40B4-BE49-F238E27FC236}">
                  <a16:creationId xmlns:a16="http://schemas.microsoft.com/office/drawing/2014/main" id="{7E878CD9-722D-B227-53F1-F161C8987FFF}"/>
                </a:ext>
              </a:extLst>
            </p:cNvPr>
            <p:cNvSpPr/>
            <p:nvPr/>
          </p:nvSpPr>
          <p:spPr>
            <a:xfrm>
              <a:off x="1193625" y="2546400"/>
              <a:ext cx="531825" cy="531800"/>
            </a:xfrm>
            <a:custGeom>
              <a:avLst/>
              <a:gdLst/>
              <a:ahLst/>
              <a:cxnLst/>
              <a:rect l="l" t="t" r="r" b="b"/>
              <a:pathLst>
                <a:path w="21273" h="21272" extrusionOk="0">
                  <a:moveTo>
                    <a:pt x="9711" y="0"/>
                  </a:moveTo>
                  <a:lnTo>
                    <a:pt x="9711" y="1387"/>
                  </a:lnTo>
                  <a:lnTo>
                    <a:pt x="8325" y="1387"/>
                  </a:lnTo>
                  <a:lnTo>
                    <a:pt x="8325" y="3699"/>
                  </a:lnTo>
                  <a:lnTo>
                    <a:pt x="6937" y="3699"/>
                  </a:lnTo>
                  <a:lnTo>
                    <a:pt x="6937" y="5549"/>
                  </a:lnTo>
                  <a:lnTo>
                    <a:pt x="5550" y="5549"/>
                  </a:lnTo>
                  <a:lnTo>
                    <a:pt x="5550" y="6935"/>
                  </a:lnTo>
                  <a:lnTo>
                    <a:pt x="0" y="6935"/>
                  </a:lnTo>
                  <a:lnTo>
                    <a:pt x="0" y="10636"/>
                  </a:lnTo>
                  <a:lnTo>
                    <a:pt x="1388" y="10636"/>
                  </a:lnTo>
                  <a:lnTo>
                    <a:pt x="1388" y="12024"/>
                  </a:lnTo>
                  <a:lnTo>
                    <a:pt x="2775" y="12024"/>
                  </a:lnTo>
                  <a:lnTo>
                    <a:pt x="2775" y="19885"/>
                  </a:lnTo>
                  <a:lnTo>
                    <a:pt x="2775" y="20347"/>
                  </a:lnTo>
                  <a:lnTo>
                    <a:pt x="2775" y="21271"/>
                  </a:lnTo>
                  <a:lnTo>
                    <a:pt x="6475" y="21271"/>
                  </a:lnTo>
                  <a:lnTo>
                    <a:pt x="6475" y="20347"/>
                  </a:lnTo>
                  <a:lnTo>
                    <a:pt x="6475" y="19885"/>
                  </a:lnTo>
                  <a:lnTo>
                    <a:pt x="8787" y="19885"/>
                  </a:lnTo>
                  <a:lnTo>
                    <a:pt x="8787" y="18497"/>
                  </a:lnTo>
                  <a:lnTo>
                    <a:pt x="12486" y="18497"/>
                  </a:lnTo>
                  <a:lnTo>
                    <a:pt x="12486" y="19885"/>
                  </a:lnTo>
                  <a:lnTo>
                    <a:pt x="14798" y="19885"/>
                  </a:lnTo>
                  <a:lnTo>
                    <a:pt x="14798" y="21271"/>
                  </a:lnTo>
                  <a:lnTo>
                    <a:pt x="18498" y="21271"/>
                  </a:lnTo>
                  <a:lnTo>
                    <a:pt x="18498" y="20347"/>
                  </a:lnTo>
                  <a:lnTo>
                    <a:pt x="18498" y="19885"/>
                  </a:lnTo>
                  <a:lnTo>
                    <a:pt x="18498" y="12024"/>
                  </a:lnTo>
                  <a:lnTo>
                    <a:pt x="19885" y="12024"/>
                  </a:lnTo>
                  <a:lnTo>
                    <a:pt x="19885" y="10636"/>
                  </a:lnTo>
                  <a:lnTo>
                    <a:pt x="21273" y="10636"/>
                  </a:lnTo>
                  <a:lnTo>
                    <a:pt x="21273" y="6935"/>
                  </a:lnTo>
                  <a:lnTo>
                    <a:pt x="15724" y="6935"/>
                  </a:lnTo>
                  <a:lnTo>
                    <a:pt x="15724" y="5549"/>
                  </a:lnTo>
                  <a:lnTo>
                    <a:pt x="14336" y="5549"/>
                  </a:lnTo>
                  <a:lnTo>
                    <a:pt x="14336" y="3699"/>
                  </a:lnTo>
                  <a:lnTo>
                    <a:pt x="12949" y="3699"/>
                  </a:lnTo>
                  <a:lnTo>
                    <a:pt x="12949" y="1387"/>
                  </a:lnTo>
                  <a:lnTo>
                    <a:pt x="11561" y="1387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7100;p50">
              <a:extLst>
                <a:ext uri="{FF2B5EF4-FFF2-40B4-BE49-F238E27FC236}">
                  <a16:creationId xmlns:a16="http://schemas.microsoft.com/office/drawing/2014/main" id="{25C6758A-5E24-FADE-E4F5-D1A0BBEFF617}"/>
                </a:ext>
              </a:extLst>
            </p:cNvPr>
            <p:cNvSpPr/>
            <p:nvPr/>
          </p:nvSpPr>
          <p:spPr>
            <a:xfrm>
              <a:off x="1193625" y="2546400"/>
              <a:ext cx="531825" cy="242800"/>
            </a:xfrm>
            <a:custGeom>
              <a:avLst/>
              <a:gdLst/>
              <a:ahLst/>
              <a:cxnLst/>
              <a:rect l="l" t="t" r="r" b="b"/>
              <a:pathLst>
                <a:path w="21273" h="9712" extrusionOk="0">
                  <a:moveTo>
                    <a:pt x="9711" y="0"/>
                  </a:moveTo>
                  <a:lnTo>
                    <a:pt x="9711" y="1387"/>
                  </a:lnTo>
                  <a:lnTo>
                    <a:pt x="8325" y="1387"/>
                  </a:lnTo>
                  <a:lnTo>
                    <a:pt x="8325" y="3699"/>
                  </a:lnTo>
                  <a:lnTo>
                    <a:pt x="6937" y="3699"/>
                  </a:lnTo>
                  <a:lnTo>
                    <a:pt x="6937" y="5549"/>
                  </a:lnTo>
                  <a:lnTo>
                    <a:pt x="5550" y="5549"/>
                  </a:lnTo>
                  <a:lnTo>
                    <a:pt x="5550" y="6935"/>
                  </a:lnTo>
                  <a:lnTo>
                    <a:pt x="0" y="6935"/>
                  </a:lnTo>
                  <a:lnTo>
                    <a:pt x="0" y="9711"/>
                  </a:lnTo>
                  <a:lnTo>
                    <a:pt x="5550" y="9711"/>
                  </a:lnTo>
                  <a:lnTo>
                    <a:pt x="5550" y="8323"/>
                  </a:lnTo>
                  <a:lnTo>
                    <a:pt x="6937" y="8323"/>
                  </a:lnTo>
                  <a:lnTo>
                    <a:pt x="6937" y="6935"/>
                  </a:lnTo>
                  <a:lnTo>
                    <a:pt x="8325" y="6935"/>
                  </a:lnTo>
                  <a:lnTo>
                    <a:pt x="8325" y="5549"/>
                  </a:lnTo>
                  <a:lnTo>
                    <a:pt x="8325" y="5087"/>
                  </a:lnTo>
                  <a:lnTo>
                    <a:pt x="9711" y="5087"/>
                  </a:lnTo>
                  <a:lnTo>
                    <a:pt x="9711" y="3699"/>
                  </a:lnTo>
                  <a:lnTo>
                    <a:pt x="9711" y="2775"/>
                  </a:lnTo>
                  <a:lnTo>
                    <a:pt x="11561" y="2775"/>
                  </a:lnTo>
                  <a:lnTo>
                    <a:pt x="11561" y="3699"/>
                  </a:lnTo>
                  <a:lnTo>
                    <a:pt x="11561" y="5087"/>
                  </a:lnTo>
                  <a:lnTo>
                    <a:pt x="12949" y="5087"/>
                  </a:lnTo>
                  <a:lnTo>
                    <a:pt x="12949" y="5549"/>
                  </a:lnTo>
                  <a:lnTo>
                    <a:pt x="12949" y="6935"/>
                  </a:lnTo>
                  <a:lnTo>
                    <a:pt x="14336" y="6935"/>
                  </a:lnTo>
                  <a:lnTo>
                    <a:pt x="14336" y="8323"/>
                  </a:lnTo>
                  <a:lnTo>
                    <a:pt x="15724" y="8323"/>
                  </a:lnTo>
                  <a:lnTo>
                    <a:pt x="15724" y="9711"/>
                  </a:lnTo>
                  <a:lnTo>
                    <a:pt x="21273" y="9711"/>
                  </a:lnTo>
                  <a:lnTo>
                    <a:pt x="21273" y="6935"/>
                  </a:lnTo>
                  <a:lnTo>
                    <a:pt x="15724" y="6935"/>
                  </a:lnTo>
                  <a:lnTo>
                    <a:pt x="15724" y="5549"/>
                  </a:lnTo>
                  <a:lnTo>
                    <a:pt x="14336" y="5549"/>
                  </a:lnTo>
                  <a:lnTo>
                    <a:pt x="14336" y="3699"/>
                  </a:lnTo>
                  <a:lnTo>
                    <a:pt x="12949" y="3699"/>
                  </a:lnTo>
                  <a:lnTo>
                    <a:pt x="12949" y="1387"/>
                  </a:lnTo>
                  <a:lnTo>
                    <a:pt x="11561" y="1387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7101;p50">
              <a:extLst>
                <a:ext uri="{FF2B5EF4-FFF2-40B4-BE49-F238E27FC236}">
                  <a16:creationId xmlns:a16="http://schemas.microsoft.com/office/drawing/2014/main" id="{11359BB7-FF5F-FF35-E2EB-698D39652183}"/>
                </a:ext>
              </a:extLst>
            </p:cNvPr>
            <p:cNvSpPr/>
            <p:nvPr/>
          </p:nvSpPr>
          <p:spPr>
            <a:xfrm>
              <a:off x="1193625" y="2685100"/>
              <a:ext cx="173425" cy="127200"/>
            </a:xfrm>
            <a:custGeom>
              <a:avLst/>
              <a:gdLst/>
              <a:ahLst/>
              <a:cxnLst/>
              <a:rect l="l" t="t" r="r" b="b"/>
              <a:pathLst>
                <a:path w="6937" h="5088" extrusionOk="0">
                  <a:moveTo>
                    <a:pt x="5550" y="1"/>
                  </a:moveTo>
                  <a:lnTo>
                    <a:pt x="5550" y="1387"/>
                  </a:lnTo>
                  <a:lnTo>
                    <a:pt x="6937" y="1387"/>
                  </a:lnTo>
                  <a:lnTo>
                    <a:pt x="6937" y="1"/>
                  </a:lnTo>
                  <a:close/>
                  <a:moveTo>
                    <a:pt x="0" y="1387"/>
                  </a:moveTo>
                  <a:lnTo>
                    <a:pt x="0" y="2775"/>
                  </a:lnTo>
                  <a:lnTo>
                    <a:pt x="0" y="5088"/>
                  </a:lnTo>
                  <a:lnTo>
                    <a:pt x="1388" y="5088"/>
                  </a:lnTo>
                  <a:lnTo>
                    <a:pt x="1388" y="2775"/>
                  </a:lnTo>
                  <a:lnTo>
                    <a:pt x="5550" y="2775"/>
                  </a:lnTo>
                  <a:lnTo>
                    <a:pt x="5550" y="13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7102;p50">
              <a:extLst>
                <a:ext uri="{FF2B5EF4-FFF2-40B4-BE49-F238E27FC236}">
                  <a16:creationId xmlns:a16="http://schemas.microsoft.com/office/drawing/2014/main" id="{EB8950BB-27C7-9BAE-7D8D-258D0E97DA1B}"/>
                </a:ext>
              </a:extLst>
            </p:cNvPr>
            <p:cNvSpPr/>
            <p:nvPr/>
          </p:nvSpPr>
          <p:spPr>
            <a:xfrm>
              <a:off x="1228325" y="2812275"/>
              <a:ext cx="34675" cy="34700"/>
            </a:xfrm>
            <a:custGeom>
              <a:avLst/>
              <a:gdLst/>
              <a:ahLst/>
              <a:cxnLst/>
              <a:rect l="l" t="t" r="r" b="b"/>
              <a:pathLst>
                <a:path w="1387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7103;p50">
              <a:extLst>
                <a:ext uri="{FF2B5EF4-FFF2-40B4-BE49-F238E27FC236}">
                  <a16:creationId xmlns:a16="http://schemas.microsoft.com/office/drawing/2014/main" id="{C5093987-5FC8-591E-62ED-9F82C09E7473}"/>
                </a:ext>
              </a:extLst>
            </p:cNvPr>
            <p:cNvSpPr/>
            <p:nvPr/>
          </p:nvSpPr>
          <p:spPr>
            <a:xfrm>
              <a:off x="1401725" y="2581050"/>
              <a:ext cx="34700" cy="57825"/>
            </a:xfrm>
            <a:custGeom>
              <a:avLst/>
              <a:gdLst/>
              <a:ahLst/>
              <a:cxnLst/>
              <a:rect l="l" t="t" r="r" b="b"/>
              <a:pathLst>
                <a:path w="1388" h="2313" extrusionOk="0">
                  <a:moveTo>
                    <a:pt x="1" y="1"/>
                  </a:moveTo>
                  <a:lnTo>
                    <a:pt x="1" y="2313"/>
                  </a:lnTo>
                  <a:lnTo>
                    <a:pt x="1387" y="2313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7104;p50">
              <a:extLst>
                <a:ext uri="{FF2B5EF4-FFF2-40B4-BE49-F238E27FC236}">
                  <a16:creationId xmlns:a16="http://schemas.microsoft.com/office/drawing/2014/main" id="{59B602CD-63CE-5F66-3B8F-544C4D92895D}"/>
                </a:ext>
              </a:extLst>
            </p:cNvPr>
            <p:cNvSpPr/>
            <p:nvPr/>
          </p:nvSpPr>
          <p:spPr>
            <a:xfrm>
              <a:off x="1367025" y="2638850"/>
              <a:ext cx="34725" cy="46275"/>
            </a:xfrm>
            <a:custGeom>
              <a:avLst/>
              <a:gdLst/>
              <a:ahLst/>
              <a:cxnLst/>
              <a:rect l="l" t="t" r="r" b="b"/>
              <a:pathLst>
                <a:path w="1389" h="1851" extrusionOk="0">
                  <a:moveTo>
                    <a:pt x="1" y="1"/>
                  </a:moveTo>
                  <a:lnTo>
                    <a:pt x="1" y="1851"/>
                  </a:lnTo>
                  <a:lnTo>
                    <a:pt x="1389" y="1851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7105;p50">
              <a:extLst>
                <a:ext uri="{FF2B5EF4-FFF2-40B4-BE49-F238E27FC236}">
                  <a16:creationId xmlns:a16="http://schemas.microsoft.com/office/drawing/2014/main" id="{504EFFE8-41BC-D226-316A-A99713D3BCCD}"/>
                </a:ext>
              </a:extLst>
            </p:cNvPr>
            <p:cNvSpPr/>
            <p:nvPr/>
          </p:nvSpPr>
          <p:spPr>
            <a:xfrm>
              <a:off x="1482650" y="2581050"/>
              <a:ext cx="34725" cy="57825"/>
            </a:xfrm>
            <a:custGeom>
              <a:avLst/>
              <a:gdLst/>
              <a:ahLst/>
              <a:cxnLst/>
              <a:rect l="l" t="t" r="r" b="b"/>
              <a:pathLst>
                <a:path w="1389" h="2313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7106;p50">
              <a:extLst>
                <a:ext uri="{FF2B5EF4-FFF2-40B4-BE49-F238E27FC236}">
                  <a16:creationId xmlns:a16="http://schemas.microsoft.com/office/drawing/2014/main" id="{151E650E-F160-302C-C04F-F4E277D728C3}"/>
                </a:ext>
              </a:extLst>
            </p:cNvPr>
            <p:cNvSpPr/>
            <p:nvPr/>
          </p:nvSpPr>
          <p:spPr>
            <a:xfrm>
              <a:off x="1517350" y="2638850"/>
              <a:ext cx="34675" cy="46275"/>
            </a:xfrm>
            <a:custGeom>
              <a:avLst/>
              <a:gdLst/>
              <a:ahLst/>
              <a:cxnLst/>
              <a:rect l="l" t="t" r="r" b="b"/>
              <a:pathLst>
                <a:path w="1387" h="1851" extrusionOk="0">
                  <a:moveTo>
                    <a:pt x="0" y="1"/>
                  </a:moveTo>
                  <a:lnTo>
                    <a:pt x="0" y="1851"/>
                  </a:lnTo>
                  <a:lnTo>
                    <a:pt x="1387" y="1851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7107;p50">
              <a:extLst>
                <a:ext uri="{FF2B5EF4-FFF2-40B4-BE49-F238E27FC236}">
                  <a16:creationId xmlns:a16="http://schemas.microsoft.com/office/drawing/2014/main" id="{E2199880-F609-9A50-F093-52C3B82FE26F}"/>
                </a:ext>
              </a:extLst>
            </p:cNvPr>
            <p:cNvSpPr/>
            <p:nvPr/>
          </p:nvSpPr>
          <p:spPr>
            <a:xfrm>
              <a:off x="1355475" y="3008800"/>
              <a:ext cx="57850" cy="34725"/>
            </a:xfrm>
            <a:custGeom>
              <a:avLst/>
              <a:gdLst/>
              <a:ahLst/>
              <a:cxnLst/>
              <a:rect l="l" t="t" r="r" b="b"/>
              <a:pathLst>
                <a:path w="2314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7108;p50">
              <a:extLst>
                <a:ext uri="{FF2B5EF4-FFF2-40B4-BE49-F238E27FC236}">
                  <a16:creationId xmlns:a16="http://schemas.microsoft.com/office/drawing/2014/main" id="{2F2BE805-3529-390D-220C-CC7F51317157}"/>
                </a:ext>
              </a:extLst>
            </p:cNvPr>
            <p:cNvSpPr/>
            <p:nvPr/>
          </p:nvSpPr>
          <p:spPr>
            <a:xfrm>
              <a:off x="1262975" y="2846975"/>
              <a:ext cx="92525" cy="231225"/>
            </a:xfrm>
            <a:custGeom>
              <a:avLst/>
              <a:gdLst/>
              <a:ahLst/>
              <a:cxnLst/>
              <a:rect l="l" t="t" r="r" b="b"/>
              <a:pathLst>
                <a:path w="3701" h="9249" extrusionOk="0">
                  <a:moveTo>
                    <a:pt x="1" y="1"/>
                  </a:moveTo>
                  <a:lnTo>
                    <a:pt x="1" y="7862"/>
                  </a:lnTo>
                  <a:lnTo>
                    <a:pt x="1" y="8324"/>
                  </a:lnTo>
                  <a:lnTo>
                    <a:pt x="1" y="9248"/>
                  </a:lnTo>
                  <a:lnTo>
                    <a:pt x="3701" y="9248"/>
                  </a:lnTo>
                  <a:lnTo>
                    <a:pt x="3701" y="7862"/>
                  </a:lnTo>
                  <a:lnTo>
                    <a:pt x="1389" y="7862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7109;p50">
              <a:extLst>
                <a:ext uri="{FF2B5EF4-FFF2-40B4-BE49-F238E27FC236}">
                  <a16:creationId xmlns:a16="http://schemas.microsoft.com/office/drawing/2014/main" id="{2D38EED8-8A23-F9CA-3629-D3E28FE6C9D8}"/>
                </a:ext>
              </a:extLst>
            </p:cNvPr>
            <p:cNvSpPr/>
            <p:nvPr/>
          </p:nvSpPr>
          <p:spPr>
            <a:xfrm>
              <a:off x="1656075" y="2812275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388" y="1387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7110;p50">
              <a:extLst>
                <a:ext uri="{FF2B5EF4-FFF2-40B4-BE49-F238E27FC236}">
                  <a16:creationId xmlns:a16="http://schemas.microsoft.com/office/drawing/2014/main" id="{C8FADFE0-1893-7490-E69D-9973995B9882}"/>
                </a:ext>
              </a:extLst>
            </p:cNvPr>
            <p:cNvSpPr/>
            <p:nvPr/>
          </p:nvSpPr>
          <p:spPr>
            <a:xfrm>
              <a:off x="1563575" y="2846975"/>
              <a:ext cx="92525" cy="231225"/>
            </a:xfrm>
            <a:custGeom>
              <a:avLst/>
              <a:gdLst/>
              <a:ahLst/>
              <a:cxnLst/>
              <a:rect l="l" t="t" r="r" b="b"/>
              <a:pathLst>
                <a:path w="3701" h="9249" extrusionOk="0">
                  <a:moveTo>
                    <a:pt x="2312" y="1"/>
                  </a:moveTo>
                  <a:lnTo>
                    <a:pt x="2312" y="7862"/>
                  </a:lnTo>
                  <a:lnTo>
                    <a:pt x="0" y="7862"/>
                  </a:lnTo>
                  <a:lnTo>
                    <a:pt x="0" y="9248"/>
                  </a:lnTo>
                  <a:lnTo>
                    <a:pt x="3700" y="9248"/>
                  </a:lnTo>
                  <a:lnTo>
                    <a:pt x="3700" y="8324"/>
                  </a:lnTo>
                  <a:lnTo>
                    <a:pt x="3700" y="7862"/>
                  </a:lnTo>
                  <a:lnTo>
                    <a:pt x="37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7111;p50">
              <a:extLst>
                <a:ext uri="{FF2B5EF4-FFF2-40B4-BE49-F238E27FC236}">
                  <a16:creationId xmlns:a16="http://schemas.microsoft.com/office/drawing/2014/main" id="{6668CD48-49E5-5123-D0C6-6FC77EAECC2D}"/>
                </a:ext>
              </a:extLst>
            </p:cNvPr>
            <p:cNvSpPr/>
            <p:nvPr/>
          </p:nvSpPr>
          <p:spPr>
            <a:xfrm>
              <a:off x="1552000" y="2685100"/>
              <a:ext cx="173450" cy="127200"/>
            </a:xfrm>
            <a:custGeom>
              <a:avLst/>
              <a:gdLst/>
              <a:ahLst/>
              <a:cxnLst/>
              <a:rect l="l" t="t" r="r" b="b"/>
              <a:pathLst>
                <a:path w="6938" h="50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  <a:moveTo>
                    <a:pt x="1389" y="1387"/>
                  </a:moveTo>
                  <a:lnTo>
                    <a:pt x="1389" y="2775"/>
                  </a:lnTo>
                  <a:lnTo>
                    <a:pt x="5550" y="2775"/>
                  </a:lnTo>
                  <a:lnTo>
                    <a:pt x="5550" y="5088"/>
                  </a:lnTo>
                  <a:lnTo>
                    <a:pt x="6938" y="5088"/>
                  </a:lnTo>
                  <a:lnTo>
                    <a:pt x="6938" y="2775"/>
                  </a:lnTo>
                  <a:lnTo>
                    <a:pt x="6938" y="13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7112;p50">
              <a:extLst>
                <a:ext uri="{FF2B5EF4-FFF2-40B4-BE49-F238E27FC236}">
                  <a16:creationId xmlns:a16="http://schemas.microsoft.com/office/drawing/2014/main" id="{8C521C5C-604A-6966-60A9-0DF662F4AAC0}"/>
                </a:ext>
              </a:extLst>
            </p:cNvPr>
            <p:cNvSpPr/>
            <p:nvPr/>
          </p:nvSpPr>
          <p:spPr>
            <a:xfrm>
              <a:off x="1505750" y="3008800"/>
              <a:ext cx="57850" cy="34725"/>
            </a:xfrm>
            <a:custGeom>
              <a:avLst/>
              <a:gdLst/>
              <a:ahLst/>
              <a:cxnLst/>
              <a:rect l="l" t="t" r="r" b="b"/>
              <a:pathLst>
                <a:path w="2314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7113;p50">
              <a:extLst>
                <a:ext uri="{FF2B5EF4-FFF2-40B4-BE49-F238E27FC236}">
                  <a16:creationId xmlns:a16="http://schemas.microsoft.com/office/drawing/2014/main" id="{C747D1E5-7DF8-0636-6DDA-5062E19E660C}"/>
                </a:ext>
              </a:extLst>
            </p:cNvPr>
            <p:cNvSpPr/>
            <p:nvPr/>
          </p:nvSpPr>
          <p:spPr>
            <a:xfrm>
              <a:off x="1436400" y="2546350"/>
              <a:ext cx="46275" cy="34725"/>
            </a:xfrm>
            <a:custGeom>
              <a:avLst/>
              <a:gdLst/>
              <a:ahLst/>
              <a:cxnLst/>
              <a:rect l="l" t="t" r="r" b="b"/>
              <a:pathLst>
                <a:path w="1851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850" y="1389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7114;p50">
              <a:extLst>
                <a:ext uri="{FF2B5EF4-FFF2-40B4-BE49-F238E27FC236}">
                  <a16:creationId xmlns:a16="http://schemas.microsoft.com/office/drawing/2014/main" id="{3FA80B48-C6F0-C3B8-7011-D7E177B5AC74}"/>
                </a:ext>
              </a:extLst>
            </p:cNvPr>
            <p:cNvSpPr/>
            <p:nvPr/>
          </p:nvSpPr>
          <p:spPr>
            <a:xfrm>
              <a:off x="1413300" y="2974150"/>
              <a:ext cx="92475" cy="34675"/>
            </a:xfrm>
            <a:custGeom>
              <a:avLst/>
              <a:gdLst/>
              <a:ahLst/>
              <a:cxnLst/>
              <a:rect l="l" t="t" r="r" b="b"/>
              <a:pathLst>
                <a:path w="3699" h="1387" extrusionOk="0">
                  <a:moveTo>
                    <a:pt x="0" y="0"/>
                  </a:moveTo>
                  <a:lnTo>
                    <a:pt x="0" y="1387"/>
                  </a:lnTo>
                  <a:lnTo>
                    <a:pt x="3699" y="1387"/>
                  </a:lnTo>
                  <a:lnTo>
                    <a:pt x="36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" name="Google Shape;6713;p42">
            <a:extLst>
              <a:ext uri="{FF2B5EF4-FFF2-40B4-BE49-F238E27FC236}">
                <a16:creationId xmlns:a16="http://schemas.microsoft.com/office/drawing/2014/main" id="{A08C95E5-7963-1BD9-EEE5-C6E9FD4DFD5B}"/>
              </a:ext>
            </a:extLst>
          </p:cNvPr>
          <p:cNvGrpSpPr/>
          <p:nvPr/>
        </p:nvGrpSpPr>
        <p:grpSpPr>
          <a:xfrm>
            <a:off x="510775" y="4411416"/>
            <a:ext cx="531850" cy="531825"/>
            <a:chOff x="964950" y="1832225"/>
            <a:chExt cx="531850" cy="531825"/>
          </a:xfrm>
        </p:grpSpPr>
        <p:sp>
          <p:nvSpPr>
            <p:cNvPr id="334" name="Google Shape;6714;p42">
              <a:extLst>
                <a:ext uri="{FF2B5EF4-FFF2-40B4-BE49-F238E27FC236}">
                  <a16:creationId xmlns:a16="http://schemas.microsoft.com/office/drawing/2014/main" id="{4515CB77-52C3-7BB7-6A1D-843637967433}"/>
                </a:ext>
              </a:extLst>
            </p:cNvPr>
            <p:cNvSpPr/>
            <p:nvPr/>
          </p:nvSpPr>
          <p:spPr>
            <a:xfrm>
              <a:off x="965000" y="1832225"/>
              <a:ext cx="531800" cy="531825"/>
            </a:xfrm>
            <a:custGeom>
              <a:avLst/>
              <a:gdLst/>
              <a:ahLst/>
              <a:cxnLst/>
              <a:rect l="l" t="t" r="r" b="b"/>
              <a:pathLst>
                <a:path w="21272" h="21273" extrusionOk="0">
                  <a:moveTo>
                    <a:pt x="6474" y="0"/>
                  </a:moveTo>
                  <a:lnTo>
                    <a:pt x="6474" y="1387"/>
                  </a:lnTo>
                  <a:lnTo>
                    <a:pt x="4161" y="1387"/>
                  </a:lnTo>
                  <a:lnTo>
                    <a:pt x="4161" y="2775"/>
                  </a:lnTo>
                  <a:lnTo>
                    <a:pt x="2775" y="2775"/>
                  </a:lnTo>
                  <a:lnTo>
                    <a:pt x="2775" y="4161"/>
                  </a:lnTo>
                  <a:lnTo>
                    <a:pt x="1387" y="4161"/>
                  </a:lnTo>
                  <a:lnTo>
                    <a:pt x="1387" y="6473"/>
                  </a:lnTo>
                  <a:lnTo>
                    <a:pt x="0" y="6473"/>
                  </a:lnTo>
                  <a:lnTo>
                    <a:pt x="0" y="14798"/>
                  </a:lnTo>
                  <a:lnTo>
                    <a:pt x="1387" y="14798"/>
                  </a:lnTo>
                  <a:lnTo>
                    <a:pt x="1387" y="17110"/>
                  </a:lnTo>
                  <a:lnTo>
                    <a:pt x="2775" y="17110"/>
                  </a:lnTo>
                  <a:lnTo>
                    <a:pt x="2775" y="17572"/>
                  </a:lnTo>
                  <a:lnTo>
                    <a:pt x="2775" y="18497"/>
                  </a:lnTo>
                  <a:lnTo>
                    <a:pt x="4161" y="18497"/>
                  </a:lnTo>
                  <a:lnTo>
                    <a:pt x="4161" y="18960"/>
                  </a:lnTo>
                  <a:lnTo>
                    <a:pt x="4161" y="19885"/>
                  </a:lnTo>
                  <a:lnTo>
                    <a:pt x="6474" y="19885"/>
                  </a:lnTo>
                  <a:lnTo>
                    <a:pt x="6474" y="20347"/>
                  </a:lnTo>
                  <a:lnTo>
                    <a:pt x="6474" y="21273"/>
                  </a:lnTo>
                  <a:lnTo>
                    <a:pt x="14798" y="21273"/>
                  </a:lnTo>
                  <a:lnTo>
                    <a:pt x="14798" y="20347"/>
                  </a:lnTo>
                  <a:lnTo>
                    <a:pt x="14798" y="19885"/>
                  </a:lnTo>
                  <a:lnTo>
                    <a:pt x="17111" y="19885"/>
                  </a:lnTo>
                  <a:lnTo>
                    <a:pt x="17111" y="18960"/>
                  </a:lnTo>
                  <a:lnTo>
                    <a:pt x="17111" y="18497"/>
                  </a:lnTo>
                  <a:lnTo>
                    <a:pt x="18497" y="18497"/>
                  </a:lnTo>
                  <a:lnTo>
                    <a:pt x="18497" y="17572"/>
                  </a:lnTo>
                  <a:lnTo>
                    <a:pt x="18497" y="17110"/>
                  </a:lnTo>
                  <a:lnTo>
                    <a:pt x="19885" y="17110"/>
                  </a:lnTo>
                  <a:lnTo>
                    <a:pt x="19885" y="14798"/>
                  </a:lnTo>
                  <a:lnTo>
                    <a:pt x="21271" y="14798"/>
                  </a:lnTo>
                  <a:lnTo>
                    <a:pt x="21271" y="6473"/>
                  </a:lnTo>
                  <a:lnTo>
                    <a:pt x="19885" y="6473"/>
                  </a:lnTo>
                  <a:lnTo>
                    <a:pt x="19885" y="4161"/>
                  </a:lnTo>
                  <a:lnTo>
                    <a:pt x="18497" y="4161"/>
                  </a:lnTo>
                  <a:lnTo>
                    <a:pt x="18497" y="2775"/>
                  </a:lnTo>
                  <a:lnTo>
                    <a:pt x="17111" y="2775"/>
                  </a:lnTo>
                  <a:lnTo>
                    <a:pt x="17111" y="1387"/>
                  </a:lnTo>
                  <a:lnTo>
                    <a:pt x="14798" y="1387"/>
                  </a:lnTo>
                  <a:lnTo>
                    <a:pt x="14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6715;p42">
              <a:extLst>
                <a:ext uri="{FF2B5EF4-FFF2-40B4-BE49-F238E27FC236}">
                  <a16:creationId xmlns:a16="http://schemas.microsoft.com/office/drawing/2014/main" id="{A9580EF0-73FC-7F7E-26E8-36291C243505}"/>
                </a:ext>
              </a:extLst>
            </p:cNvPr>
            <p:cNvSpPr/>
            <p:nvPr/>
          </p:nvSpPr>
          <p:spPr>
            <a:xfrm>
              <a:off x="964950" y="1832225"/>
              <a:ext cx="531850" cy="196550"/>
            </a:xfrm>
            <a:custGeom>
              <a:avLst/>
              <a:gdLst/>
              <a:ahLst/>
              <a:cxnLst/>
              <a:rect l="l" t="t" r="r" b="b"/>
              <a:pathLst>
                <a:path w="21274" h="7862" extrusionOk="0">
                  <a:moveTo>
                    <a:pt x="6476" y="0"/>
                  </a:moveTo>
                  <a:lnTo>
                    <a:pt x="6476" y="1387"/>
                  </a:lnTo>
                  <a:lnTo>
                    <a:pt x="4163" y="1387"/>
                  </a:lnTo>
                  <a:lnTo>
                    <a:pt x="4163" y="2775"/>
                  </a:lnTo>
                  <a:lnTo>
                    <a:pt x="2777" y="2775"/>
                  </a:lnTo>
                  <a:lnTo>
                    <a:pt x="2777" y="4161"/>
                  </a:lnTo>
                  <a:lnTo>
                    <a:pt x="1389" y="4161"/>
                  </a:lnTo>
                  <a:lnTo>
                    <a:pt x="1389" y="6473"/>
                  </a:lnTo>
                  <a:lnTo>
                    <a:pt x="1" y="6473"/>
                  </a:lnTo>
                  <a:lnTo>
                    <a:pt x="1" y="7861"/>
                  </a:lnTo>
                  <a:lnTo>
                    <a:pt x="2777" y="7861"/>
                  </a:lnTo>
                  <a:lnTo>
                    <a:pt x="2777" y="6473"/>
                  </a:lnTo>
                  <a:lnTo>
                    <a:pt x="2777" y="5549"/>
                  </a:lnTo>
                  <a:lnTo>
                    <a:pt x="4163" y="5549"/>
                  </a:lnTo>
                  <a:lnTo>
                    <a:pt x="4163" y="4161"/>
                  </a:lnTo>
                  <a:lnTo>
                    <a:pt x="5551" y="4161"/>
                  </a:lnTo>
                  <a:lnTo>
                    <a:pt x="5551" y="2775"/>
                  </a:lnTo>
                  <a:lnTo>
                    <a:pt x="15725" y="2775"/>
                  </a:lnTo>
                  <a:lnTo>
                    <a:pt x="15725" y="4161"/>
                  </a:lnTo>
                  <a:lnTo>
                    <a:pt x="17113" y="4161"/>
                  </a:lnTo>
                  <a:lnTo>
                    <a:pt x="17113" y="5549"/>
                  </a:lnTo>
                  <a:lnTo>
                    <a:pt x="18499" y="5549"/>
                  </a:lnTo>
                  <a:lnTo>
                    <a:pt x="18499" y="6473"/>
                  </a:lnTo>
                  <a:lnTo>
                    <a:pt x="18499" y="7861"/>
                  </a:lnTo>
                  <a:lnTo>
                    <a:pt x="21273" y="7861"/>
                  </a:lnTo>
                  <a:lnTo>
                    <a:pt x="21273" y="6473"/>
                  </a:lnTo>
                  <a:lnTo>
                    <a:pt x="19887" y="6473"/>
                  </a:lnTo>
                  <a:lnTo>
                    <a:pt x="19887" y="4161"/>
                  </a:lnTo>
                  <a:lnTo>
                    <a:pt x="18499" y="4161"/>
                  </a:lnTo>
                  <a:lnTo>
                    <a:pt x="18499" y="2775"/>
                  </a:lnTo>
                  <a:lnTo>
                    <a:pt x="17113" y="2775"/>
                  </a:lnTo>
                  <a:lnTo>
                    <a:pt x="17113" y="1387"/>
                  </a:lnTo>
                  <a:lnTo>
                    <a:pt x="14800" y="1387"/>
                  </a:lnTo>
                  <a:lnTo>
                    <a:pt x="148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6716;p42">
              <a:extLst>
                <a:ext uri="{FF2B5EF4-FFF2-40B4-BE49-F238E27FC236}">
                  <a16:creationId xmlns:a16="http://schemas.microsoft.com/office/drawing/2014/main" id="{2E30FCB1-1680-F23E-37A4-B57E67206B84}"/>
                </a:ext>
              </a:extLst>
            </p:cNvPr>
            <p:cNvSpPr/>
            <p:nvPr/>
          </p:nvSpPr>
          <p:spPr>
            <a:xfrm>
              <a:off x="1069025" y="186687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6717;p42">
              <a:extLst>
                <a:ext uri="{FF2B5EF4-FFF2-40B4-BE49-F238E27FC236}">
                  <a16:creationId xmlns:a16="http://schemas.microsoft.com/office/drawing/2014/main" id="{D75B58C9-87E4-AB5E-0101-422D3C787EFE}"/>
                </a:ext>
              </a:extLst>
            </p:cNvPr>
            <p:cNvSpPr/>
            <p:nvPr/>
          </p:nvSpPr>
          <p:spPr>
            <a:xfrm>
              <a:off x="1034350" y="19015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6718;p42">
              <a:extLst>
                <a:ext uri="{FF2B5EF4-FFF2-40B4-BE49-F238E27FC236}">
                  <a16:creationId xmlns:a16="http://schemas.microsoft.com/office/drawing/2014/main" id="{C49D390A-637E-C585-645F-52450864E5B0}"/>
                </a:ext>
              </a:extLst>
            </p:cNvPr>
            <p:cNvSpPr/>
            <p:nvPr/>
          </p:nvSpPr>
          <p:spPr>
            <a:xfrm>
              <a:off x="999650" y="1936225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1" y="1"/>
                  </a:moveTo>
                  <a:lnTo>
                    <a:pt x="1" y="2313"/>
                  </a:lnTo>
                  <a:lnTo>
                    <a:pt x="1389" y="2313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6719;p42">
              <a:extLst>
                <a:ext uri="{FF2B5EF4-FFF2-40B4-BE49-F238E27FC236}">
                  <a16:creationId xmlns:a16="http://schemas.microsoft.com/office/drawing/2014/main" id="{02FD46F2-1DEB-71C0-8541-022D3A3B4D32}"/>
                </a:ext>
              </a:extLst>
            </p:cNvPr>
            <p:cNvSpPr/>
            <p:nvPr/>
          </p:nvSpPr>
          <p:spPr>
            <a:xfrm>
              <a:off x="999650" y="2202150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1" y="1"/>
                  </a:moveTo>
                  <a:lnTo>
                    <a:pt x="1" y="2313"/>
                  </a:lnTo>
                  <a:lnTo>
                    <a:pt x="1389" y="2313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6720;p42">
              <a:extLst>
                <a:ext uri="{FF2B5EF4-FFF2-40B4-BE49-F238E27FC236}">
                  <a16:creationId xmlns:a16="http://schemas.microsoft.com/office/drawing/2014/main" id="{7BDC1F84-1670-3431-75C6-35AB5670C99B}"/>
                </a:ext>
              </a:extLst>
            </p:cNvPr>
            <p:cNvSpPr/>
            <p:nvPr/>
          </p:nvSpPr>
          <p:spPr>
            <a:xfrm>
              <a:off x="1034350" y="22599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6721;p42">
              <a:extLst>
                <a:ext uri="{FF2B5EF4-FFF2-40B4-BE49-F238E27FC236}">
                  <a16:creationId xmlns:a16="http://schemas.microsoft.com/office/drawing/2014/main" id="{10107C3F-E112-3D7F-3B04-B8A1415B53F1}"/>
                </a:ext>
              </a:extLst>
            </p:cNvPr>
            <p:cNvSpPr/>
            <p:nvPr/>
          </p:nvSpPr>
          <p:spPr>
            <a:xfrm>
              <a:off x="1069025" y="229462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6722;p42">
              <a:extLst>
                <a:ext uri="{FF2B5EF4-FFF2-40B4-BE49-F238E27FC236}">
                  <a16:creationId xmlns:a16="http://schemas.microsoft.com/office/drawing/2014/main" id="{DB7D93A1-AFD4-FB0A-953B-50E2FD0B157C}"/>
                </a:ext>
              </a:extLst>
            </p:cNvPr>
            <p:cNvSpPr/>
            <p:nvPr/>
          </p:nvSpPr>
          <p:spPr>
            <a:xfrm>
              <a:off x="1126825" y="1832225"/>
              <a:ext cx="208150" cy="34675"/>
            </a:xfrm>
            <a:custGeom>
              <a:avLst/>
              <a:gdLst/>
              <a:ahLst/>
              <a:cxnLst/>
              <a:rect l="l" t="t" r="r" b="b"/>
              <a:pathLst>
                <a:path w="8326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8325" y="1387"/>
                  </a:lnTo>
                  <a:lnTo>
                    <a:pt x="83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6723;p42">
              <a:extLst>
                <a:ext uri="{FF2B5EF4-FFF2-40B4-BE49-F238E27FC236}">
                  <a16:creationId xmlns:a16="http://schemas.microsoft.com/office/drawing/2014/main" id="{6CE1F400-38B5-3ED6-3C50-EEEF8B53E81D}"/>
                </a:ext>
              </a:extLst>
            </p:cNvPr>
            <p:cNvSpPr/>
            <p:nvPr/>
          </p:nvSpPr>
          <p:spPr>
            <a:xfrm>
              <a:off x="1126825" y="2329325"/>
              <a:ext cx="208150" cy="34725"/>
            </a:xfrm>
            <a:custGeom>
              <a:avLst/>
              <a:gdLst/>
              <a:ahLst/>
              <a:cxnLst/>
              <a:rect l="l" t="t" r="r" b="b"/>
              <a:pathLst>
                <a:path w="8326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8325" y="1389"/>
                  </a:lnTo>
                  <a:lnTo>
                    <a:pt x="83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6724;p42">
              <a:extLst>
                <a:ext uri="{FF2B5EF4-FFF2-40B4-BE49-F238E27FC236}">
                  <a16:creationId xmlns:a16="http://schemas.microsoft.com/office/drawing/2014/main" id="{2C9871C2-163A-7661-21A4-7D2F7355598C}"/>
                </a:ext>
              </a:extLst>
            </p:cNvPr>
            <p:cNvSpPr/>
            <p:nvPr/>
          </p:nvSpPr>
          <p:spPr>
            <a:xfrm>
              <a:off x="964950" y="1994050"/>
              <a:ext cx="34725" cy="208125"/>
            </a:xfrm>
            <a:custGeom>
              <a:avLst/>
              <a:gdLst/>
              <a:ahLst/>
              <a:cxnLst/>
              <a:rect l="l" t="t" r="r" b="b"/>
              <a:pathLst>
                <a:path w="1389" h="8325" extrusionOk="0">
                  <a:moveTo>
                    <a:pt x="1" y="0"/>
                  </a:moveTo>
                  <a:lnTo>
                    <a:pt x="1" y="8325"/>
                  </a:lnTo>
                  <a:lnTo>
                    <a:pt x="1389" y="8325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6725;p42">
              <a:extLst>
                <a:ext uri="{FF2B5EF4-FFF2-40B4-BE49-F238E27FC236}">
                  <a16:creationId xmlns:a16="http://schemas.microsoft.com/office/drawing/2014/main" id="{7C4ABAB1-2F17-75C1-6E83-775939DD4632}"/>
                </a:ext>
              </a:extLst>
            </p:cNvPr>
            <p:cNvSpPr/>
            <p:nvPr/>
          </p:nvSpPr>
          <p:spPr>
            <a:xfrm>
              <a:off x="1334950" y="186687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6726;p42">
              <a:extLst>
                <a:ext uri="{FF2B5EF4-FFF2-40B4-BE49-F238E27FC236}">
                  <a16:creationId xmlns:a16="http://schemas.microsoft.com/office/drawing/2014/main" id="{956AF524-35C7-BD2F-DDDB-8EDAC9422DBE}"/>
                </a:ext>
              </a:extLst>
            </p:cNvPr>
            <p:cNvSpPr/>
            <p:nvPr/>
          </p:nvSpPr>
          <p:spPr>
            <a:xfrm>
              <a:off x="1392750" y="19015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6727;p42">
              <a:extLst>
                <a:ext uri="{FF2B5EF4-FFF2-40B4-BE49-F238E27FC236}">
                  <a16:creationId xmlns:a16="http://schemas.microsoft.com/office/drawing/2014/main" id="{34CD4D59-ECA0-3A82-0EDF-04F27C0FB1ED}"/>
                </a:ext>
              </a:extLst>
            </p:cNvPr>
            <p:cNvSpPr/>
            <p:nvPr/>
          </p:nvSpPr>
          <p:spPr>
            <a:xfrm>
              <a:off x="1427425" y="1936225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6728;p42">
              <a:extLst>
                <a:ext uri="{FF2B5EF4-FFF2-40B4-BE49-F238E27FC236}">
                  <a16:creationId xmlns:a16="http://schemas.microsoft.com/office/drawing/2014/main" id="{5133D88B-CC0E-BA4B-7769-40E4FF24A68E}"/>
                </a:ext>
              </a:extLst>
            </p:cNvPr>
            <p:cNvSpPr/>
            <p:nvPr/>
          </p:nvSpPr>
          <p:spPr>
            <a:xfrm>
              <a:off x="1427425" y="2202150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6729;p42">
              <a:extLst>
                <a:ext uri="{FF2B5EF4-FFF2-40B4-BE49-F238E27FC236}">
                  <a16:creationId xmlns:a16="http://schemas.microsoft.com/office/drawing/2014/main" id="{30ACB3C4-26D4-1BA7-B97A-E8DA4E538F26}"/>
                </a:ext>
              </a:extLst>
            </p:cNvPr>
            <p:cNvSpPr/>
            <p:nvPr/>
          </p:nvSpPr>
          <p:spPr>
            <a:xfrm>
              <a:off x="1392750" y="22599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6730;p42">
              <a:extLst>
                <a:ext uri="{FF2B5EF4-FFF2-40B4-BE49-F238E27FC236}">
                  <a16:creationId xmlns:a16="http://schemas.microsoft.com/office/drawing/2014/main" id="{62E0F239-6D60-53E0-8304-6AFB130675C1}"/>
                </a:ext>
              </a:extLst>
            </p:cNvPr>
            <p:cNvSpPr/>
            <p:nvPr/>
          </p:nvSpPr>
          <p:spPr>
            <a:xfrm>
              <a:off x="1334950" y="229462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6731;p42">
              <a:extLst>
                <a:ext uri="{FF2B5EF4-FFF2-40B4-BE49-F238E27FC236}">
                  <a16:creationId xmlns:a16="http://schemas.microsoft.com/office/drawing/2014/main" id="{B4AA1D69-9AAE-8B2D-FFF8-6398D30FA8DB}"/>
                </a:ext>
              </a:extLst>
            </p:cNvPr>
            <p:cNvSpPr/>
            <p:nvPr/>
          </p:nvSpPr>
          <p:spPr>
            <a:xfrm>
              <a:off x="1462125" y="1994050"/>
              <a:ext cx="34675" cy="208125"/>
            </a:xfrm>
            <a:custGeom>
              <a:avLst/>
              <a:gdLst/>
              <a:ahLst/>
              <a:cxnLst/>
              <a:rect l="l" t="t" r="r" b="b"/>
              <a:pathLst>
                <a:path w="1387" h="8325" extrusionOk="0">
                  <a:moveTo>
                    <a:pt x="0" y="0"/>
                  </a:moveTo>
                  <a:lnTo>
                    <a:pt x="0" y="8325"/>
                  </a:lnTo>
                  <a:lnTo>
                    <a:pt x="1386" y="8325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6732;p42">
              <a:extLst>
                <a:ext uri="{FF2B5EF4-FFF2-40B4-BE49-F238E27FC236}">
                  <a16:creationId xmlns:a16="http://schemas.microsoft.com/office/drawing/2014/main" id="{2F54DB24-7296-291A-6890-44CDE433A691}"/>
                </a:ext>
              </a:extLst>
            </p:cNvPr>
            <p:cNvSpPr/>
            <p:nvPr/>
          </p:nvSpPr>
          <p:spPr>
            <a:xfrm>
              <a:off x="1103725" y="2155900"/>
              <a:ext cx="34675" cy="69400"/>
            </a:xfrm>
            <a:custGeom>
              <a:avLst/>
              <a:gdLst/>
              <a:ahLst/>
              <a:cxnLst/>
              <a:rect l="l" t="t" r="r" b="b"/>
              <a:pathLst>
                <a:path w="1387" h="2776" extrusionOk="0">
                  <a:moveTo>
                    <a:pt x="0" y="1"/>
                  </a:moveTo>
                  <a:lnTo>
                    <a:pt x="0" y="2775"/>
                  </a:lnTo>
                  <a:lnTo>
                    <a:pt x="1387" y="2775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6733;p42">
              <a:extLst>
                <a:ext uri="{FF2B5EF4-FFF2-40B4-BE49-F238E27FC236}">
                  <a16:creationId xmlns:a16="http://schemas.microsoft.com/office/drawing/2014/main" id="{79BEE8D4-9CB6-E98E-EC33-0AC0914D2DB6}"/>
                </a:ext>
              </a:extLst>
            </p:cNvPr>
            <p:cNvSpPr/>
            <p:nvPr/>
          </p:nvSpPr>
          <p:spPr>
            <a:xfrm>
              <a:off x="1323350" y="2155900"/>
              <a:ext cx="34725" cy="69400"/>
            </a:xfrm>
            <a:custGeom>
              <a:avLst/>
              <a:gdLst/>
              <a:ahLst/>
              <a:cxnLst/>
              <a:rect l="l" t="t" r="r" b="b"/>
              <a:pathLst>
                <a:path w="1389" h="2776" extrusionOk="0">
                  <a:moveTo>
                    <a:pt x="1" y="1"/>
                  </a:moveTo>
                  <a:lnTo>
                    <a:pt x="1" y="2775"/>
                  </a:lnTo>
                  <a:lnTo>
                    <a:pt x="1389" y="2775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6734;p42">
              <a:extLst>
                <a:ext uri="{FF2B5EF4-FFF2-40B4-BE49-F238E27FC236}">
                  <a16:creationId xmlns:a16="http://schemas.microsoft.com/office/drawing/2014/main" id="{D357077C-154D-0BD3-F8D7-EB481A19D88C}"/>
                </a:ext>
              </a:extLst>
            </p:cNvPr>
            <p:cNvSpPr/>
            <p:nvPr/>
          </p:nvSpPr>
          <p:spPr>
            <a:xfrm>
              <a:off x="1138375" y="2225275"/>
              <a:ext cx="185000" cy="34725"/>
            </a:xfrm>
            <a:custGeom>
              <a:avLst/>
              <a:gdLst/>
              <a:ahLst/>
              <a:cxnLst/>
              <a:rect l="l" t="t" r="r" b="b"/>
              <a:pathLst>
                <a:path w="7400" h="1389" extrusionOk="0">
                  <a:moveTo>
                    <a:pt x="1" y="0"/>
                  </a:moveTo>
                  <a:lnTo>
                    <a:pt x="1" y="1388"/>
                  </a:lnTo>
                  <a:lnTo>
                    <a:pt x="7400" y="1388"/>
                  </a:lnTo>
                  <a:lnTo>
                    <a:pt x="74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6735;p42">
              <a:extLst>
                <a:ext uri="{FF2B5EF4-FFF2-40B4-BE49-F238E27FC236}">
                  <a16:creationId xmlns:a16="http://schemas.microsoft.com/office/drawing/2014/main" id="{131A67E4-8146-D43A-C599-71902F0BBF9A}"/>
                </a:ext>
              </a:extLst>
            </p:cNvPr>
            <p:cNvSpPr/>
            <p:nvPr/>
          </p:nvSpPr>
          <p:spPr>
            <a:xfrm>
              <a:off x="1092175" y="1970925"/>
              <a:ext cx="69375" cy="138750"/>
            </a:xfrm>
            <a:custGeom>
              <a:avLst/>
              <a:gdLst/>
              <a:ahLst/>
              <a:cxnLst/>
              <a:rect l="l" t="t" r="r" b="b"/>
              <a:pathLst>
                <a:path w="2775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2775" y="5550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6736;p42">
              <a:extLst>
                <a:ext uri="{FF2B5EF4-FFF2-40B4-BE49-F238E27FC236}">
                  <a16:creationId xmlns:a16="http://schemas.microsoft.com/office/drawing/2014/main" id="{0A1EF1FA-4981-A613-7B55-13B3924FB0E0}"/>
                </a:ext>
              </a:extLst>
            </p:cNvPr>
            <p:cNvSpPr/>
            <p:nvPr/>
          </p:nvSpPr>
          <p:spPr>
            <a:xfrm>
              <a:off x="1300250" y="1970925"/>
              <a:ext cx="69375" cy="138750"/>
            </a:xfrm>
            <a:custGeom>
              <a:avLst/>
              <a:gdLst/>
              <a:ahLst/>
              <a:cxnLst/>
              <a:rect l="l" t="t" r="r" b="b"/>
              <a:pathLst>
                <a:path w="2775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2775" y="5550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25926395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3">
          <a:extLst>
            <a:ext uri="{FF2B5EF4-FFF2-40B4-BE49-F238E27FC236}">
              <a16:creationId xmlns:a16="http://schemas.microsoft.com/office/drawing/2014/main" id="{F0E5FE47-4DD2-D049-0A9D-855B06B20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4" name="Google Shape;6024;p40">
            <a:extLst>
              <a:ext uri="{FF2B5EF4-FFF2-40B4-BE49-F238E27FC236}">
                <a16:creationId xmlns:a16="http://schemas.microsoft.com/office/drawing/2014/main" id="{7DFEC131-8243-6A7F-5F15-26CD0C344CB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6025" name="Google Shape;6025;p40">
            <a:extLst>
              <a:ext uri="{FF2B5EF4-FFF2-40B4-BE49-F238E27FC236}">
                <a16:creationId xmlns:a16="http://schemas.microsoft.com/office/drawing/2014/main" id="{88CF3985-C8D8-856C-B4E2-5021085CC2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Diagrama Sequencial</a:t>
            </a:r>
            <a:endParaRPr dirty="0"/>
          </a:p>
        </p:txBody>
      </p:sp>
      <p:grpSp>
        <p:nvGrpSpPr>
          <p:cNvPr id="6027" name="Google Shape;6027;p40">
            <a:extLst>
              <a:ext uri="{FF2B5EF4-FFF2-40B4-BE49-F238E27FC236}">
                <a16:creationId xmlns:a16="http://schemas.microsoft.com/office/drawing/2014/main" id="{61587F9D-F5AA-48B9-6E54-C7443F586F03}"/>
              </a:ext>
            </a:extLst>
          </p:cNvPr>
          <p:cNvGrpSpPr/>
          <p:nvPr/>
        </p:nvGrpSpPr>
        <p:grpSpPr>
          <a:xfrm>
            <a:off x="8029241" y="154008"/>
            <a:ext cx="264001" cy="226285"/>
            <a:chOff x="753950" y="238125"/>
            <a:chExt cx="6111125" cy="5238075"/>
          </a:xfrm>
        </p:grpSpPr>
        <p:sp>
          <p:nvSpPr>
            <p:cNvPr id="6028" name="Google Shape;6028;p40">
              <a:extLst>
                <a:ext uri="{FF2B5EF4-FFF2-40B4-BE49-F238E27FC236}">
                  <a16:creationId xmlns:a16="http://schemas.microsoft.com/office/drawing/2014/main" id="{F8C72B21-74F7-3637-19A6-B931F4757066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9" name="Google Shape;6029;p40">
              <a:extLst>
                <a:ext uri="{FF2B5EF4-FFF2-40B4-BE49-F238E27FC236}">
                  <a16:creationId xmlns:a16="http://schemas.microsoft.com/office/drawing/2014/main" id="{325793F4-78CE-ECB0-5E4F-D70B496018A2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0" name="Google Shape;6030;p40">
              <a:extLst>
                <a:ext uri="{FF2B5EF4-FFF2-40B4-BE49-F238E27FC236}">
                  <a16:creationId xmlns:a16="http://schemas.microsoft.com/office/drawing/2014/main" id="{82456EB9-3E46-2BC1-B463-35D210326288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1" name="Google Shape;6031;p40">
              <a:extLst>
                <a:ext uri="{FF2B5EF4-FFF2-40B4-BE49-F238E27FC236}">
                  <a16:creationId xmlns:a16="http://schemas.microsoft.com/office/drawing/2014/main" id="{71719592-7D5B-397A-B303-257CDE616B3D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2" name="Google Shape;6032;p40">
              <a:extLst>
                <a:ext uri="{FF2B5EF4-FFF2-40B4-BE49-F238E27FC236}">
                  <a16:creationId xmlns:a16="http://schemas.microsoft.com/office/drawing/2014/main" id="{6408BD2E-20D0-B90C-1BE8-AC3FC62D1D56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3" name="Google Shape;6033;p40">
              <a:extLst>
                <a:ext uri="{FF2B5EF4-FFF2-40B4-BE49-F238E27FC236}">
                  <a16:creationId xmlns:a16="http://schemas.microsoft.com/office/drawing/2014/main" id="{0B6752A3-2A87-AE10-8111-B9DFF765795A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4" name="Google Shape;6034;p40">
              <a:extLst>
                <a:ext uri="{FF2B5EF4-FFF2-40B4-BE49-F238E27FC236}">
                  <a16:creationId xmlns:a16="http://schemas.microsoft.com/office/drawing/2014/main" id="{05189B4A-9E3C-FD06-2842-4E49E74840AE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5" name="Google Shape;6035;p40">
              <a:extLst>
                <a:ext uri="{FF2B5EF4-FFF2-40B4-BE49-F238E27FC236}">
                  <a16:creationId xmlns:a16="http://schemas.microsoft.com/office/drawing/2014/main" id="{DDCE01B0-F4B7-B996-B45B-8AE783C53715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6" name="Google Shape;6036;p40">
              <a:extLst>
                <a:ext uri="{FF2B5EF4-FFF2-40B4-BE49-F238E27FC236}">
                  <a16:creationId xmlns:a16="http://schemas.microsoft.com/office/drawing/2014/main" id="{99613234-5FDF-8D55-9F01-1C4565DD9CD9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7" name="Google Shape;6037;p40">
              <a:extLst>
                <a:ext uri="{FF2B5EF4-FFF2-40B4-BE49-F238E27FC236}">
                  <a16:creationId xmlns:a16="http://schemas.microsoft.com/office/drawing/2014/main" id="{84A7F62A-9AF1-1F32-355A-1A32422ADED0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8" name="Google Shape;6038;p40">
              <a:extLst>
                <a:ext uri="{FF2B5EF4-FFF2-40B4-BE49-F238E27FC236}">
                  <a16:creationId xmlns:a16="http://schemas.microsoft.com/office/drawing/2014/main" id="{3C993D31-1FFB-0A38-C43D-043D53C57251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9" name="Google Shape;6039;p40">
              <a:extLst>
                <a:ext uri="{FF2B5EF4-FFF2-40B4-BE49-F238E27FC236}">
                  <a16:creationId xmlns:a16="http://schemas.microsoft.com/office/drawing/2014/main" id="{8C0BE6FA-F2DD-D1E2-7152-BE8AA874BE78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0" name="Google Shape;6040;p40">
              <a:extLst>
                <a:ext uri="{FF2B5EF4-FFF2-40B4-BE49-F238E27FC236}">
                  <a16:creationId xmlns:a16="http://schemas.microsoft.com/office/drawing/2014/main" id="{8B5A9B5B-3920-CAB4-2125-788FC7F0560A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1" name="Google Shape;6041;p40">
              <a:extLst>
                <a:ext uri="{FF2B5EF4-FFF2-40B4-BE49-F238E27FC236}">
                  <a16:creationId xmlns:a16="http://schemas.microsoft.com/office/drawing/2014/main" id="{13E52BD4-E16D-A47D-3FE4-703FAD568851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2" name="Google Shape;6042;p40">
              <a:extLst>
                <a:ext uri="{FF2B5EF4-FFF2-40B4-BE49-F238E27FC236}">
                  <a16:creationId xmlns:a16="http://schemas.microsoft.com/office/drawing/2014/main" id="{90A0C829-810C-AED4-C7AB-BCD0FA5645AA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3" name="Google Shape;6043;p40">
              <a:extLst>
                <a:ext uri="{FF2B5EF4-FFF2-40B4-BE49-F238E27FC236}">
                  <a16:creationId xmlns:a16="http://schemas.microsoft.com/office/drawing/2014/main" id="{A397DD1F-4A47-FF68-2F27-B11A2E15CBC1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4" name="Google Shape;6044;p40">
              <a:extLst>
                <a:ext uri="{FF2B5EF4-FFF2-40B4-BE49-F238E27FC236}">
                  <a16:creationId xmlns:a16="http://schemas.microsoft.com/office/drawing/2014/main" id="{5D91197B-3E3D-BDF8-0B0E-A72AC46EAFA3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5" name="Google Shape;6045;p40">
              <a:extLst>
                <a:ext uri="{FF2B5EF4-FFF2-40B4-BE49-F238E27FC236}">
                  <a16:creationId xmlns:a16="http://schemas.microsoft.com/office/drawing/2014/main" id="{EAB864A3-EDCB-FA04-05ED-4D046D5720EA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6" name="Google Shape;6046;p40">
              <a:extLst>
                <a:ext uri="{FF2B5EF4-FFF2-40B4-BE49-F238E27FC236}">
                  <a16:creationId xmlns:a16="http://schemas.microsoft.com/office/drawing/2014/main" id="{8F68604B-FC17-25D5-7CD9-DFE19FE62F16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7" name="Google Shape;6047;p40">
              <a:extLst>
                <a:ext uri="{FF2B5EF4-FFF2-40B4-BE49-F238E27FC236}">
                  <a16:creationId xmlns:a16="http://schemas.microsoft.com/office/drawing/2014/main" id="{F0E85B2F-FCF0-0F47-D65F-082A45FB2083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8" name="Google Shape;6048;p40">
              <a:extLst>
                <a:ext uri="{FF2B5EF4-FFF2-40B4-BE49-F238E27FC236}">
                  <a16:creationId xmlns:a16="http://schemas.microsoft.com/office/drawing/2014/main" id="{31925705-F679-03D1-9217-748D4D785195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9" name="Google Shape;6049;p40">
              <a:extLst>
                <a:ext uri="{FF2B5EF4-FFF2-40B4-BE49-F238E27FC236}">
                  <a16:creationId xmlns:a16="http://schemas.microsoft.com/office/drawing/2014/main" id="{308F6F65-05CF-41EE-C66F-78DD07183B9E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0" name="Google Shape;6050;p40">
              <a:extLst>
                <a:ext uri="{FF2B5EF4-FFF2-40B4-BE49-F238E27FC236}">
                  <a16:creationId xmlns:a16="http://schemas.microsoft.com/office/drawing/2014/main" id="{3D7A5422-8DFA-7847-5D1D-F09DA084ECD6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1" name="Google Shape;6051;p40">
              <a:extLst>
                <a:ext uri="{FF2B5EF4-FFF2-40B4-BE49-F238E27FC236}">
                  <a16:creationId xmlns:a16="http://schemas.microsoft.com/office/drawing/2014/main" id="{B910B32E-9847-F5A8-196A-859A04CFC81F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2" name="Google Shape;6052;p40">
              <a:extLst>
                <a:ext uri="{FF2B5EF4-FFF2-40B4-BE49-F238E27FC236}">
                  <a16:creationId xmlns:a16="http://schemas.microsoft.com/office/drawing/2014/main" id="{AEC8CD8F-0FCB-F441-B0DA-61DE74BDBFD4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3" name="Google Shape;6053;p40">
              <a:extLst>
                <a:ext uri="{FF2B5EF4-FFF2-40B4-BE49-F238E27FC236}">
                  <a16:creationId xmlns:a16="http://schemas.microsoft.com/office/drawing/2014/main" id="{C9B1810D-0223-654D-30EE-44B6A23C74C7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4" name="Google Shape;6054;p40">
              <a:extLst>
                <a:ext uri="{FF2B5EF4-FFF2-40B4-BE49-F238E27FC236}">
                  <a16:creationId xmlns:a16="http://schemas.microsoft.com/office/drawing/2014/main" id="{2EDEE8E7-09A3-264B-8331-639E1B52FFDC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55" name="Google Shape;6055;p40">
            <a:extLst>
              <a:ext uri="{FF2B5EF4-FFF2-40B4-BE49-F238E27FC236}">
                <a16:creationId xmlns:a16="http://schemas.microsoft.com/office/drawing/2014/main" id="{82E6E011-95A3-4C6A-C955-A43F7E9D09F1}"/>
              </a:ext>
            </a:extLst>
          </p:cNvPr>
          <p:cNvGrpSpPr/>
          <p:nvPr/>
        </p:nvGrpSpPr>
        <p:grpSpPr>
          <a:xfrm>
            <a:off x="8365321" y="154008"/>
            <a:ext cx="264001" cy="226285"/>
            <a:chOff x="753950" y="238125"/>
            <a:chExt cx="6111125" cy="5238075"/>
          </a:xfrm>
        </p:grpSpPr>
        <p:sp>
          <p:nvSpPr>
            <p:cNvPr id="6056" name="Google Shape;6056;p40">
              <a:extLst>
                <a:ext uri="{FF2B5EF4-FFF2-40B4-BE49-F238E27FC236}">
                  <a16:creationId xmlns:a16="http://schemas.microsoft.com/office/drawing/2014/main" id="{722FB9D5-24C6-1ED7-4448-C2A42982EDCF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7" name="Google Shape;6057;p40">
              <a:extLst>
                <a:ext uri="{FF2B5EF4-FFF2-40B4-BE49-F238E27FC236}">
                  <a16:creationId xmlns:a16="http://schemas.microsoft.com/office/drawing/2014/main" id="{9934D04A-4AFC-AD46-685B-05BA64D16E22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8" name="Google Shape;6058;p40">
              <a:extLst>
                <a:ext uri="{FF2B5EF4-FFF2-40B4-BE49-F238E27FC236}">
                  <a16:creationId xmlns:a16="http://schemas.microsoft.com/office/drawing/2014/main" id="{194A2E04-6A87-CB58-6295-FEADE6788F7D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9" name="Google Shape;6059;p40">
              <a:extLst>
                <a:ext uri="{FF2B5EF4-FFF2-40B4-BE49-F238E27FC236}">
                  <a16:creationId xmlns:a16="http://schemas.microsoft.com/office/drawing/2014/main" id="{E19560F8-5AAC-24A7-A085-9D054B6D09BD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0" name="Google Shape;6060;p40">
              <a:extLst>
                <a:ext uri="{FF2B5EF4-FFF2-40B4-BE49-F238E27FC236}">
                  <a16:creationId xmlns:a16="http://schemas.microsoft.com/office/drawing/2014/main" id="{54D2F52D-83A8-4575-8A4D-37D5912A5049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1" name="Google Shape;6061;p40">
              <a:extLst>
                <a:ext uri="{FF2B5EF4-FFF2-40B4-BE49-F238E27FC236}">
                  <a16:creationId xmlns:a16="http://schemas.microsoft.com/office/drawing/2014/main" id="{E48E9874-26A9-4996-7ACA-FEA975432284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2" name="Google Shape;6062;p40">
              <a:extLst>
                <a:ext uri="{FF2B5EF4-FFF2-40B4-BE49-F238E27FC236}">
                  <a16:creationId xmlns:a16="http://schemas.microsoft.com/office/drawing/2014/main" id="{F6246388-2D80-B1E9-6B5B-E3BAF2B0D10B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3" name="Google Shape;6063;p40">
              <a:extLst>
                <a:ext uri="{FF2B5EF4-FFF2-40B4-BE49-F238E27FC236}">
                  <a16:creationId xmlns:a16="http://schemas.microsoft.com/office/drawing/2014/main" id="{271CDBFB-EFA7-3400-2278-CD4D5239BE67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4" name="Google Shape;6064;p40">
              <a:extLst>
                <a:ext uri="{FF2B5EF4-FFF2-40B4-BE49-F238E27FC236}">
                  <a16:creationId xmlns:a16="http://schemas.microsoft.com/office/drawing/2014/main" id="{82A0AFE8-47CD-4CDE-260D-57667A69D33C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5" name="Google Shape;6065;p40">
              <a:extLst>
                <a:ext uri="{FF2B5EF4-FFF2-40B4-BE49-F238E27FC236}">
                  <a16:creationId xmlns:a16="http://schemas.microsoft.com/office/drawing/2014/main" id="{73F79065-4C11-3759-E1F9-7E3100AEE808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6" name="Google Shape;6066;p40">
              <a:extLst>
                <a:ext uri="{FF2B5EF4-FFF2-40B4-BE49-F238E27FC236}">
                  <a16:creationId xmlns:a16="http://schemas.microsoft.com/office/drawing/2014/main" id="{62658A85-8199-0FEC-6AF1-BB41CE117FAE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7" name="Google Shape;6067;p40">
              <a:extLst>
                <a:ext uri="{FF2B5EF4-FFF2-40B4-BE49-F238E27FC236}">
                  <a16:creationId xmlns:a16="http://schemas.microsoft.com/office/drawing/2014/main" id="{B5D93C95-D330-1460-4D1C-91B6C1F68D00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8" name="Google Shape;6068;p40">
              <a:extLst>
                <a:ext uri="{FF2B5EF4-FFF2-40B4-BE49-F238E27FC236}">
                  <a16:creationId xmlns:a16="http://schemas.microsoft.com/office/drawing/2014/main" id="{4028FBD5-CE3B-1E44-91E8-3CB68ACA880F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9" name="Google Shape;6069;p40">
              <a:extLst>
                <a:ext uri="{FF2B5EF4-FFF2-40B4-BE49-F238E27FC236}">
                  <a16:creationId xmlns:a16="http://schemas.microsoft.com/office/drawing/2014/main" id="{0C2FC41C-89AC-2613-E9B4-CD75CC09634E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0" name="Google Shape;6070;p40">
              <a:extLst>
                <a:ext uri="{FF2B5EF4-FFF2-40B4-BE49-F238E27FC236}">
                  <a16:creationId xmlns:a16="http://schemas.microsoft.com/office/drawing/2014/main" id="{77DC82F2-D8B8-ACD2-41E3-67E54B588933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1" name="Google Shape;6071;p40">
              <a:extLst>
                <a:ext uri="{FF2B5EF4-FFF2-40B4-BE49-F238E27FC236}">
                  <a16:creationId xmlns:a16="http://schemas.microsoft.com/office/drawing/2014/main" id="{273971E7-5175-6DE5-ED4F-3181D42BC6F2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2" name="Google Shape;6072;p40">
              <a:extLst>
                <a:ext uri="{FF2B5EF4-FFF2-40B4-BE49-F238E27FC236}">
                  <a16:creationId xmlns:a16="http://schemas.microsoft.com/office/drawing/2014/main" id="{F60C4DE1-152A-3E48-AD25-8BED0950038E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3" name="Google Shape;6073;p40">
              <a:extLst>
                <a:ext uri="{FF2B5EF4-FFF2-40B4-BE49-F238E27FC236}">
                  <a16:creationId xmlns:a16="http://schemas.microsoft.com/office/drawing/2014/main" id="{A5504062-F84C-C0DB-E136-C1EABF478E87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4" name="Google Shape;6074;p40">
              <a:extLst>
                <a:ext uri="{FF2B5EF4-FFF2-40B4-BE49-F238E27FC236}">
                  <a16:creationId xmlns:a16="http://schemas.microsoft.com/office/drawing/2014/main" id="{9EE897D3-7B37-D2BF-2252-98D57F14E240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5" name="Google Shape;6075;p40">
              <a:extLst>
                <a:ext uri="{FF2B5EF4-FFF2-40B4-BE49-F238E27FC236}">
                  <a16:creationId xmlns:a16="http://schemas.microsoft.com/office/drawing/2014/main" id="{6EE3F642-0F23-BE55-E6D1-D3C9806D0831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6" name="Google Shape;6076;p40">
              <a:extLst>
                <a:ext uri="{FF2B5EF4-FFF2-40B4-BE49-F238E27FC236}">
                  <a16:creationId xmlns:a16="http://schemas.microsoft.com/office/drawing/2014/main" id="{F54529F2-A4FF-5D70-1CD2-6293977FAED6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7" name="Google Shape;6077;p40">
              <a:extLst>
                <a:ext uri="{FF2B5EF4-FFF2-40B4-BE49-F238E27FC236}">
                  <a16:creationId xmlns:a16="http://schemas.microsoft.com/office/drawing/2014/main" id="{0894D1A2-A390-662C-ED62-DD7FC4AE2454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8" name="Google Shape;6078;p40">
              <a:extLst>
                <a:ext uri="{FF2B5EF4-FFF2-40B4-BE49-F238E27FC236}">
                  <a16:creationId xmlns:a16="http://schemas.microsoft.com/office/drawing/2014/main" id="{950000C2-FC1A-F64D-D023-5BFA0AFA16D6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6079;p40">
              <a:extLst>
                <a:ext uri="{FF2B5EF4-FFF2-40B4-BE49-F238E27FC236}">
                  <a16:creationId xmlns:a16="http://schemas.microsoft.com/office/drawing/2014/main" id="{DFBA9632-E9B1-A03E-EF8E-E5E267FE1194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6080;p40">
              <a:extLst>
                <a:ext uri="{FF2B5EF4-FFF2-40B4-BE49-F238E27FC236}">
                  <a16:creationId xmlns:a16="http://schemas.microsoft.com/office/drawing/2014/main" id="{2EF8A159-558F-9497-16E4-73A18B40FE64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1" name="Google Shape;6081;p40">
              <a:extLst>
                <a:ext uri="{FF2B5EF4-FFF2-40B4-BE49-F238E27FC236}">
                  <a16:creationId xmlns:a16="http://schemas.microsoft.com/office/drawing/2014/main" id="{296E12A0-FB65-72BB-0B8D-D66345D08469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2" name="Google Shape;6082;p40">
              <a:extLst>
                <a:ext uri="{FF2B5EF4-FFF2-40B4-BE49-F238E27FC236}">
                  <a16:creationId xmlns:a16="http://schemas.microsoft.com/office/drawing/2014/main" id="{51053E4B-97E8-6E88-F60F-1DE0C1D78E15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83" name="Google Shape;6083;p40">
            <a:extLst>
              <a:ext uri="{FF2B5EF4-FFF2-40B4-BE49-F238E27FC236}">
                <a16:creationId xmlns:a16="http://schemas.microsoft.com/office/drawing/2014/main" id="{3245C32F-8D50-C3B0-8FCD-94F105523B5D}"/>
              </a:ext>
            </a:extLst>
          </p:cNvPr>
          <p:cNvGrpSpPr/>
          <p:nvPr/>
        </p:nvGrpSpPr>
        <p:grpSpPr>
          <a:xfrm>
            <a:off x="8701401" y="154008"/>
            <a:ext cx="264001" cy="226285"/>
            <a:chOff x="753950" y="238125"/>
            <a:chExt cx="6111125" cy="5238075"/>
          </a:xfrm>
        </p:grpSpPr>
        <p:sp>
          <p:nvSpPr>
            <p:cNvPr id="6084" name="Google Shape;6084;p40">
              <a:extLst>
                <a:ext uri="{FF2B5EF4-FFF2-40B4-BE49-F238E27FC236}">
                  <a16:creationId xmlns:a16="http://schemas.microsoft.com/office/drawing/2014/main" id="{12D66F07-6BBB-BCF5-86FA-AD7E330DFCE9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5" name="Google Shape;6085;p40">
              <a:extLst>
                <a:ext uri="{FF2B5EF4-FFF2-40B4-BE49-F238E27FC236}">
                  <a16:creationId xmlns:a16="http://schemas.microsoft.com/office/drawing/2014/main" id="{C9CC5E82-A657-86E6-8608-C9EB4E40C121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6" name="Google Shape;6086;p40">
              <a:extLst>
                <a:ext uri="{FF2B5EF4-FFF2-40B4-BE49-F238E27FC236}">
                  <a16:creationId xmlns:a16="http://schemas.microsoft.com/office/drawing/2014/main" id="{9C4944EC-21F4-B871-E809-52C299BE099F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7" name="Google Shape;6087;p40">
              <a:extLst>
                <a:ext uri="{FF2B5EF4-FFF2-40B4-BE49-F238E27FC236}">
                  <a16:creationId xmlns:a16="http://schemas.microsoft.com/office/drawing/2014/main" id="{C467F069-CF78-7D47-63F2-67009DE2995F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8" name="Google Shape;6088;p40">
              <a:extLst>
                <a:ext uri="{FF2B5EF4-FFF2-40B4-BE49-F238E27FC236}">
                  <a16:creationId xmlns:a16="http://schemas.microsoft.com/office/drawing/2014/main" id="{25915EB8-19C3-68AF-9BB6-CF08750A28C9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9" name="Google Shape;6089;p40">
              <a:extLst>
                <a:ext uri="{FF2B5EF4-FFF2-40B4-BE49-F238E27FC236}">
                  <a16:creationId xmlns:a16="http://schemas.microsoft.com/office/drawing/2014/main" id="{D83B290F-F564-F69E-AD98-1750DBF7AAAE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0" name="Google Shape;6090;p40">
              <a:extLst>
                <a:ext uri="{FF2B5EF4-FFF2-40B4-BE49-F238E27FC236}">
                  <a16:creationId xmlns:a16="http://schemas.microsoft.com/office/drawing/2014/main" id="{918D1006-97AB-651E-8E7D-AF2A659003AC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1" name="Google Shape;6091;p40">
              <a:extLst>
                <a:ext uri="{FF2B5EF4-FFF2-40B4-BE49-F238E27FC236}">
                  <a16:creationId xmlns:a16="http://schemas.microsoft.com/office/drawing/2014/main" id="{4C928417-C834-99B8-F8FA-AE717D252AC0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2" name="Google Shape;6092;p40">
              <a:extLst>
                <a:ext uri="{FF2B5EF4-FFF2-40B4-BE49-F238E27FC236}">
                  <a16:creationId xmlns:a16="http://schemas.microsoft.com/office/drawing/2014/main" id="{603188EC-7DFE-181D-8250-AC8A29A23628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3" name="Google Shape;6093;p40">
              <a:extLst>
                <a:ext uri="{FF2B5EF4-FFF2-40B4-BE49-F238E27FC236}">
                  <a16:creationId xmlns:a16="http://schemas.microsoft.com/office/drawing/2014/main" id="{FEB5B30F-2575-9333-BBD2-2D31CC8B7D22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4" name="Google Shape;6094;p40">
              <a:extLst>
                <a:ext uri="{FF2B5EF4-FFF2-40B4-BE49-F238E27FC236}">
                  <a16:creationId xmlns:a16="http://schemas.microsoft.com/office/drawing/2014/main" id="{30054C1D-4F86-FA95-AFC0-BA3612261751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5" name="Google Shape;6095;p40">
              <a:extLst>
                <a:ext uri="{FF2B5EF4-FFF2-40B4-BE49-F238E27FC236}">
                  <a16:creationId xmlns:a16="http://schemas.microsoft.com/office/drawing/2014/main" id="{1DD637FD-88F8-C2E6-3521-1FCD54E56F09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6" name="Google Shape;6096;p40">
              <a:extLst>
                <a:ext uri="{FF2B5EF4-FFF2-40B4-BE49-F238E27FC236}">
                  <a16:creationId xmlns:a16="http://schemas.microsoft.com/office/drawing/2014/main" id="{F052AF82-E765-EF5D-5EEE-3183BC8A1457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7" name="Google Shape;6097;p40">
              <a:extLst>
                <a:ext uri="{FF2B5EF4-FFF2-40B4-BE49-F238E27FC236}">
                  <a16:creationId xmlns:a16="http://schemas.microsoft.com/office/drawing/2014/main" id="{0E873DA3-D31D-F137-9F00-B7FCE30E4184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8" name="Google Shape;6098;p40">
              <a:extLst>
                <a:ext uri="{FF2B5EF4-FFF2-40B4-BE49-F238E27FC236}">
                  <a16:creationId xmlns:a16="http://schemas.microsoft.com/office/drawing/2014/main" id="{E2160D6E-63E2-DFFF-7444-139C7D03C08A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9" name="Google Shape;6099;p40">
              <a:extLst>
                <a:ext uri="{FF2B5EF4-FFF2-40B4-BE49-F238E27FC236}">
                  <a16:creationId xmlns:a16="http://schemas.microsoft.com/office/drawing/2014/main" id="{26B7E478-E512-D7E6-39BE-67C89E9C099E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0" name="Google Shape;6100;p40">
              <a:extLst>
                <a:ext uri="{FF2B5EF4-FFF2-40B4-BE49-F238E27FC236}">
                  <a16:creationId xmlns:a16="http://schemas.microsoft.com/office/drawing/2014/main" id="{B07600FD-B3DE-BB35-702F-830DF64B2B94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1" name="Google Shape;6101;p40">
              <a:extLst>
                <a:ext uri="{FF2B5EF4-FFF2-40B4-BE49-F238E27FC236}">
                  <a16:creationId xmlns:a16="http://schemas.microsoft.com/office/drawing/2014/main" id="{3EC56008-5CEE-C557-45ED-E86AE1058C19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2" name="Google Shape;6102;p40">
              <a:extLst>
                <a:ext uri="{FF2B5EF4-FFF2-40B4-BE49-F238E27FC236}">
                  <a16:creationId xmlns:a16="http://schemas.microsoft.com/office/drawing/2014/main" id="{2095525A-7E74-3D94-7C94-0101D713DB73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3" name="Google Shape;6103;p40">
              <a:extLst>
                <a:ext uri="{FF2B5EF4-FFF2-40B4-BE49-F238E27FC236}">
                  <a16:creationId xmlns:a16="http://schemas.microsoft.com/office/drawing/2014/main" id="{097DEF9F-0409-605A-6116-56EF0AF92B55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4" name="Google Shape;6104;p40">
              <a:extLst>
                <a:ext uri="{FF2B5EF4-FFF2-40B4-BE49-F238E27FC236}">
                  <a16:creationId xmlns:a16="http://schemas.microsoft.com/office/drawing/2014/main" id="{44F67DD2-0D18-0FF5-36ED-5130CB3E5C05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5" name="Google Shape;6105;p40">
              <a:extLst>
                <a:ext uri="{FF2B5EF4-FFF2-40B4-BE49-F238E27FC236}">
                  <a16:creationId xmlns:a16="http://schemas.microsoft.com/office/drawing/2014/main" id="{C69886E5-1BD1-051A-C1FD-7F3F19AAD0EB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6" name="Google Shape;6106;p40">
              <a:extLst>
                <a:ext uri="{FF2B5EF4-FFF2-40B4-BE49-F238E27FC236}">
                  <a16:creationId xmlns:a16="http://schemas.microsoft.com/office/drawing/2014/main" id="{4EBE7DFD-244B-FE48-D206-7613879CAA13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7" name="Google Shape;6107;p40">
              <a:extLst>
                <a:ext uri="{FF2B5EF4-FFF2-40B4-BE49-F238E27FC236}">
                  <a16:creationId xmlns:a16="http://schemas.microsoft.com/office/drawing/2014/main" id="{3F4FCDC4-E2B2-EB75-0087-C165ADA4B81A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8" name="Google Shape;6108;p40">
              <a:extLst>
                <a:ext uri="{FF2B5EF4-FFF2-40B4-BE49-F238E27FC236}">
                  <a16:creationId xmlns:a16="http://schemas.microsoft.com/office/drawing/2014/main" id="{AD1BA51F-13CA-1581-C0AA-048586B27A8D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9" name="Google Shape;6109;p40">
              <a:extLst>
                <a:ext uri="{FF2B5EF4-FFF2-40B4-BE49-F238E27FC236}">
                  <a16:creationId xmlns:a16="http://schemas.microsoft.com/office/drawing/2014/main" id="{BDA5F223-04B5-ED4D-7319-1F43C4300B9A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0" name="Google Shape;6110;p40">
              <a:extLst>
                <a:ext uri="{FF2B5EF4-FFF2-40B4-BE49-F238E27FC236}">
                  <a16:creationId xmlns:a16="http://schemas.microsoft.com/office/drawing/2014/main" id="{3C794D41-202A-7E18-8A77-C8C2BFD4D1CC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11" name="Google Shape;6111;p40">
            <a:hlinkClick r:id="rId3" action="ppaction://hlinksldjump"/>
            <a:extLst>
              <a:ext uri="{FF2B5EF4-FFF2-40B4-BE49-F238E27FC236}">
                <a16:creationId xmlns:a16="http://schemas.microsoft.com/office/drawing/2014/main" id="{3CA915BA-D241-89EB-7950-F40488E35AF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1664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2" name="Google Shape;6112;p40">
            <a:hlinkClick r:id="rId5" action="ppaction://hlinksldjump"/>
            <a:extLst>
              <a:ext uri="{FF2B5EF4-FFF2-40B4-BE49-F238E27FC236}">
                <a16:creationId xmlns:a16="http://schemas.microsoft.com/office/drawing/2014/main" id="{6D4FE57D-70D3-66A2-40E4-C198E12C2C0F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3025" y="5395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3" name="Google Shape;6113;p40">
            <a:hlinkClick r:id="rId7" action="ppaction://hlinksldjump"/>
            <a:extLst>
              <a:ext uri="{FF2B5EF4-FFF2-40B4-BE49-F238E27FC236}">
                <a16:creationId xmlns:a16="http://schemas.microsoft.com/office/drawing/2014/main" id="{9739E037-45B5-86B7-78DE-9054F02781B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29239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4191260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7">
          <a:extLst>
            <a:ext uri="{FF2B5EF4-FFF2-40B4-BE49-F238E27FC236}">
              <a16:creationId xmlns:a16="http://schemas.microsoft.com/office/drawing/2014/main" id="{DF97A1B3-4AD2-383B-36D4-F7877AF32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83D1F767-563A-D60E-0880-A68BAE44B3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7" name="Google Shape;8531;p52">
            <a:extLst>
              <a:ext uri="{FF2B5EF4-FFF2-40B4-BE49-F238E27FC236}">
                <a16:creationId xmlns:a16="http://schemas.microsoft.com/office/drawing/2014/main" id="{C5D999F5-6187-5C65-894D-7D3CBBA1A0D7}"/>
              </a:ext>
            </a:extLst>
          </p:cNvPr>
          <p:cNvGrpSpPr/>
          <p:nvPr/>
        </p:nvGrpSpPr>
        <p:grpSpPr>
          <a:xfrm>
            <a:off x="167394" y="4387165"/>
            <a:ext cx="455752" cy="560715"/>
            <a:chOff x="2856407" y="3716606"/>
            <a:chExt cx="699536" cy="860643"/>
          </a:xfrm>
        </p:grpSpPr>
        <p:sp>
          <p:nvSpPr>
            <p:cNvPr id="8" name="Google Shape;8532;p52">
              <a:extLst>
                <a:ext uri="{FF2B5EF4-FFF2-40B4-BE49-F238E27FC236}">
                  <a16:creationId xmlns:a16="http://schemas.microsoft.com/office/drawing/2014/main" id="{A2759033-377F-9DC8-29E2-10DC1CBEF29E}"/>
                </a:ext>
              </a:extLst>
            </p:cNvPr>
            <p:cNvSpPr/>
            <p:nvPr/>
          </p:nvSpPr>
          <p:spPr>
            <a:xfrm>
              <a:off x="3501087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533;p52">
              <a:extLst>
                <a:ext uri="{FF2B5EF4-FFF2-40B4-BE49-F238E27FC236}">
                  <a16:creationId xmlns:a16="http://schemas.microsoft.com/office/drawing/2014/main" id="{CDECF3A0-963C-1699-1D17-1B53C6182382}"/>
                </a:ext>
              </a:extLst>
            </p:cNvPr>
            <p:cNvSpPr/>
            <p:nvPr/>
          </p:nvSpPr>
          <p:spPr>
            <a:xfrm>
              <a:off x="3501087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534;p52">
              <a:extLst>
                <a:ext uri="{FF2B5EF4-FFF2-40B4-BE49-F238E27FC236}">
                  <a16:creationId xmlns:a16="http://schemas.microsoft.com/office/drawing/2014/main" id="{92113464-BB50-B54A-2D81-12D600A35598}"/>
                </a:ext>
              </a:extLst>
            </p:cNvPr>
            <p:cNvSpPr/>
            <p:nvPr/>
          </p:nvSpPr>
          <p:spPr>
            <a:xfrm>
              <a:off x="3501087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535;p52">
              <a:extLst>
                <a:ext uri="{FF2B5EF4-FFF2-40B4-BE49-F238E27FC236}">
                  <a16:creationId xmlns:a16="http://schemas.microsoft.com/office/drawing/2014/main" id="{E955D233-621E-DB97-7B03-05747ADF3DF3}"/>
                </a:ext>
              </a:extLst>
            </p:cNvPr>
            <p:cNvSpPr/>
            <p:nvPr/>
          </p:nvSpPr>
          <p:spPr>
            <a:xfrm>
              <a:off x="344733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536;p52">
              <a:extLst>
                <a:ext uri="{FF2B5EF4-FFF2-40B4-BE49-F238E27FC236}">
                  <a16:creationId xmlns:a16="http://schemas.microsoft.com/office/drawing/2014/main" id="{EE85C478-D1BF-0021-F690-A985A17463A1}"/>
                </a:ext>
              </a:extLst>
            </p:cNvPr>
            <p:cNvSpPr/>
            <p:nvPr/>
          </p:nvSpPr>
          <p:spPr>
            <a:xfrm>
              <a:off x="344733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537;p52">
              <a:extLst>
                <a:ext uri="{FF2B5EF4-FFF2-40B4-BE49-F238E27FC236}">
                  <a16:creationId xmlns:a16="http://schemas.microsoft.com/office/drawing/2014/main" id="{E5325B60-2451-5F65-5BDA-7D84FEDB3986}"/>
                </a:ext>
              </a:extLst>
            </p:cNvPr>
            <p:cNvSpPr/>
            <p:nvPr/>
          </p:nvSpPr>
          <p:spPr>
            <a:xfrm>
              <a:off x="344788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538;p52">
              <a:extLst>
                <a:ext uri="{FF2B5EF4-FFF2-40B4-BE49-F238E27FC236}">
                  <a16:creationId xmlns:a16="http://schemas.microsoft.com/office/drawing/2014/main" id="{97555BD1-16E1-7ADA-4E5B-46BCD4FC953F}"/>
                </a:ext>
              </a:extLst>
            </p:cNvPr>
            <p:cNvSpPr/>
            <p:nvPr/>
          </p:nvSpPr>
          <p:spPr>
            <a:xfrm>
              <a:off x="344733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539;p52">
              <a:extLst>
                <a:ext uri="{FF2B5EF4-FFF2-40B4-BE49-F238E27FC236}">
                  <a16:creationId xmlns:a16="http://schemas.microsoft.com/office/drawing/2014/main" id="{F15B4F61-88C6-23CB-758B-69081C105A03}"/>
                </a:ext>
              </a:extLst>
            </p:cNvPr>
            <p:cNvSpPr/>
            <p:nvPr/>
          </p:nvSpPr>
          <p:spPr>
            <a:xfrm>
              <a:off x="344788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540;p52">
              <a:extLst>
                <a:ext uri="{FF2B5EF4-FFF2-40B4-BE49-F238E27FC236}">
                  <a16:creationId xmlns:a16="http://schemas.microsoft.com/office/drawing/2014/main" id="{081DEAA1-2C5D-02F3-BB73-9C0B6E2E4B90}"/>
                </a:ext>
              </a:extLst>
            </p:cNvPr>
            <p:cNvSpPr/>
            <p:nvPr/>
          </p:nvSpPr>
          <p:spPr>
            <a:xfrm>
              <a:off x="344733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541;p52">
              <a:extLst>
                <a:ext uri="{FF2B5EF4-FFF2-40B4-BE49-F238E27FC236}">
                  <a16:creationId xmlns:a16="http://schemas.microsoft.com/office/drawing/2014/main" id="{3F241FED-8BBA-9656-7728-09C25DE28124}"/>
                </a:ext>
              </a:extLst>
            </p:cNvPr>
            <p:cNvSpPr/>
            <p:nvPr/>
          </p:nvSpPr>
          <p:spPr>
            <a:xfrm>
              <a:off x="344788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542;p52">
              <a:extLst>
                <a:ext uri="{FF2B5EF4-FFF2-40B4-BE49-F238E27FC236}">
                  <a16:creationId xmlns:a16="http://schemas.microsoft.com/office/drawing/2014/main" id="{C818EFB6-87EE-1C7A-0FD0-1101DD4B0B58}"/>
                </a:ext>
              </a:extLst>
            </p:cNvPr>
            <p:cNvSpPr/>
            <p:nvPr/>
          </p:nvSpPr>
          <p:spPr>
            <a:xfrm>
              <a:off x="3393666" y="446872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543;p52">
              <a:extLst>
                <a:ext uri="{FF2B5EF4-FFF2-40B4-BE49-F238E27FC236}">
                  <a16:creationId xmlns:a16="http://schemas.microsoft.com/office/drawing/2014/main" id="{366F7867-FBA4-D2E4-93AB-14F3C2688722}"/>
                </a:ext>
              </a:extLst>
            </p:cNvPr>
            <p:cNvSpPr/>
            <p:nvPr/>
          </p:nvSpPr>
          <p:spPr>
            <a:xfrm>
              <a:off x="3394196" y="446926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544;p52">
              <a:extLst>
                <a:ext uri="{FF2B5EF4-FFF2-40B4-BE49-F238E27FC236}">
                  <a16:creationId xmlns:a16="http://schemas.microsoft.com/office/drawing/2014/main" id="{AFEB09DB-A89B-1261-05F6-AB53B257AF53}"/>
                </a:ext>
              </a:extLst>
            </p:cNvPr>
            <p:cNvSpPr/>
            <p:nvPr/>
          </p:nvSpPr>
          <p:spPr>
            <a:xfrm>
              <a:off x="3393666" y="4361239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6" y="3520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545;p52">
              <a:extLst>
                <a:ext uri="{FF2B5EF4-FFF2-40B4-BE49-F238E27FC236}">
                  <a16:creationId xmlns:a16="http://schemas.microsoft.com/office/drawing/2014/main" id="{98300727-FE14-A7A3-9220-0A9FB31BE3C6}"/>
                </a:ext>
              </a:extLst>
            </p:cNvPr>
            <p:cNvSpPr/>
            <p:nvPr/>
          </p:nvSpPr>
          <p:spPr>
            <a:xfrm>
              <a:off x="3394196" y="4361769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546;p52">
              <a:extLst>
                <a:ext uri="{FF2B5EF4-FFF2-40B4-BE49-F238E27FC236}">
                  <a16:creationId xmlns:a16="http://schemas.microsoft.com/office/drawing/2014/main" id="{0F94F828-08C2-87CD-10CA-E92EDF8A87B7}"/>
                </a:ext>
              </a:extLst>
            </p:cNvPr>
            <p:cNvSpPr/>
            <p:nvPr/>
          </p:nvSpPr>
          <p:spPr>
            <a:xfrm>
              <a:off x="3393666" y="430755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547;p52">
              <a:extLst>
                <a:ext uri="{FF2B5EF4-FFF2-40B4-BE49-F238E27FC236}">
                  <a16:creationId xmlns:a16="http://schemas.microsoft.com/office/drawing/2014/main" id="{04E24FEE-EFA5-3075-08FC-0CAB760C73F2}"/>
                </a:ext>
              </a:extLst>
            </p:cNvPr>
            <p:cNvSpPr/>
            <p:nvPr/>
          </p:nvSpPr>
          <p:spPr>
            <a:xfrm>
              <a:off x="3394196" y="430809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548;p52">
              <a:extLst>
                <a:ext uri="{FF2B5EF4-FFF2-40B4-BE49-F238E27FC236}">
                  <a16:creationId xmlns:a16="http://schemas.microsoft.com/office/drawing/2014/main" id="{E74E371B-C1C8-F958-24DC-BBC47E986C0B}"/>
                </a:ext>
              </a:extLst>
            </p:cNvPr>
            <p:cNvSpPr/>
            <p:nvPr/>
          </p:nvSpPr>
          <p:spPr>
            <a:xfrm>
              <a:off x="3393666" y="4253803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549;p52">
              <a:extLst>
                <a:ext uri="{FF2B5EF4-FFF2-40B4-BE49-F238E27FC236}">
                  <a16:creationId xmlns:a16="http://schemas.microsoft.com/office/drawing/2014/main" id="{8067768E-2E1A-D3C1-1E6B-92DD0C395846}"/>
                </a:ext>
              </a:extLst>
            </p:cNvPr>
            <p:cNvSpPr/>
            <p:nvPr/>
          </p:nvSpPr>
          <p:spPr>
            <a:xfrm>
              <a:off x="3394196" y="4254332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550;p52">
              <a:extLst>
                <a:ext uri="{FF2B5EF4-FFF2-40B4-BE49-F238E27FC236}">
                  <a16:creationId xmlns:a16="http://schemas.microsoft.com/office/drawing/2014/main" id="{A538E5B9-F886-E05A-CD8D-959BD45B407D}"/>
                </a:ext>
              </a:extLst>
            </p:cNvPr>
            <p:cNvSpPr/>
            <p:nvPr/>
          </p:nvSpPr>
          <p:spPr>
            <a:xfrm>
              <a:off x="3393666" y="4146398"/>
              <a:ext cx="54777" cy="54762"/>
            </a:xfrm>
            <a:custGeom>
              <a:avLst/>
              <a:gdLst/>
              <a:ahLst/>
              <a:cxnLst/>
              <a:rect l="l" t="t" r="r" b="b"/>
              <a:pathLst>
                <a:path w="3517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6" y="3515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551;p52">
              <a:extLst>
                <a:ext uri="{FF2B5EF4-FFF2-40B4-BE49-F238E27FC236}">
                  <a16:creationId xmlns:a16="http://schemas.microsoft.com/office/drawing/2014/main" id="{CBBB35DE-591B-83F0-BBEB-895482CD7081}"/>
                </a:ext>
              </a:extLst>
            </p:cNvPr>
            <p:cNvSpPr/>
            <p:nvPr/>
          </p:nvSpPr>
          <p:spPr>
            <a:xfrm>
              <a:off x="3394196" y="414692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552;p52">
              <a:extLst>
                <a:ext uri="{FF2B5EF4-FFF2-40B4-BE49-F238E27FC236}">
                  <a16:creationId xmlns:a16="http://schemas.microsoft.com/office/drawing/2014/main" id="{CDB3A508-EDBD-7BB7-5DDC-5E342A3BFC04}"/>
                </a:ext>
              </a:extLst>
            </p:cNvPr>
            <p:cNvSpPr/>
            <p:nvPr/>
          </p:nvSpPr>
          <p:spPr>
            <a:xfrm>
              <a:off x="3339917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553;p52">
              <a:extLst>
                <a:ext uri="{FF2B5EF4-FFF2-40B4-BE49-F238E27FC236}">
                  <a16:creationId xmlns:a16="http://schemas.microsoft.com/office/drawing/2014/main" id="{AC6FC05B-1AD2-51CA-2C7A-EA48EBBB2C08}"/>
                </a:ext>
              </a:extLst>
            </p:cNvPr>
            <p:cNvSpPr/>
            <p:nvPr/>
          </p:nvSpPr>
          <p:spPr>
            <a:xfrm>
              <a:off x="334046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0" y="3446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554;p52">
              <a:extLst>
                <a:ext uri="{FF2B5EF4-FFF2-40B4-BE49-F238E27FC236}">
                  <a16:creationId xmlns:a16="http://schemas.microsoft.com/office/drawing/2014/main" id="{A45B1C36-23AD-67A1-B13B-F9E3EAF56792}"/>
                </a:ext>
              </a:extLst>
            </p:cNvPr>
            <p:cNvSpPr/>
            <p:nvPr/>
          </p:nvSpPr>
          <p:spPr>
            <a:xfrm>
              <a:off x="3339917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555;p52">
              <a:extLst>
                <a:ext uri="{FF2B5EF4-FFF2-40B4-BE49-F238E27FC236}">
                  <a16:creationId xmlns:a16="http://schemas.microsoft.com/office/drawing/2014/main" id="{7D94DE93-EF74-1A1D-84A4-94A8E1E1A051}"/>
                </a:ext>
              </a:extLst>
            </p:cNvPr>
            <p:cNvSpPr/>
            <p:nvPr/>
          </p:nvSpPr>
          <p:spPr>
            <a:xfrm>
              <a:off x="334046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556;p52">
              <a:extLst>
                <a:ext uri="{FF2B5EF4-FFF2-40B4-BE49-F238E27FC236}">
                  <a16:creationId xmlns:a16="http://schemas.microsoft.com/office/drawing/2014/main" id="{CCA25B5A-9C7C-B272-5DFB-8EA5B5FE0CFC}"/>
                </a:ext>
              </a:extLst>
            </p:cNvPr>
            <p:cNvSpPr/>
            <p:nvPr/>
          </p:nvSpPr>
          <p:spPr>
            <a:xfrm>
              <a:off x="3339917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557;p52">
              <a:extLst>
                <a:ext uri="{FF2B5EF4-FFF2-40B4-BE49-F238E27FC236}">
                  <a16:creationId xmlns:a16="http://schemas.microsoft.com/office/drawing/2014/main" id="{5EEC3DCE-B535-3613-16AE-7C62E68A1C4F}"/>
                </a:ext>
              </a:extLst>
            </p:cNvPr>
            <p:cNvSpPr/>
            <p:nvPr/>
          </p:nvSpPr>
          <p:spPr>
            <a:xfrm>
              <a:off x="334046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558;p52">
              <a:extLst>
                <a:ext uri="{FF2B5EF4-FFF2-40B4-BE49-F238E27FC236}">
                  <a16:creationId xmlns:a16="http://schemas.microsoft.com/office/drawing/2014/main" id="{8CE1C927-3F86-157C-06B5-8FBFFA8A7E29}"/>
                </a:ext>
              </a:extLst>
            </p:cNvPr>
            <p:cNvSpPr/>
            <p:nvPr/>
          </p:nvSpPr>
          <p:spPr>
            <a:xfrm>
              <a:off x="3339917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559;p52">
              <a:extLst>
                <a:ext uri="{FF2B5EF4-FFF2-40B4-BE49-F238E27FC236}">
                  <a16:creationId xmlns:a16="http://schemas.microsoft.com/office/drawing/2014/main" id="{421A5B3F-AC2D-A9F5-C56A-E12842D39BA8}"/>
                </a:ext>
              </a:extLst>
            </p:cNvPr>
            <p:cNvSpPr/>
            <p:nvPr/>
          </p:nvSpPr>
          <p:spPr>
            <a:xfrm>
              <a:off x="334046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560;p52">
              <a:extLst>
                <a:ext uri="{FF2B5EF4-FFF2-40B4-BE49-F238E27FC236}">
                  <a16:creationId xmlns:a16="http://schemas.microsoft.com/office/drawing/2014/main" id="{1606227A-E6B3-15CB-6818-A983D9D5C96D}"/>
                </a:ext>
              </a:extLst>
            </p:cNvPr>
            <p:cNvSpPr/>
            <p:nvPr/>
          </p:nvSpPr>
          <p:spPr>
            <a:xfrm>
              <a:off x="328616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561;p52">
              <a:extLst>
                <a:ext uri="{FF2B5EF4-FFF2-40B4-BE49-F238E27FC236}">
                  <a16:creationId xmlns:a16="http://schemas.microsoft.com/office/drawing/2014/main" id="{77DEF2C5-CDE8-C2C6-ADCF-B5C41FBEBF0A}"/>
                </a:ext>
              </a:extLst>
            </p:cNvPr>
            <p:cNvSpPr/>
            <p:nvPr/>
          </p:nvSpPr>
          <p:spPr>
            <a:xfrm>
              <a:off x="3286697" y="4469267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562;p52">
              <a:extLst>
                <a:ext uri="{FF2B5EF4-FFF2-40B4-BE49-F238E27FC236}">
                  <a16:creationId xmlns:a16="http://schemas.microsoft.com/office/drawing/2014/main" id="{9537A40F-1363-43B2-2DE7-4C41F914CD17}"/>
                </a:ext>
              </a:extLst>
            </p:cNvPr>
            <p:cNvSpPr/>
            <p:nvPr/>
          </p:nvSpPr>
          <p:spPr>
            <a:xfrm>
              <a:off x="328616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563;p52">
              <a:extLst>
                <a:ext uri="{FF2B5EF4-FFF2-40B4-BE49-F238E27FC236}">
                  <a16:creationId xmlns:a16="http://schemas.microsoft.com/office/drawing/2014/main" id="{3A0A4CD7-2A43-E60E-AD47-446E55C62910}"/>
                </a:ext>
              </a:extLst>
            </p:cNvPr>
            <p:cNvSpPr/>
            <p:nvPr/>
          </p:nvSpPr>
          <p:spPr>
            <a:xfrm>
              <a:off x="3286697" y="4361769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564;p52">
              <a:extLst>
                <a:ext uri="{FF2B5EF4-FFF2-40B4-BE49-F238E27FC236}">
                  <a16:creationId xmlns:a16="http://schemas.microsoft.com/office/drawing/2014/main" id="{D047DEE2-C9B6-7D68-896A-6DEDE0359C0C}"/>
                </a:ext>
              </a:extLst>
            </p:cNvPr>
            <p:cNvSpPr/>
            <p:nvPr/>
          </p:nvSpPr>
          <p:spPr>
            <a:xfrm>
              <a:off x="328616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565;p52">
              <a:extLst>
                <a:ext uri="{FF2B5EF4-FFF2-40B4-BE49-F238E27FC236}">
                  <a16:creationId xmlns:a16="http://schemas.microsoft.com/office/drawing/2014/main" id="{713EAA1A-47B3-532E-287E-507065EEE454}"/>
                </a:ext>
              </a:extLst>
            </p:cNvPr>
            <p:cNvSpPr/>
            <p:nvPr/>
          </p:nvSpPr>
          <p:spPr>
            <a:xfrm>
              <a:off x="3286697" y="4308097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566;p52">
              <a:extLst>
                <a:ext uri="{FF2B5EF4-FFF2-40B4-BE49-F238E27FC236}">
                  <a16:creationId xmlns:a16="http://schemas.microsoft.com/office/drawing/2014/main" id="{E01B5DC9-7F09-F650-16E0-DF9DE221E191}"/>
                </a:ext>
              </a:extLst>
            </p:cNvPr>
            <p:cNvSpPr/>
            <p:nvPr/>
          </p:nvSpPr>
          <p:spPr>
            <a:xfrm>
              <a:off x="328616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567;p52">
              <a:extLst>
                <a:ext uri="{FF2B5EF4-FFF2-40B4-BE49-F238E27FC236}">
                  <a16:creationId xmlns:a16="http://schemas.microsoft.com/office/drawing/2014/main" id="{F0CB3C80-404B-2D9B-94F5-9F565A50E76A}"/>
                </a:ext>
              </a:extLst>
            </p:cNvPr>
            <p:cNvSpPr/>
            <p:nvPr/>
          </p:nvSpPr>
          <p:spPr>
            <a:xfrm>
              <a:off x="3286697" y="4254332"/>
              <a:ext cx="53780" cy="53780"/>
            </a:xfrm>
            <a:custGeom>
              <a:avLst/>
              <a:gdLst/>
              <a:ahLst/>
              <a:cxnLst/>
              <a:rect l="l" t="t" r="r" b="b"/>
              <a:pathLst>
                <a:path w="3453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8568;p52">
              <a:extLst>
                <a:ext uri="{FF2B5EF4-FFF2-40B4-BE49-F238E27FC236}">
                  <a16:creationId xmlns:a16="http://schemas.microsoft.com/office/drawing/2014/main" id="{3935C900-AEC3-7952-32B5-706F0D63DB31}"/>
                </a:ext>
              </a:extLst>
            </p:cNvPr>
            <p:cNvSpPr/>
            <p:nvPr/>
          </p:nvSpPr>
          <p:spPr>
            <a:xfrm>
              <a:off x="3286168" y="4146398"/>
              <a:ext cx="54840" cy="54762"/>
            </a:xfrm>
            <a:custGeom>
              <a:avLst/>
              <a:gdLst/>
              <a:ahLst/>
              <a:cxnLst/>
              <a:rect l="l" t="t" r="r" b="b"/>
              <a:pathLst>
                <a:path w="352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8569;p52">
              <a:extLst>
                <a:ext uri="{FF2B5EF4-FFF2-40B4-BE49-F238E27FC236}">
                  <a16:creationId xmlns:a16="http://schemas.microsoft.com/office/drawing/2014/main" id="{FE373B07-5EC4-E929-6B19-539E769E5A75}"/>
                </a:ext>
              </a:extLst>
            </p:cNvPr>
            <p:cNvSpPr/>
            <p:nvPr/>
          </p:nvSpPr>
          <p:spPr>
            <a:xfrm>
              <a:off x="3232496" y="446872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8570;p52">
              <a:extLst>
                <a:ext uri="{FF2B5EF4-FFF2-40B4-BE49-F238E27FC236}">
                  <a16:creationId xmlns:a16="http://schemas.microsoft.com/office/drawing/2014/main" id="{0ED72DCA-8C4B-77C1-1816-DB07B5B05C26}"/>
                </a:ext>
              </a:extLst>
            </p:cNvPr>
            <p:cNvSpPr/>
            <p:nvPr/>
          </p:nvSpPr>
          <p:spPr>
            <a:xfrm>
              <a:off x="3233026" y="446926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8571;p52">
              <a:extLst>
                <a:ext uri="{FF2B5EF4-FFF2-40B4-BE49-F238E27FC236}">
                  <a16:creationId xmlns:a16="http://schemas.microsoft.com/office/drawing/2014/main" id="{DB3FC822-44D7-84F0-9FE2-0B31D913A8EB}"/>
                </a:ext>
              </a:extLst>
            </p:cNvPr>
            <p:cNvSpPr/>
            <p:nvPr/>
          </p:nvSpPr>
          <p:spPr>
            <a:xfrm>
              <a:off x="3232496" y="4361239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8572;p52">
              <a:extLst>
                <a:ext uri="{FF2B5EF4-FFF2-40B4-BE49-F238E27FC236}">
                  <a16:creationId xmlns:a16="http://schemas.microsoft.com/office/drawing/2014/main" id="{883AE6A8-B398-287A-168C-BD9313B29A1E}"/>
                </a:ext>
              </a:extLst>
            </p:cNvPr>
            <p:cNvSpPr/>
            <p:nvPr/>
          </p:nvSpPr>
          <p:spPr>
            <a:xfrm>
              <a:off x="3233026" y="436176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8573;p52">
              <a:extLst>
                <a:ext uri="{FF2B5EF4-FFF2-40B4-BE49-F238E27FC236}">
                  <a16:creationId xmlns:a16="http://schemas.microsoft.com/office/drawing/2014/main" id="{F1DF272D-F92C-15F5-8B5E-837741EDDEF1}"/>
                </a:ext>
              </a:extLst>
            </p:cNvPr>
            <p:cNvSpPr/>
            <p:nvPr/>
          </p:nvSpPr>
          <p:spPr>
            <a:xfrm>
              <a:off x="3232496" y="430755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8574;p52">
              <a:extLst>
                <a:ext uri="{FF2B5EF4-FFF2-40B4-BE49-F238E27FC236}">
                  <a16:creationId xmlns:a16="http://schemas.microsoft.com/office/drawing/2014/main" id="{A213D602-DE44-8911-CEAF-C2F7639B89D2}"/>
                </a:ext>
              </a:extLst>
            </p:cNvPr>
            <p:cNvSpPr/>
            <p:nvPr/>
          </p:nvSpPr>
          <p:spPr>
            <a:xfrm>
              <a:off x="3233026" y="430809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8575;p52">
              <a:extLst>
                <a:ext uri="{FF2B5EF4-FFF2-40B4-BE49-F238E27FC236}">
                  <a16:creationId xmlns:a16="http://schemas.microsoft.com/office/drawing/2014/main" id="{DC01960C-7314-8D0A-0CEE-56496034B95C}"/>
                </a:ext>
              </a:extLst>
            </p:cNvPr>
            <p:cNvSpPr/>
            <p:nvPr/>
          </p:nvSpPr>
          <p:spPr>
            <a:xfrm>
              <a:off x="3232496" y="4253803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8576;p52">
              <a:extLst>
                <a:ext uri="{FF2B5EF4-FFF2-40B4-BE49-F238E27FC236}">
                  <a16:creationId xmlns:a16="http://schemas.microsoft.com/office/drawing/2014/main" id="{F3822E65-97F9-DD57-C325-0DB3267FDC63}"/>
                </a:ext>
              </a:extLst>
            </p:cNvPr>
            <p:cNvSpPr/>
            <p:nvPr/>
          </p:nvSpPr>
          <p:spPr>
            <a:xfrm>
              <a:off x="3233026" y="4254332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8577;p52">
              <a:extLst>
                <a:ext uri="{FF2B5EF4-FFF2-40B4-BE49-F238E27FC236}">
                  <a16:creationId xmlns:a16="http://schemas.microsoft.com/office/drawing/2014/main" id="{C807133D-531C-4AED-4B44-BC430A527BDC}"/>
                </a:ext>
              </a:extLst>
            </p:cNvPr>
            <p:cNvSpPr/>
            <p:nvPr/>
          </p:nvSpPr>
          <p:spPr>
            <a:xfrm>
              <a:off x="3232496" y="4146398"/>
              <a:ext cx="54777" cy="54762"/>
            </a:xfrm>
            <a:custGeom>
              <a:avLst/>
              <a:gdLst/>
              <a:ahLst/>
              <a:cxnLst/>
              <a:rect l="l" t="t" r="r" b="b"/>
              <a:pathLst>
                <a:path w="3517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7" y="3515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578;p52">
              <a:extLst>
                <a:ext uri="{FF2B5EF4-FFF2-40B4-BE49-F238E27FC236}">
                  <a16:creationId xmlns:a16="http://schemas.microsoft.com/office/drawing/2014/main" id="{C47DD8E6-649B-8BCC-7E35-57F872802DBE}"/>
                </a:ext>
              </a:extLst>
            </p:cNvPr>
            <p:cNvSpPr/>
            <p:nvPr/>
          </p:nvSpPr>
          <p:spPr>
            <a:xfrm>
              <a:off x="3233026" y="414692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579;p52">
              <a:extLst>
                <a:ext uri="{FF2B5EF4-FFF2-40B4-BE49-F238E27FC236}">
                  <a16:creationId xmlns:a16="http://schemas.microsoft.com/office/drawing/2014/main" id="{F97C4A71-AF50-9C6E-6E6E-0E0ED4A13C4F}"/>
                </a:ext>
              </a:extLst>
            </p:cNvPr>
            <p:cNvSpPr/>
            <p:nvPr/>
          </p:nvSpPr>
          <p:spPr>
            <a:xfrm>
              <a:off x="3232496" y="3877776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580;p52">
              <a:extLst>
                <a:ext uri="{FF2B5EF4-FFF2-40B4-BE49-F238E27FC236}">
                  <a16:creationId xmlns:a16="http://schemas.microsoft.com/office/drawing/2014/main" id="{8B842498-269B-5521-1566-1CF38DC2C701}"/>
                </a:ext>
              </a:extLst>
            </p:cNvPr>
            <p:cNvSpPr/>
            <p:nvPr/>
          </p:nvSpPr>
          <p:spPr>
            <a:xfrm>
              <a:off x="3232496" y="3824042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581;p52">
              <a:extLst>
                <a:ext uri="{FF2B5EF4-FFF2-40B4-BE49-F238E27FC236}">
                  <a16:creationId xmlns:a16="http://schemas.microsoft.com/office/drawing/2014/main" id="{F6595202-D348-B467-D6DB-8285CCFA6CF6}"/>
                </a:ext>
              </a:extLst>
            </p:cNvPr>
            <p:cNvSpPr/>
            <p:nvPr/>
          </p:nvSpPr>
          <p:spPr>
            <a:xfrm>
              <a:off x="3233026" y="3824571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582;p52">
              <a:extLst>
                <a:ext uri="{FF2B5EF4-FFF2-40B4-BE49-F238E27FC236}">
                  <a16:creationId xmlns:a16="http://schemas.microsoft.com/office/drawing/2014/main" id="{AE9F96CA-9F96-D121-95F3-A2CD2100B00C}"/>
                </a:ext>
              </a:extLst>
            </p:cNvPr>
            <p:cNvSpPr/>
            <p:nvPr/>
          </p:nvSpPr>
          <p:spPr>
            <a:xfrm>
              <a:off x="3232496" y="3770277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583;p52">
              <a:extLst>
                <a:ext uri="{FF2B5EF4-FFF2-40B4-BE49-F238E27FC236}">
                  <a16:creationId xmlns:a16="http://schemas.microsoft.com/office/drawing/2014/main" id="{F6A31BA6-0263-98CD-0036-A8B9BD11D901}"/>
                </a:ext>
              </a:extLst>
            </p:cNvPr>
            <p:cNvSpPr/>
            <p:nvPr/>
          </p:nvSpPr>
          <p:spPr>
            <a:xfrm>
              <a:off x="3233026" y="3770838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584;p52">
              <a:extLst>
                <a:ext uri="{FF2B5EF4-FFF2-40B4-BE49-F238E27FC236}">
                  <a16:creationId xmlns:a16="http://schemas.microsoft.com/office/drawing/2014/main" id="{1A2B3D5F-9FFD-0D16-EA41-5038547A9B6F}"/>
                </a:ext>
              </a:extLst>
            </p:cNvPr>
            <p:cNvSpPr/>
            <p:nvPr/>
          </p:nvSpPr>
          <p:spPr>
            <a:xfrm>
              <a:off x="3232496" y="3716606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585;p52">
              <a:extLst>
                <a:ext uri="{FF2B5EF4-FFF2-40B4-BE49-F238E27FC236}">
                  <a16:creationId xmlns:a16="http://schemas.microsoft.com/office/drawing/2014/main" id="{25BF5B99-AFD4-620D-571E-A3CF8741E7A8}"/>
                </a:ext>
              </a:extLst>
            </p:cNvPr>
            <p:cNvSpPr/>
            <p:nvPr/>
          </p:nvSpPr>
          <p:spPr>
            <a:xfrm>
              <a:off x="3178731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586;p52">
              <a:extLst>
                <a:ext uri="{FF2B5EF4-FFF2-40B4-BE49-F238E27FC236}">
                  <a16:creationId xmlns:a16="http://schemas.microsoft.com/office/drawing/2014/main" id="{7CD7C5D5-B4E4-C624-8D19-00F100217339}"/>
                </a:ext>
              </a:extLst>
            </p:cNvPr>
            <p:cNvSpPr/>
            <p:nvPr/>
          </p:nvSpPr>
          <p:spPr>
            <a:xfrm>
              <a:off x="317929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587;p52">
              <a:extLst>
                <a:ext uri="{FF2B5EF4-FFF2-40B4-BE49-F238E27FC236}">
                  <a16:creationId xmlns:a16="http://schemas.microsoft.com/office/drawing/2014/main" id="{293F34D6-4A80-140F-04BA-99A1059B81EF}"/>
                </a:ext>
              </a:extLst>
            </p:cNvPr>
            <p:cNvSpPr/>
            <p:nvPr/>
          </p:nvSpPr>
          <p:spPr>
            <a:xfrm>
              <a:off x="3178731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8588;p52">
              <a:extLst>
                <a:ext uri="{FF2B5EF4-FFF2-40B4-BE49-F238E27FC236}">
                  <a16:creationId xmlns:a16="http://schemas.microsoft.com/office/drawing/2014/main" id="{EE754D47-F736-2F30-4959-9D955048ED62}"/>
                </a:ext>
              </a:extLst>
            </p:cNvPr>
            <p:cNvSpPr/>
            <p:nvPr/>
          </p:nvSpPr>
          <p:spPr>
            <a:xfrm>
              <a:off x="317929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8589;p52">
              <a:extLst>
                <a:ext uri="{FF2B5EF4-FFF2-40B4-BE49-F238E27FC236}">
                  <a16:creationId xmlns:a16="http://schemas.microsoft.com/office/drawing/2014/main" id="{A0546BA9-8295-FC65-48DC-8BA65DD01632}"/>
                </a:ext>
              </a:extLst>
            </p:cNvPr>
            <p:cNvSpPr/>
            <p:nvPr/>
          </p:nvSpPr>
          <p:spPr>
            <a:xfrm>
              <a:off x="3178731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8590;p52">
              <a:extLst>
                <a:ext uri="{FF2B5EF4-FFF2-40B4-BE49-F238E27FC236}">
                  <a16:creationId xmlns:a16="http://schemas.microsoft.com/office/drawing/2014/main" id="{8ABC55C0-8165-C988-B9D1-381F5439BBE7}"/>
                </a:ext>
              </a:extLst>
            </p:cNvPr>
            <p:cNvSpPr/>
            <p:nvPr/>
          </p:nvSpPr>
          <p:spPr>
            <a:xfrm>
              <a:off x="317929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8591;p52">
              <a:extLst>
                <a:ext uri="{FF2B5EF4-FFF2-40B4-BE49-F238E27FC236}">
                  <a16:creationId xmlns:a16="http://schemas.microsoft.com/office/drawing/2014/main" id="{DA01254D-BC2D-47CC-023F-ACB2B1371DD7}"/>
                </a:ext>
              </a:extLst>
            </p:cNvPr>
            <p:cNvSpPr/>
            <p:nvPr/>
          </p:nvSpPr>
          <p:spPr>
            <a:xfrm>
              <a:off x="3178731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8592;p52">
              <a:extLst>
                <a:ext uri="{FF2B5EF4-FFF2-40B4-BE49-F238E27FC236}">
                  <a16:creationId xmlns:a16="http://schemas.microsoft.com/office/drawing/2014/main" id="{DFC3D6ED-05AA-20B9-DC28-D3CB92BC23D9}"/>
                </a:ext>
              </a:extLst>
            </p:cNvPr>
            <p:cNvSpPr/>
            <p:nvPr/>
          </p:nvSpPr>
          <p:spPr>
            <a:xfrm>
              <a:off x="317929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8593;p52">
              <a:extLst>
                <a:ext uri="{FF2B5EF4-FFF2-40B4-BE49-F238E27FC236}">
                  <a16:creationId xmlns:a16="http://schemas.microsoft.com/office/drawing/2014/main" id="{54E169B8-AC3D-0600-E55F-8689A8E81218}"/>
                </a:ext>
              </a:extLst>
            </p:cNvPr>
            <p:cNvSpPr/>
            <p:nvPr/>
          </p:nvSpPr>
          <p:spPr>
            <a:xfrm>
              <a:off x="3178731" y="4146398"/>
              <a:ext cx="54855" cy="54762"/>
            </a:xfrm>
            <a:custGeom>
              <a:avLst/>
              <a:gdLst/>
              <a:ahLst/>
              <a:cxnLst/>
              <a:rect l="l" t="t" r="r" b="b"/>
              <a:pathLst>
                <a:path w="3522" h="3516" extrusionOk="0">
                  <a:moveTo>
                    <a:pt x="1" y="0"/>
                  </a:moveTo>
                  <a:lnTo>
                    <a:pt x="1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8594;p52">
              <a:extLst>
                <a:ext uri="{FF2B5EF4-FFF2-40B4-BE49-F238E27FC236}">
                  <a16:creationId xmlns:a16="http://schemas.microsoft.com/office/drawing/2014/main" id="{395BA2C9-B306-4B53-413D-39A3F53414AA}"/>
                </a:ext>
              </a:extLst>
            </p:cNvPr>
            <p:cNvSpPr/>
            <p:nvPr/>
          </p:nvSpPr>
          <p:spPr>
            <a:xfrm>
              <a:off x="3179292" y="414692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8595;p52">
              <a:extLst>
                <a:ext uri="{FF2B5EF4-FFF2-40B4-BE49-F238E27FC236}">
                  <a16:creationId xmlns:a16="http://schemas.microsoft.com/office/drawing/2014/main" id="{91CA698C-C306-4EDF-B269-9E9D0E444836}"/>
                </a:ext>
              </a:extLst>
            </p:cNvPr>
            <p:cNvSpPr/>
            <p:nvPr/>
          </p:nvSpPr>
          <p:spPr>
            <a:xfrm>
              <a:off x="3178731" y="3877776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8596;p52">
              <a:extLst>
                <a:ext uri="{FF2B5EF4-FFF2-40B4-BE49-F238E27FC236}">
                  <a16:creationId xmlns:a16="http://schemas.microsoft.com/office/drawing/2014/main" id="{C3C178AE-2208-DCE6-48B2-41C47AA2143D}"/>
                </a:ext>
              </a:extLst>
            </p:cNvPr>
            <p:cNvSpPr/>
            <p:nvPr/>
          </p:nvSpPr>
          <p:spPr>
            <a:xfrm>
              <a:off x="3179292" y="3878305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8597;p52">
              <a:extLst>
                <a:ext uri="{FF2B5EF4-FFF2-40B4-BE49-F238E27FC236}">
                  <a16:creationId xmlns:a16="http://schemas.microsoft.com/office/drawing/2014/main" id="{EC1CD55B-9D8A-FDCA-1CBC-6E3B698FFA6A}"/>
                </a:ext>
              </a:extLst>
            </p:cNvPr>
            <p:cNvSpPr/>
            <p:nvPr/>
          </p:nvSpPr>
          <p:spPr>
            <a:xfrm>
              <a:off x="3178731" y="3824042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8598;p52">
              <a:extLst>
                <a:ext uri="{FF2B5EF4-FFF2-40B4-BE49-F238E27FC236}">
                  <a16:creationId xmlns:a16="http://schemas.microsoft.com/office/drawing/2014/main" id="{44626A7E-B976-C063-65EB-5926B9B0E07C}"/>
                </a:ext>
              </a:extLst>
            </p:cNvPr>
            <p:cNvSpPr/>
            <p:nvPr/>
          </p:nvSpPr>
          <p:spPr>
            <a:xfrm>
              <a:off x="3179292" y="3824571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8599;p52">
              <a:extLst>
                <a:ext uri="{FF2B5EF4-FFF2-40B4-BE49-F238E27FC236}">
                  <a16:creationId xmlns:a16="http://schemas.microsoft.com/office/drawing/2014/main" id="{A3EDEFD7-3FEF-FE16-685E-0BEBF7ECC570}"/>
                </a:ext>
              </a:extLst>
            </p:cNvPr>
            <p:cNvSpPr/>
            <p:nvPr/>
          </p:nvSpPr>
          <p:spPr>
            <a:xfrm>
              <a:off x="3178731" y="3770277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8600;p52">
              <a:extLst>
                <a:ext uri="{FF2B5EF4-FFF2-40B4-BE49-F238E27FC236}">
                  <a16:creationId xmlns:a16="http://schemas.microsoft.com/office/drawing/2014/main" id="{61006974-A224-F1C5-6A34-1DBE45E32CAC}"/>
                </a:ext>
              </a:extLst>
            </p:cNvPr>
            <p:cNvSpPr/>
            <p:nvPr/>
          </p:nvSpPr>
          <p:spPr>
            <a:xfrm>
              <a:off x="3179292" y="3770838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8601;p52">
              <a:extLst>
                <a:ext uri="{FF2B5EF4-FFF2-40B4-BE49-F238E27FC236}">
                  <a16:creationId xmlns:a16="http://schemas.microsoft.com/office/drawing/2014/main" id="{DE51936E-2CA6-1F33-D0B4-F9D6D6A00A14}"/>
                </a:ext>
              </a:extLst>
            </p:cNvPr>
            <p:cNvSpPr/>
            <p:nvPr/>
          </p:nvSpPr>
          <p:spPr>
            <a:xfrm>
              <a:off x="3178731" y="3716606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8602;p52">
              <a:extLst>
                <a:ext uri="{FF2B5EF4-FFF2-40B4-BE49-F238E27FC236}">
                  <a16:creationId xmlns:a16="http://schemas.microsoft.com/office/drawing/2014/main" id="{7E55011C-EF66-69DD-5A2A-8EE01F1D55BF}"/>
                </a:ext>
              </a:extLst>
            </p:cNvPr>
            <p:cNvSpPr/>
            <p:nvPr/>
          </p:nvSpPr>
          <p:spPr>
            <a:xfrm>
              <a:off x="312499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8603;p52">
              <a:extLst>
                <a:ext uri="{FF2B5EF4-FFF2-40B4-BE49-F238E27FC236}">
                  <a16:creationId xmlns:a16="http://schemas.microsoft.com/office/drawing/2014/main" id="{C30F1A28-B1E1-DB97-A945-8C544A26016A}"/>
                </a:ext>
              </a:extLst>
            </p:cNvPr>
            <p:cNvSpPr/>
            <p:nvPr/>
          </p:nvSpPr>
          <p:spPr>
            <a:xfrm>
              <a:off x="3125543" y="446926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8604;p52">
              <a:extLst>
                <a:ext uri="{FF2B5EF4-FFF2-40B4-BE49-F238E27FC236}">
                  <a16:creationId xmlns:a16="http://schemas.microsoft.com/office/drawing/2014/main" id="{6D9A55FB-6851-6DD1-74BF-05A8D632B785}"/>
                </a:ext>
              </a:extLst>
            </p:cNvPr>
            <p:cNvSpPr/>
            <p:nvPr/>
          </p:nvSpPr>
          <p:spPr>
            <a:xfrm>
              <a:off x="312499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3" name="Google Shape;8605;p52">
              <a:extLst>
                <a:ext uri="{FF2B5EF4-FFF2-40B4-BE49-F238E27FC236}">
                  <a16:creationId xmlns:a16="http://schemas.microsoft.com/office/drawing/2014/main" id="{3FB5BF56-7371-A390-E0E0-0E8435C57646}"/>
                </a:ext>
              </a:extLst>
            </p:cNvPr>
            <p:cNvSpPr/>
            <p:nvPr/>
          </p:nvSpPr>
          <p:spPr>
            <a:xfrm>
              <a:off x="312554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4" name="Google Shape;8606;p52">
              <a:extLst>
                <a:ext uri="{FF2B5EF4-FFF2-40B4-BE49-F238E27FC236}">
                  <a16:creationId xmlns:a16="http://schemas.microsoft.com/office/drawing/2014/main" id="{03040CA6-8116-2CA6-6E1A-D5B6B7BFBB3D}"/>
                </a:ext>
              </a:extLst>
            </p:cNvPr>
            <p:cNvSpPr/>
            <p:nvPr/>
          </p:nvSpPr>
          <p:spPr>
            <a:xfrm>
              <a:off x="312499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5" name="Google Shape;8607;p52">
              <a:extLst>
                <a:ext uri="{FF2B5EF4-FFF2-40B4-BE49-F238E27FC236}">
                  <a16:creationId xmlns:a16="http://schemas.microsoft.com/office/drawing/2014/main" id="{E183463C-33F7-350D-0A64-5FDF12942C5F}"/>
                </a:ext>
              </a:extLst>
            </p:cNvPr>
            <p:cNvSpPr/>
            <p:nvPr/>
          </p:nvSpPr>
          <p:spPr>
            <a:xfrm>
              <a:off x="312554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6" name="Google Shape;8608;p52">
              <a:extLst>
                <a:ext uri="{FF2B5EF4-FFF2-40B4-BE49-F238E27FC236}">
                  <a16:creationId xmlns:a16="http://schemas.microsoft.com/office/drawing/2014/main" id="{924DBDF6-4C0E-5851-BE1E-84EBD3F95753}"/>
                </a:ext>
              </a:extLst>
            </p:cNvPr>
            <p:cNvSpPr/>
            <p:nvPr/>
          </p:nvSpPr>
          <p:spPr>
            <a:xfrm>
              <a:off x="312499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7" name="Google Shape;8609;p52">
              <a:extLst>
                <a:ext uri="{FF2B5EF4-FFF2-40B4-BE49-F238E27FC236}">
                  <a16:creationId xmlns:a16="http://schemas.microsoft.com/office/drawing/2014/main" id="{B5C140A7-B61C-6966-F696-6E9AEC2076F2}"/>
                </a:ext>
              </a:extLst>
            </p:cNvPr>
            <p:cNvSpPr/>
            <p:nvPr/>
          </p:nvSpPr>
          <p:spPr>
            <a:xfrm>
              <a:off x="312554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3" name="Google Shape;8610;p52">
              <a:extLst>
                <a:ext uri="{FF2B5EF4-FFF2-40B4-BE49-F238E27FC236}">
                  <a16:creationId xmlns:a16="http://schemas.microsoft.com/office/drawing/2014/main" id="{F72D3C25-27F1-9753-DD8B-F16E6C079EA7}"/>
                </a:ext>
              </a:extLst>
            </p:cNvPr>
            <p:cNvSpPr/>
            <p:nvPr/>
          </p:nvSpPr>
          <p:spPr>
            <a:xfrm>
              <a:off x="3124998" y="4146398"/>
              <a:ext cx="54840" cy="54762"/>
            </a:xfrm>
            <a:custGeom>
              <a:avLst/>
              <a:gdLst/>
              <a:ahLst/>
              <a:cxnLst/>
              <a:rect l="l" t="t" r="r" b="b"/>
              <a:pathLst>
                <a:path w="3521" h="3516" extrusionOk="0">
                  <a:moveTo>
                    <a:pt x="1" y="0"/>
                  </a:moveTo>
                  <a:lnTo>
                    <a:pt x="1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4" name="Google Shape;8611;p52">
              <a:extLst>
                <a:ext uri="{FF2B5EF4-FFF2-40B4-BE49-F238E27FC236}">
                  <a16:creationId xmlns:a16="http://schemas.microsoft.com/office/drawing/2014/main" id="{6251D832-4C2F-6BC9-7511-973CE3110BC1}"/>
                </a:ext>
              </a:extLst>
            </p:cNvPr>
            <p:cNvSpPr/>
            <p:nvPr/>
          </p:nvSpPr>
          <p:spPr>
            <a:xfrm>
              <a:off x="3125543" y="414692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5" name="Google Shape;8612;p52">
              <a:extLst>
                <a:ext uri="{FF2B5EF4-FFF2-40B4-BE49-F238E27FC236}">
                  <a16:creationId xmlns:a16="http://schemas.microsoft.com/office/drawing/2014/main" id="{13AE6078-378D-4BE5-B248-398952BD81CB}"/>
                </a:ext>
              </a:extLst>
            </p:cNvPr>
            <p:cNvSpPr/>
            <p:nvPr/>
          </p:nvSpPr>
          <p:spPr>
            <a:xfrm>
              <a:off x="3124998" y="3877776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8613;p52">
              <a:extLst>
                <a:ext uri="{FF2B5EF4-FFF2-40B4-BE49-F238E27FC236}">
                  <a16:creationId xmlns:a16="http://schemas.microsoft.com/office/drawing/2014/main" id="{60C6BFFD-3D41-73AD-7190-04FE169A8C84}"/>
                </a:ext>
              </a:extLst>
            </p:cNvPr>
            <p:cNvSpPr/>
            <p:nvPr/>
          </p:nvSpPr>
          <p:spPr>
            <a:xfrm>
              <a:off x="3124998" y="3824042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7" name="Google Shape;8614;p52">
              <a:extLst>
                <a:ext uri="{FF2B5EF4-FFF2-40B4-BE49-F238E27FC236}">
                  <a16:creationId xmlns:a16="http://schemas.microsoft.com/office/drawing/2014/main" id="{AA482126-39CE-DF09-9F65-126FEA6128B8}"/>
                </a:ext>
              </a:extLst>
            </p:cNvPr>
            <p:cNvSpPr/>
            <p:nvPr/>
          </p:nvSpPr>
          <p:spPr>
            <a:xfrm>
              <a:off x="3125543" y="3824571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8" name="Google Shape;8615;p52">
              <a:extLst>
                <a:ext uri="{FF2B5EF4-FFF2-40B4-BE49-F238E27FC236}">
                  <a16:creationId xmlns:a16="http://schemas.microsoft.com/office/drawing/2014/main" id="{F238400C-F8AA-A8AC-2978-C36FC0E4C0F9}"/>
                </a:ext>
              </a:extLst>
            </p:cNvPr>
            <p:cNvSpPr/>
            <p:nvPr/>
          </p:nvSpPr>
          <p:spPr>
            <a:xfrm>
              <a:off x="3124998" y="3770277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9" name="Google Shape;8616;p52">
              <a:extLst>
                <a:ext uri="{FF2B5EF4-FFF2-40B4-BE49-F238E27FC236}">
                  <a16:creationId xmlns:a16="http://schemas.microsoft.com/office/drawing/2014/main" id="{A3B1D821-CD8F-4682-A8F5-01CB76BF2D06}"/>
                </a:ext>
              </a:extLst>
            </p:cNvPr>
            <p:cNvSpPr/>
            <p:nvPr/>
          </p:nvSpPr>
          <p:spPr>
            <a:xfrm>
              <a:off x="3125543" y="3770838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0" name="Google Shape;8617;p52">
              <a:extLst>
                <a:ext uri="{FF2B5EF4-FFF2-40B4-BE49-F238E27FC236}">
                  <a16:creationId xmlns:a16="http://schemas.microsoft.com/office/drawing/2014/main" id="{61E134A0-DFFE-8DBF-18CE-C5408CA64D3A}"/>
                </a:ext>
              </a:extLst>
            </p:cNvPr>
            <p:cNvSpPr/>
            <p:nvPr/>
          </p:nvSpPr>
          <p:spPr>
            <a:xfrm>
              <a:off x="3124998" y="3716606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8618;p52">
              <a:extLst>
                <a:ext uri="{FF2B5EF4-FFF2-40B4-BE49-F238E27FC236}">
                  <a16:creationId xmlns:a16="http://schemas.microsoft.com/office/drawing/2014/main" id="{267A71E5-DE48-6E10-9FF4-C0EA8AF6D490}"/>
                </a:ext>
              </a:extLst>
            </p:cNvPr>
            <p:cNvSpPr/>
            <p:nvPr/>
          </p:nvSpPr>
          <p:spPr>
            <a:xfrm>
              <a:off x="3071311" y="446872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8619;p52">
              <a:extLst>
                <a:ext uri="{FF2B5EF4-FFF2-40B4-BE49-F238E27FC236}">
                  <a16:creationId xmlns:a16="http://schemas.microsoft.com/office/drawing/2014/main" id="{0FA673FE-7EFF-6AA0-C780-6E8DA6537C82}"/>
                </a:ext>
              </a:extLst>
            </p:cNvPr>
            <p:cNvSpPr/>
            <p:nvPr/>
          </p:nvSpPr>
          <p:spPr>
            <a:xfrm>
              <a:off x="3071856" y="4469267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7" y="3446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8620;p52">
              <a:extLst>
                <a:ext uri="{FF2B5EF4-FFF2-40B4-BE49-F238E27FC236}">
                  <a16:creationId xmlns:a16="http://schemas.microsoft.com/office/drawing/2014/main" id="{D521DE3C-B23F-CCDA-7C49-8D2BA5AD209F}"/>
                </a:ext>
              </a:extLst>
            </p:cNvPr>
            <p:cNvSpPr/>
            <p:nvPr/>
          </p:nvSpPr>
          <p:spPr>
            <a:xfrm>
              <a:off x="3071311" y="4361239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8" y="3520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4" name="Google Shape;8621;p52">
              <a:extLst>
                <a:ext uri="{FF2B5EF4-FFF2-40B4-BE49-F238E27FC236}">
                  <a16:creationId xmlns:a16="http://schemas.microsoft.com/office/drawing/2014/main" id="{710A2352-A971-BA9C-F4D0-33DEA59574C0}"/>
                </a:ext>
              </a:extLst>
            </p:cNvPr>
            <p:cNvSpPr/>
            <p:nvPr/>
          </p:nvSpPr>
          <p:spPr>
            <a:xfrm>
              <a:off x="3071856" y="4361769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7" y="3451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5" name="Google Shape;8622;p52">
              <a:extLst>
                <a:ext uri="{FF2B5EF4-FFF2-40B4-BE49-F238E27FC236}">
                  <a16:creationId xmlns:a16="http://schemas.microsoft.com/office/drawing/2014/main" id="{33B906A5-C6A0-2702-9931-FEFF0D561EE7}"/>
                </a:ext>
              </a:extLst>
            </p:cNvPr>
            <p:cNvSpPr/>
            <p:nvPr/>
          </p:nvSpPr>
          <p:spPr>
            <a:xfrm>
              <a:off x="3071311" y="430755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8623;p52">
              <a:extLst>
                <a:ext uri="{FF2B5EF4-FFF2-40B4-BE49-F238E27FC236}">
                  <a16:creationId xmlns:a16="http://schemas.microsoft.com/office/drawing/2014/main" id="{15E9983C-D329-5C3E-DC3C-74E35EE96022}"/>
                </a:ext>
              </a:extLst>
            </p:cNvPr>
            <p:cNvSpPr/>
            <p:nvPr/>
          </p:nvSpPr>
          <p:spPr>
            <a:xfrm>
              <a:off x="3071856" y="4308097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7" y="3447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7" name="Google Shape;8624;p52">
              <a:extLst>
                <a:ext uri="{FF2B5EF4-FFF2-40B4-BE49-F238E27FC236}">
                  <a16:creationId xmlns:a16="http://schemas.microsoft.com/office/drawing/2014/main" id="{ED2E0311-45A7-D61A-F229-BDB4CA9A42CE}"/>
                </a:ext>
              </a:extLst>
            </p:cNvPr>
            <p:cNvSpPr/>
            <p:nvPr/>
          </p:nvSpPr>
          <p:spPr>
            <a:xfrm>
              <a:off x="3071311" y="4253803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8" name="Google Shape;8625;p52">
              <a:extLst>
                <a:ext uri="{FF2B5EF4-FFF2-40B4-BE49-F238E27FC236}">
                  <a16:creationId xmlns:a16="http://schemas.microsoft.com/office/drawing/2014/main" id="{D7D1B161-7C4D-9E18-180A-B5EAE513C194}"/>
                </a:ext>
              </a:extLst>
            </p:cNvPr>
            <p:cNvSpPr/>
            <p:nvPr/>
          </p:nvSpPr>
          <p:spPr>
            <a:xfrm>
              <a:off x="3071856" y="4254332"/>
              <a:ext cx="53687" cy="53780"/>
            </a:xfrm>
            <a:custGeom>
              <a:avLst/>
              <a:gdLst/>
              <a:ahLst/>
              <a:cxnLst/>
              <a:rect l="l" t="t" r="r" b="b"/>
              <a:pathLst>
                <a:path w="3447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7" y="3452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9" name="Google Shape;8626;p52">
              <a:extLst>
                <a:ext uri="{FF2B5EF4-FFF2-40B4-BE49-F238E27FC236}">
                  <a16:creationId xmlns:a16="http://schemas.microsoft.com/office/drawing/2014/main" id="{263D6627-1F8E-503E-1085-ACAC88BEB359}"/>
                </a:ext>
              </a:extLst>
            </p:cNvPr>
            <p:cNvSpPr/>
            <p:nvPr/>
          </p:nvSpPr>
          <p:spPr>
            <a:xfrm>
              <a:off x="3071311" y="4146398"/>
              <a:ext cx="54793" cy="54762"/>
            </a:xfrm>
            <a:custGeom>
              <a:avLst/>
              <a:gdLst/>
              <a:ahLst/>
              <a:cxnLst/>
              <a:rect l="l" t="t" r="r" b="b"/>
              <a:pathLst>
                <a:path w="3518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8" y="3515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0" name="Google Shape;8627;p52">
              <a:extLst>
                <a:ext uri="{FF2B5EF4-FFF2-40B4-BE49-F238E27FC236}">
                  <a16:creationId xmlns:a16="http://schemas.microsoft.com/office/drawing/2014/main" id="{7BCE4AB5-0451-2835-BB21-3B0803095BA4}"/>
                </a:ext>
              </a:extLst>
            </p:cNvPr>
            <p:cNvSpPr/>
            <p:nvPr/>
          </p:nvSpPr>
          <p:spPr>
            <a:xfrm>
              <a:off x="3017561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1" name="Google Shape;8628;p52">
              <a:extLst>
                <a:ext uri="{FF2B5EF4-FFF2-40B4-BE49-F238E27FC236}">
                  <a16:creationId xmlns:a16="http://schemas.microsoft.com/office/drawing/2014/main" id="{BD52A6A3-36A3-085E-A598-2E9E15281F54}"/>
                </a:ext>
              </a:extLst>
            </p:cNvPr>
            <p:cNvSpPr/>
            <p:nvPr/>
          </p:nvSpPr>
          <p:spPr>
            <a:xfrm>
              <a:off x="301812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2" name="Google Shape;8629;p52">
              <a:extLst>
                <a:ext uri="{FF2B5EF4-FFF2-40B4-BE49-F238E27FC236}">
                  <a16:creationId xmlns:a16="http://schemas.microsoft.com/office/drawing/2014/main" id="{8B7DB147-A834-64AE-BAFB-6B8E99CEE3D0}"/>
                </a:ext>
              </a:extLst>
            </p:cNvPr>
            <p:cNvSpPr/>
            <p:nvPr/>
          </p:nvSpPr>
          <p:spPr>
            <a:xfrm>
              <a:off x="3017561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3" name="Google Shape;8630;p52">
              <a:extLst>
                <a:ext uri="{FF2B5EF4-FFF2-40B4-BE49-F238E27FC236}">
                  <a16:creationId xmlns:a16="http://schemas.microsoft.com/office/drawing/2014/main" id="{01B4CDB5-8FFB-E5C8-04CA-4804BD82890C}"/>
                </a:ext>
              </a:extLst>
            </p:cNvPr>
            <p:cNvSpPr/>
            <p:nvPr/>
          </p:nvSpPr>
          <p:spPr>
            <a:xfrm>
              <a:off x="301812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4" name="Google Shape;8631;p52">
              <a:extLst>
                <a:ext uri="{FF2B5EF4-FFF2-40B4-BE49-F238E27FC236}">
                  <a16:creationId xmlns:a16="http://schemas.microsoft.com/office/drawing/2014/main" id="{95C7FDF0-00B1-FE5C-5693-DEE1BB19FE96}"/>
                </a:ext>
              </a:extLst>
            </p:cNvPr>
            <p:cNvSpPr/>
            <p:nvPr/>
          </p:nvSpPr>
          <p:spPr>
            <a:xfrm>
              <a:off x="3017561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5" name="Google Shape;8632;p52">
              <a:extLst>
                <a:ext uri="{FF2B5EF4-FFF2-40B4-BE49-F238E27FC236}">
                  <a16:creationId xmlns:a16="http://schemas.microsoft.com/office/drawing/2014/main" id="{0F130651-C554-0D0A-B0C3-1DFC1B714856}"/>
                </a:ext>
              </a:extLst>
            </p:cNvPr>
            <p:cNvSpPr/>
            <p:nvPr/>
          </p:nvSpPr>
          <p:spPr>
            <a:xfrm>
              <a:off x="301812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6" name="Google Shape;8633;p52">
              <a:extLst>
                <a:ext uri="{FF2B5EF4-FFF2-40B4-BE49-F238E27FC236}">
                  <a16:creationId xmlns:a16="http://schemas.microsoft.com/office/drawing/2014/main" id="{A34ECEA0-1D91-3FA7-9C78-0CBE339C0F55}"/>
                </a:ext>
              </a:extLst>
            </p:cNvPr>
            <p:cNvSpPr/>
            <p:nvPr/>
          </p:nvSpPr>
          <p:spPr>
            <a:xfrm>
              <a:off x="3017561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7" name="Google Shape;8634;p52">
              <a:extLst>
                <a:ext uri="{FF2B5EF4-FFF2-40B4-BE49-F238E27FC236}">
                  <a16:creationId xmlns:a16="http://schemas.microsoft.com/office/drawing/2014/main" id="{56C9AC16-1F7C-A068-5363-237BACD55BD8}"/>
                </a:ext>
              </a:extLst>
            </p:cNvPr>
            <p:cNvSpPr/>
            <p:nvPr/>
          </p:nvSpPr>
          <p:spPr>
            <a:xfrm>
              <a:off x="301812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8" name="Google Shape;8635;p52">
              <a:extLst>
                <a:ext uri="{FF2B5EF4-FFF2-40B4-BE49-F238E27FC236}">
                  <a16:creationId xmlns:a16="http://schemas.microsoft.com/office/drawing/2014/main" id="{D4EA7A1C-A0FC-87E4-9363-E7A46976C34E}"/>
                </a:ext>
              </a:extLst>
            </p:cNvPr>
            <p:cNvSpPr/>
            <p:nvPr/>
          </p:nvSpPr>
          <p:spPr>
            <a:xfrm>
              <a:off x="2963828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9" name="Google Shape;8636;p52">
              <a:extLst>
                <a:ext uri="{FF2B5EF4-FFF2-40B4-BE49-F238E27FC236}">
                  <a16:creationId xmlns:a16="http://schemas.microsoft.com/office/drawing/2014/main" id="{8E4FA4DB-7A89-D69B-CA82-41890F23DB22}"/>
                </a:ext>
              </a:extLst>
            </p:cNvPr>
            <p:cNvSpPr/>
            <p:nvPr/>
          </p:nvSpPr>
          <p:spPr>
            <a:xfrm>
              <a:off x="2964373" y="446926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0" name="Google Shape;8637;p52">
              <a:extLst>
                <a:ext uri="{FF2B5EF4-FFF2-40B4-BE49-F238E27FC236}">
                  <a16:creationId xmlns:a16="http://schemas.microsoft.com/office/drawing/2014/main" id="{96A78989-689F-7F80-9F71-A63CF1247B2B}"/>
                </a:ext>
              </a:extLst>
            </p:cNvPr>
            <p:cNvSpPr/>
            <p:nvPr/>
          </p:nvSpPr>
          <p:spPr>
            <a:xfrm>
              <a:off x="2963828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1" name="Google Shape;8638;p52">
              <a:extLst>
                <a:ext uri="{FF2B5EF4-FFF2-40B4-BE49-F238E27FC236}">
                  <a16:creationId xmlns:a16="http://schemas.microsoft.com/office/drawing/2014/main" id="{FC836B9B-B0D0-54C8-E15E-5B2AB2C0797C}"/>
                </a:ext>
              </a:extLst>
            </p:cNvPr>
            <p:cNvSpPr/>
            <p:nvPr/>
          </p:nvSpPr>
          <p:spPr>
            <a:xfrm>
              <a:off x="296437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2" name="Google Shape;8639;p52">
              <a:extLst>
                <a:ext uri="{FF2B5EF4-FFF2-40B4-BE49-F238E27FC236}">
                  <a16:creationId xmlns:a16="http://schemas.microsoft.com/office/drawing/2014/main" id="{DD9B9586-F8C0-26F9-DBE8-D9040F60A63E}"/>
                </a:ext>
              </a:extLst>
            </p:cNvPr>
            <p:cNvSpPr/>
            <p:nvPr/>
          </p:nvSpPr>
          <p:spPr>
            <a:xfrm>
              <a:off x="2963828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3" name="Google Shape;8640;p52">
              <a:extLst>
                <a:ext uri="{FF2B5EF4-FFF2-40B4-BE49-F238E27FC236}">
                  <a16:creationId xmlns:a16="http://schemas.microsoft.com/office/drawing/2014/main" id="{79E1B02A-EB76-006E-9471-5B74E0E90914}"/>
                </a:ext>
              </a:extLst>
            </p:cNvPr>
            <p:cNvSpPr/>
            <p:nvPr/>
          </p:nvSpPr>
          <p:spPr>
            <a:xfrm>
              <a:off x="296437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4" name="Google Shape;8641;p52">
              <a:extLst>
                <a:ext uri="{FF2B5EF4-FFF2-40B4-BE49-F238E27FC236}">
                  <a16:creationId xmlns:a16="http://schemas.microsoft.com/office/drawing/2014/main" id="{5A0F46AD-BD7F-673E-7B6B-21A4AEBE3044}"/>
                </a:ext>
              </a:extLst>
            </p:cNvPr>
            <p:cNvSpPr/>
            <p:nvPr/>
          </p:nvSpPr>
          <p:spPr>
            <a:xfrm>
              <a:off x="2963828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5" name="Google Shape;8642;p52">
              <a:extLst>
                <a:ext uri="{FF2B5EF4-FFF2-40B4-BE49-F238E27FC236}">
                  <a16:creationId xmlns:a16="http://schemas.microsoft.com/office/drawing/2014/main" id="{B43013EA-0E25-07C6-AB0F-5EC0F1DD6057}"/>
                </a:ext>
              </a:extLst>
            </p:cNvPr>
            <p:cNvSpPr/>
            <p:nvPr/>
          </p:nvSpPr>
          <p:spPr>
            <a:xfrm>
              <a:off x="296437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6" name="Google Shape;8643;p52">
              <a:extLst>
                <a:ext uri="{FF2B5EF4-FFF2-40B4-BE49-F238E27FC236}">
                  <a16:creationId xmlns:a16="http://schemas.microsoft.com/office/drawing/2014/main" id="{313C6E57-DB1A-A21F-B43E-07CF347F11B1}"/>
                </a:ext>
              </a:extLst>
            </p:cNvPr>
            <p:cNvSpPr/>
            <p:nvPr/>
          </p:nvSpPr>
          <p:spPr>
            <a:xfrm>
              <a:off x="2910141" y="446872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7" name="Google Shape;8644;p52">
              <a:extLst>
                <a:ext uri="{FF2B5EF4-FFF2-40B4-BE49-F238E27FC236}">
                  <a16:creationId xmlns:a16="http://schemas.microsoft.com/office/drawing/2014/main" id="{E1E460B8-728F-65D7-AC78-2B1B35841805}"/>
                </a:ext>
              </a:extLst>
            </p:cNvPr>
            <p:cNvSpPr/>
            <p:nvPr/>
          </p:nvSpPr>
          <p:spPr>
            <a:xfrm>
              <a:off x="2910141" y="4361239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8" y="3520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8" name="Google Shape;8645;p52">
              <a:extLst>
                <a:ext uri="{FF2B5EF4-FFF2-40B4-BE49-F238E27FC236}">
                  <a16:creationId xmlns:a16="http://schemas.microsoft.com/office/drawing/2014/main" id="{89B6A568-7E4D-582B-61DC-2ADC5C9D9C51}"/>
                </a:ext>
              </a:extLst>
            </p:cNvPr>
            <p:cNvSpPr/>
            <p:nvPr/>
          </p:nvSpPr>
          <p:spPr>
            <a:xfrm>
              <a:off x="2910670" y="436176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9" name="Google Shape;8646;p52">
              <a:extLst>
                <a:ext uri="{FF2B5EF4-FFF2-40B4-BE49-F238E27FC236}">
                  <a16:creationId xmlns:a16="http://schemas.microsoft.com/office/drawing/2014/main" id="{59D6DDC2-27A1-6035-AE21-D47961BF5F04}"/>
                </a:ext>
              </a:extLst>
            </p:cNvPr>
            <p:cNvSpPr/>
            <p:nvPr/>
          </p:nvSpPr>
          <p:spPr>
            <a:xfrm>
              <a:off x="2910141" y="430755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0" name="Google Shape;8647;p52">
              <a:extLst>
                <a:ext uri="{FF2B5EF4-FFF2-40B4-BE49-F238E27FC236}">
                  <a16:creationId xmlns:a16="http://schemas.microsoft.com/office/drawing/2014/main" id="{B58DC0A1-2025-68FA-A729-376C4565A82E}"/>
                </a:ext>
              </a:extLst>
            </p:cNvPr>
            <p:cNvSpPr/>
            <p:nvPr/>
          </p:nvSpPr>
          <p:spPr>
            <a:xfrm>
              <a:off x="2910670" y="430809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8648;p52">
              <a:extLst>
                <a:ext uri="{FF2B5EF4-FFF2-40B4-BE49-F238E27FC236}">
                  <a16:creationId xmlns:a16="http://schemas.microsoft.com/office/drawing/2014/main" id="{A32AE557-1ED4-DF98-3B82-CB1CF16FF409}"/>
                </a:ext>
              </a:extLst>
            </p:cNvPr>
            <p:cNvSpPr/>
            <p:nvPr/>
          </p:nvSpPr>
          <p:spPr>
            <a:xfrm>
              <a:off x="2910141" y="4253803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2" name="Google Shape;8649;p52">
              <a:extLst>
                <a:ext uri="{FF2B5EF4-FFF2-40B4-BE49-F238E27FC236}">
                  <a16:creationId xmlns:a16="http://schemas.microsoft.com/office/drawing/2014/main" id="{67F570C1-B230-F8B1-68A9-1515569D5E2B}"/>
                </a:ext>
              </a:extLst>
            </p:cNvPr>
            <p:cNvSpPr/>
            <p:nvPr/>
          </p:nvSpPr>
          <p:spPr>
            <a:xfrm>
              <a:off x="2910670" y="4254332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8650;p52">
              <a:extLst>
                <a:ext uri="{FF2B5EF4-FFF2-40B4-BE49-F238E27FC236}">
                  <a16:creationId xmlns:a16="http://schemas.microsoft.com/office/drawing/2014/main" id="{70D48CF5-09D8-4BB5-68D8-B632D47AEEFF}"/>
                </a:ext>
              </a:extLst>
            </p:cNvPr>
            <p:cNvSpPr/>
            <p:nvPr/>
          </p:nvSpPr>
          <p:spPr>
            <a:xfrm>
              <a:off x="2856407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0" y="3520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8651;p52">
              <a:extLst>
                <a:ext uri="{FF2B5EF4-FFF2-40B4-BE49-F238E27FC236}">
                  <a16:creationId xmlns:a16="http://schemas.microsoft.com/office/drawing/2014/main" id="{564983CF-2D6A-E62D-B4CC-741DC19B6DC3}"/>
                </a:ext>
              </a:extLst>
            </p:cNvPr>
            <p:cNvSpPr/>
            <p:nvPr/>
          </p:nvSpPr>
          <p:spPr>
            <a:xfrm>
              <a:off x="2856407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8652;p52">
              <a:extLst>
                <a:ext uri="{FF2B5EF4-FFF2-40B4-BE49-F238E27FC236}">
                  <a16:creationId xmlns:a16="http://schemas.microsoft.com/office/drawing/2014/main" id="{C21F7B83-BCDC-988A-8304-AA1052981960}"/>
                </a:ext>
              </a:extLst>
            </p:cNvPr>
            <p:cNvSpPr/>
            <p:nvPr/>
          </p:nvSpPr>
          <p:spPr>
            <a:xfrm>
              <a:off x="2856407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6" name="Google Shape;8653;p52">
              <a:extLst>
                <a:ext uri="{FF2B5EF4-FFF2-40B4-BE49-F238E27FC236}">
                  <a16:creationId xmlns:a16="http://schemas.microsoft.com/office/drawing/2014/main" id="{32944CC7-38C4-7BD1-1CBE-620EE3A5EEA9}"/>
                </a:ext>
              </a:extLst>
            </p:cNvPr>
            <p:cNvGrpSpPr/>
            <p:nvPr/>
          </p:nvGrpSpPr>
          <p:grpSpPr>
            <a:xfrm>
              <a:off x="2856407" y="3717135"/>
              <a:ext cx="699536" cy="860114"/>
              <a:chOff x="2856407" y="3717135"/>
              <a:chExt cx="699536" cy="860114"/>
            </a:xfrm>
          </p:grpSpPr>
          <p:sp>
            <p:nvSpPr>
              <p:cNvPr id="5777" name="Google Shape;8654;p52">
                <a:extLst>
                  <a:ext uri="{FF2B5EF4-FFF2-40B4-BE49-F238E27FC236}">
                    <a16:creationId xmlns:a16="http://schemas.microsoft.com/office/drawing/2014/main" id="{01617DB3-E5E2-592D-ABAE-E9BA51F5596C}"/>
                  </a:ext>
                </a:extLst>
              </p:cNvPr>
              <p:cNvSpPr/>
              <p:nvPr/>
            </p:nvSpPr>
            <p:spPr>
              <a:xfrm>
                <a:off x="3501087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8" name="Google Shape;8655;p52">
                <a:extLst>
                  <a:ext uri="{FF2B5EF4-FFF2-40B4-BE49-F238E27FC236}">
                    <a16:creationId xmlns:a16="http://schemas.microsoft.com/office/drawing/2014/main" id="{76AB94C7-BDD7-6A0E-F0C4-09D3C07C62E6}"/>
                  </a:ext>
                </a:extLst>
              </p:cNvPr>
              <p:cNvSpPr/>
              <p:nvPr/>
            </p:nvSpPr>
            <p:spPr>
              <a:xfrm>
                <a:off x="350163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9" name="Google Shape;8656;p52">
                <a:extLst>
                  <a:ext uri="{FF2B5EF4-FFF2-40B4-BE49-F238E27FC236}">
                    <a16:creationId xmlns:a16="http://schemas.microsoft.com/office/drawing/2014/main" id="{5EF6944C-5797-DDFA-A128-E416AA56DB04}"/>
                  </a:ext>
                </a:extLst>
              </p:cNvPr>
              <p:cNvSpPr/>
              <p:nvPr/>
            </p:nvSpPr>
            <p:spPr>
              <a:xfrm>
                <a:off x="3501632" y="436176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0" name="Google Shape;8657;p52">
                <a:extLst>
                  <a:ext uri="{FF2B5EF4-FFF2-40B4-BE49-F238E27FC236}">
                    <a16:creationId xmlns:a16="http://schemas.microsoft.com/office/drawing/2014/main" id="{68F85520-A969-9488-EA30-B2F61AE0DCF3}"/>
                  </a:ext>
                </a:extLst>
              </p:cNvPr>
              <p:cNvSpPr/>
              <p:nvPr/>
            </p:nvSpPr>
            <p:spPr>
              <a:xfrm>
                <a:off x="3501632" y="4308097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0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1" name="Google Shape;8658;p52">
                <a:extLst>
                  <a:ext uri="{FF2B5EF4-FFF2-40B4-BE49-F238E27FC236}">
                    <a16:creationId xmlns:a16="http://schemas.microsoft.com/office/drawing/2014/main" id="{E255DFAA-6F8C-0FEE-9592-8133A532A6FE}"/>
                  </a:ext>
                </a:extLst>
              </p:cNvPr>
              <p:cNvSpPr/>
              <p:nvPr/>
            </p:nvSpPr>
            <p:spPr>
              <a:xfrm>
                <a:off x="3501632" y="4254332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2" name="Google Shape;8659;p52">
                <a:extLst>
                  <a:ext uri="{FF2B5EF4-FFF2-40B4-BE49-F238E27FC236}">
                    <a16:creationId xmlns:a16="http://schemas.microsoft.com/office/drawing/2014/main" id="{F0446A40-A63D-5714-BC98-5D3F71425E42}"/>
                  </a:ext>
                </a:extLst>
              </p:cNvPr>
              <p:cNvSpPr/>
              <p:nvPr/>
            </p:nvSpPr>
            <p:spPr>
              <a:xfrm>
                <a:off x="3447883" y="4469267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51" y="3446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3" name="Google Shape;8660;p52">
                <a:extLst>
                  <a:ext uri="{FF2B5EF4-FFF2-40B4-BE49-F238E27FC236}">
                    <a16:creationId xmlns:a16="http://schemas.microsoft.com/office/drawing/2014/main" id="{9CA0879C-9501-D2D8-244A-B7B645CEC067}"/>
                  </a:ext>
                </a:extLst>
              </p:cNvPr>
              <p:cNvSpPr/>
              <p:nvPr/>
            </p:nvSpPr>
            <p:spPr>
              <a:xfrm>
                <a:off x="344733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4" name="Google Shape;8661;p52">
                <a:extLst>
                  <a:ext uri="{FF2B5EF4-FFF2-40B4-BE49-F238E27FC236}">
                    <a16:creationId xmlns:a16="http://schemas.microsoft.com/office/drawing/2014/main" id="{8D70FC02-E425-6E82-A2D7-1763C525D4B6}"/>
                  </a:ext>
                </a:extLst>
              </p:cNvPr>
              <p:cNvSpPr/>
              <p:nvPr/>
            </p:nvSpPr>
            <p:spPr>
              <a:xfrm>
                <a:off x="344788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5" name="Google Shape;8662;p52">
                <a:extLst>
                  <a:ext uri="{FF2B5EF4-FFF2-40B4-BE49-F238E27FC236}">
                    <a16:creationId xmlns:a16="http://schemas.microsoft.com/office/drawing/2014/main" id="{4C65E644-1D63-96D7-7C99-B35C5DC37914}"/>
                  </a:ext>
                </a:extLst>
              </p:cNvPr>
              <p:cNvSpPr/>
              <p:nvPr/>
            </p:nvSpPr>
            <p:spPr>
              <a:xfrm>
                <a:off x="344733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6" name="Google Shape;8663;p52">
                <a:extLst>
                  <a:ext uri="{FF2B5EF4-FFF2-40B4-BE49-F238E27FC236}">
                    <a16:creationId xmlns:a16="http://schemas.microsoft.com/office/drawing/2014/main" id="{6E26C7B5-1CC7-3012-7B0D-6A12ADBCD4AA}"/>
                  </a:ext>
                </a:extLst>
              </p:cNvPr>
              <p:cNvSpPr/>
              <p:nvPr/>
            </p:nvSpPr>
            <p:spPr>
              <a:xfrm>
                <a:off x="344788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7" name="Google Shape;8664;p52">
                <a:extLst>
                  <a:ext uri="{FF2B5EF4-FFF2-40B4-BE49-F238E27FC236}">
                    <a16:creationId xmlns:a16="http://schemas.microsoft.com/office/drawing/2014/main" id="{D032005F-A780-437F-4F30-70C87051B110}"/>
                  </a:ext>
                </a:extLst>
              </p:cNvPr>
              <p:cNvSpPr/>
              <p:nvPr/>
            </p:nvSpPr>
            <p:spPr>
              <a:xfrm>
                <a:off x="3393666" y="4522425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6" y="3519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8" name="Google Shape;8665;p52">
                <a:extLst>
                  <a:ext uri="{FF2B5EF4-FFF2-40B4-BE49-F238E27FC236}">
                    <a16:creationId xmlns:a16="http://schemas.microsoft.com/office/drawing/2014/main" id="{8E2693CB-A37B-B984-D944-49C0DFCC4BBD}"/>
                  </a:ext>
                </a:extLst>
              </p:cNvPr>
              <p:cNvSpPr/>
              <p:nvPr/>
            </p:nvSpPr>
            <p:spPr>
              <a:xfrm>
                <a:off x="3394196" y="4522939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9" name="Google Shape;8666;p52">
                <a:extLst>
                  <a:ext uri="{FF2B5EF4-FFF2-40B4-BE49-F238E27FC236}">
                    <a16:creationId xmlns:a16="http://schemas.microsoft.com/office/drawing/2014/main" id="{8ACD1596-D883-CC78-BEEB-37E933118663}"/>
                  </a:ext>
                </a:extLst>
              </p:cNvPr>
              <p:cNvSpPr/>
              <p:nvPr/>
            </p:nvSpPr>
            <p:spPr>
              <a:xfrm>
                <a:off x="3393666" y="441497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0" name="Google Shape;8667;p52">
                <a:extLst>
                  <a:ext uri="{FF2B5EF4-FFF2-40B4-BE49-F238E27FC236}">
                    <a16:creationId xmlns:a16="http://schemas.microsoft.com/office/drawing/2014/main" id="{2ED6E0F3-10DB-2731-BB95-BCBDD6FE5BDC}"/>
                  </a:ext>
                </a:extLst>
              </p:cNvPr>
              <p:cNvSpPr/>
              <p:nvPr/>
            </p:nvSpPr>
            <p:spPr>
              <a:xfrm>
                <a:off x="3394196" y="4415503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1" name="Google Shape;8668;p52">
                <a:extLst>
                  <a:ext uri="{FF2B5EF4-FFF2-40B4-BE49-F238E27FC236}">
                    <a16:creationId xmlns:a16="http://schemas.microsoft.com/office/drawing/2014/main" id="{FD5F0D95-3993-2553-B42C-66FCE04CD377}"/>
                  </a:ext>
                </a:extLst>
              </p:cNvPr>
              <p:cNvSpPr/>
              <p:nvPr/>
            </p:nvSpPr>
            <p:spPr>
              <a:xfrm>
                <a:off x="3393666" y="4200069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2" name="Google Shape;8669;p52">
                <a:extLst>
                  <a:ext uri="{FF2B5EF4-FFF2-40B4-BE49-F238E27FC236}">
                    <a16:creationId xmlns:a16="http://schemas.microsoft.com/office/drawing/2014/main" id="{E6CB534B-FCAD-6A22-E1D6-D41519DF68BA}"/>
                  </a:ext>
                </a:extLst>
              </p:cNvPr>
              <p:cNvSpPr/>
              <p:nvPr/>
            </p:nvSpPr>
            <p:spPr>
              <a:xfrm>
                <a:off x="3394196" y="4200599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3" name="Google Shape;8670;p52">
                <a:extLst>
                  <a:ext uri="{FF2B5EF4-FFF2-40B4-BE49-F238E27FC236}">
                    <a16:creationId xmlns:a16="http://schemas.microsoft.com/office/drawing/2014/main" id="{BA81FFED-D837-CBFC-4E13-7D37EBDAEE9A}"/>
                  </a:ext>
                </a:extLst>
              </p:cNvPr>
              <p:cNvSpPr/>
              <p:nvPr/>
            </p:nvSpPr>
            <p:spPr>
              <a:xfrm>
                <a:off x="3339917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4" name="Google Shape;8671;p52">
                <a:extLst>
                  <a:ext uri="{FF2B5EF4-FFF2-40B4-BE49-F238E27FC236}">
                    <a16:creationId xmlns:a16="http://schemas.microsoft.com/office/drawing/2014/main" id="{97B8448E-AC70-17F5-6244-EF4581F44B20}"/>
                  </a:ext>
                </a:extLst>
              </p:cNvPr>
              <p:cNvSpPr/>
              <p:nvPr/>
            </p:nvSpPr>
            <p:spPr>
              <a:xfrm>
                <a:off x="334046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5" name="Google Shape;8672;p52">
                <a:extLst>
                  <a:ext uri="{FF2B5EF4-FFF2-40B4-BE49-F238E27FC236}">
                    <a16:creationId xmlns:a16="http://schemas.microsoft.com/office/drawing/2014/main" id="{F94C2D46-33C1-07FF-8D18-46E2E13A26AE}"/>
                  </a:ext>
                </a:extLst>
              </p:cNvPr>
              <p:cNvSpPr/>
              <p:nvPr/>
            </p:nvSpPr>
            <p:spPr>
              <a:xfrm>
                <a:off x="3339917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6" name="Google Shape;8673;p52">
                <a:extLst>
                  <a:ext uri="{FF2B5EF4-FFF2-40B4-BE49-F238E27FC236}">
                    <a16:creationId xmlns:a16="http://schemas.microsoft.com/office/drawing/2014/main" id="{D971DA3F-48DF-407E-546C-D65F4A93E96C}"/>
                  </a:ext>
                </a:extLst>
              </p:cNvPr>
              <p:cNvSpPr/>
              <p:nvPr/>
            </p:nvSpPr>
            <p:spPr>
              <a:xfrm>
                <a:off x="334046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7" name="Google Shape;8674;p52">
                <a:extLst>
                  <a:ext uri="{FF2B5EF4-FFF2-40B4-BE49-F238E27FC236}">
                    <a16:creationId xmlns:a16="http://schemas.microsoft.com/office/drawing/2014/main" id="{24627C12-CD2A-24AC-430B-0970B6E1A645}"/>
                  </a:ext>
                </a:extLst>
              </p:cNvPr>
              <p:cNvSpPr/>
              <p:nvPr/>
            </p:nvSpPr>
            <p:spPr>
              <a:xfrm>
                <a:off x="3339917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8" name="Google Shape;8675;p52">
                <a:extLst>
                  <a:ext uri="{FF2B5EF4-FFF2-40B4-BE49-F238E27FC236}">
                    <a16:creationId xmlns:a16="http://schemas.microsoft.com/office/drawing/2014/main" id="{9228DCD7-C0D6-425F-CE02-E30D7DD63336}"/>
                  </a:ext>
                </a:extLst>
              </p:cNvPr>
              <p:cNvSpPr/>
              <p:nvPr/>
            </p:nvSpPr>
            <p:spPr>
              <a:xfrm>
                <a:off x="334046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9" name="Google Shape;8676;p52">
                <a:extLst>
                  <a:ext uri="{FF2B5EF4-FFF2-40B4-BE49-F238E27FC236}">
                    <a16:creationId xmlns:a16="http://schemas.microsoft.com/office/drawing/2014/main" id="{A6123626-A519-2A35-32D6-F314D00B9416}"/>
                  </a:ext>
                </a:extLst>
              </p:cNvPr>
              <p:cNvSpPr/>
              <p:nvPr/>
            </p:nvSpPr>
            <p:spPr>
              <a:xfrm>
                <a:off x="3286168" y="4522425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0" name="Google Shape;8677;p52">
                <a:extLst>
                  <a:ext uri="{FF2B5EF4-FFF2-40B4-BE49-F238E27FC236}">
                    <a16:creationId xmlns:a16="http://schemas.microsoft.com/office/drawing/2014/main" id="{9FB33996-336E-9D41-81C3-2BE87805B58B}"/>
                  </a:ext>
                </a:extLst>
              </p:cNvPr>
              <p:cNvSpPr/>
              <p:nvPr/>
            </p:nvSpPr>
            <p:spPr>
              <a:xfrm>
                <a:off x="3286697" y="4522939"/>
                <a:ext cx="53780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1" name="Google Shape;8678;p52">
                <a:extLst>
                  <a:ext uri="{FF2B5EF4-FFF2-40B4-BE49-F238E27FC236}">
                    <a16:creationId xmlns:a16="http://schemas.microsoft.com/office/drawing/2014/main" id="{835FC849-28A8-ADAE-3528-EFAC34555063}"/>
                  </a:ext>
                </a:extLst>
              </p:cNvPr>
              <p:cNvSpPr/>
              <p:nvPr/>
            </p:nvSpPr>
            <p:spPr>
              <a:xfrm>
                <a:off x="328616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2" name="Google Shape;8679;p52">
                <a:extLst>
                  <a:ext uri="{FF2B5EF4-FFF2-40B4-BE49-F238E27FC236}">
                    <a16:creationId xmlns:a16="http://schemas.microsoft.com/office/drawing/2014/main" id="{3D0316AB-6D95-F917-AFE5-ADDA94DD8F15}"/>
                  </a:ext>
                </a:extLst>
              </p:cNvPr>
              <p:cNvSpPr/>
              <p:nvPr/>
            </p:nvSpPr>
            <p:spPr>
              <a:xfrm>
                <a:off x="3286697" y="4415503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3" name="Google Shape;8680;p52">
                <a:extLst>
                  <a:ext uri="{FF2B5EF4-FFF2-40B4-BE49-F238E27FC236}">
                    <a16:creationId xmlns:a16="http://schemas.microsoft.com/office/drawing/2014/main" id="{82FDFB38-22C3-9C85-AA1D-293DA4AB20C6}"/>
                  </a:ext>
                </a:extLst>
              </p:cNvPr>
              <p:cNvSpPr/>
              <p:nvPr/>
            </p:nvSpPr>
            <p:spPr>
              <a:xfrm>
                <a:off x="328616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4" name="Google Shape;8681;p52">
                <a:extLst>
                  <a:ext uri="{FF2B5EF4-FFF2-40B4-BE49-F238E27FC236}">
                    <a16:creationId xmlns:a16="http://schemas.microsoft.com/office/drawing/2014/main" id="{9CBF7EEC-F413-1535-8EBB-9A0201F1509E}"/>
                  </a:ext>
                </a:extLst>
              </p:cNvPr>
              <p:cNvSpPr/>
              <p:nvPr/>
            </p:nvSpPr>
            <p:spPr>
              <a:xfrm>
                <a:off x="3286697" y="4200599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5" name="Google Shape;8682;p52">
                <a:extLst>
                  <a:ext uri="{FF2B5EF4-FFF2-40B4-BE49-F238E27FC236}">
                    <a16:creationId xmlns:a16="http://schemas.microsoft.com/office/drawing/2014/main" id="{DCE5845E-EAF1-2F14-9C42-A90BEFCCED7B}"/>
                  </a:ext>
                </a:extLst>
              </p:cNvPr>
              <p:cNvSpPr/>
              <p:nvPr/>
            </p:nvSpPr>
            <p:spPr>
              <a:xfrm>
                <a:off x="3286697" y="4146927"/>
                <a:ext cx="53780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52" y="3447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6" name="Google Shape;8683;p52">
                <a:extLst>
                  <a:ext uri="{FF2B5EF4-FFF2-40B4-BE49-F238E27FC236}">
                    <a16:creationId xmlns:a16="http://schemas.microsoft.com/office/drawing/2014/main" id="{50BB38D0-B0F5-59CD-4065-F00EBEDFB50F}"/>
                  </a:ext>
                </a:extLst>
              </p:cNvPr>
              <p:cNvSpPr/>
              <p:nvPr/>
            </p:nvSpPr>
            <p:spPr>
              <a:xfrm>
                <a:off x="3286168" y="3824042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7" name="Google Shape;8684;p52">
                <a:extLst>
                  <a:ext uri="{FF2B5EF4-FFF2-40B4-BE49-F238E27FC236}">
                    <a16:creationId xmlns:a16="http://schemas.microsoft.com/office/drawing/2014/main" id="{1C77549D-C016-92F4-DD52-5BEE68690910}"/>
                  </a:ext>
                </a:extLst>
              </p:cNvPr>
              <p:cNvSpPr/>
              <p:nvPr/>
            </p:nvSpPr>
            <p:spPr>
              <a:xfrm>
                <a:off x="3286697" y="3824571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8" name="Google Shape;8685;p52">
                <a:extLst>
                  <a:ext uri="{FF2B5EF4-FFF2-40B4-BE49-F238E27FC236}">
                    <a16:creationId xmlns:a16="http://schemas.microsoft.com/office/drawing/2014/main" id="{503FA328-3BFD-1657-8E13-36BD1002B406}"/>
                  </a:ext>
                </a:extLst>
              </p:cNvPr>
              <p:cNvSpPr/>
              <p:nvPr/>
            </p:nvSpPr>
            <p:spPr>
              <a:xfrm>
                <a:off x="3286168" y="3770277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9" name="Google Shape;8686;p52">
                <a:extLst>
                  <a:ext uri="{FF2B5EF4-FFF2-40B4-BE49-F238E27FC236}">
                    <a16:creationId xmlns:a16="http://schemas.microsoft.com/office/drawing/2014/main" id="{AE16318A-0D00-4E3D-13AD-043AACCFF773}"/>
                  </a:ext>
                </a:extLst>
              </p:cNvPr>
              <p:cNvSpPr/>
              <p:nvPr/>
            </p:nvSpPr>
            <p:spPr>
              <a:xfrm>
                <a:off x="3286697" y="3770838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0" name="Google Shape;8687;p52">
                <a:extLst>
                  <a:ext uri="{FF2B5EF4-FFF2-40B4-BE49-F238E27FC236}">
                    <a16:creationId xmlns:a16="http://schemas.microsoft.com/office/drawing/2014/main" id="{6A808BD1-A750-F158-66D0-C848650A36BD}"/>
                  </a:ext>
                </a:extLst>
              </p:cNvPr>
              <p:cNvSpPr/>
              <p:nvPr/>
            </p:nvSpPr>
            <p:spPr>
              <a:xfrm>
                <a:off x="3232496" y="4522425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7" y="3519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1" name="Google Shape;8688;p52">
                <a:extLst>
                  <a:ext uri="{FF2B5EF4-FFF2-40B4-BE49-F238E27FC236}">
                    <a16:creationId xmlns:a16="http://schemas.microsoft.com/office/drawing/2014/main" id="{97B03633-8BB4-DB4E-862E-EDEC058BEF9A}"/>
                  </a:ext>
                </a:extLst>
              </p:cNvPr>
              <p:cNvSpPr/>
              <p:nvPr/>
            </p:nvSpPr>
            <p:spPr>
              <a:xfrm>
                <a:off x="3233026" y="4522939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2" name="Google Shape;8689;p52">
                <a:extLst>
                  <a:ext uri="{FF2B5EF4-FFF2-40B4-BE49-F238E27FC236}">
                    <a16:creationId xmlns:a16="http://schemas.microsoft.com/office/drawing/2014/main" id="{E096BC82-A125-A5FB-F058-4A2F7EDE4C1E}"/>
                  </a:ext>
                </a:extLst>
              </p:cNvPr>
              <p:cNvSpPr/>
              <p:nvPr/>
            </p:nvSpPr>
            <p:spPr>
              <a:xfrm>
                <a:off x="3232496" y="441497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3" name="Google Shape;8690;p52">
                <a:extLst>
                  <a:ext uri="{FF2B5EF4-FFF2-40B4-BE49-F238E27FC236}">
                    <a16:creationId xmlns:a16="http://schemas.microsoft.com/office/drawing/2014/main" id="{4FF4D13A-7F0F-9027-1982-23523B7B5EAA}"/>
                  </a:ext>
                </a:extLst>
              </p:cNvPr>
              <p:cNvSpPr/>
              <p:nvPr/>
            </p:nvSpPr>
            <p:spPr>
              <a:xfrm>
                <a:off x="3233026" y="4415503"/>
                <a:ext cx="53718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4" name="Google Shape;8691;p52">
                <a:extLst>
                  <a:ext uri="{FF2B5EF4-FFF2-40B4-BE49-F238E27FC236}">
                    <a16:creationId xmlns:a16="http://schemas.microsoft.com/office/drawing/2014/main" id="{6DA92B85-C26C-4879-5E7B-9EC9345BE447}"/>
                  </a:ext>
                </a:extLst>
              </p:cNvPr>
              <p:cNvSpPr/>
              <p:nvPr/>
            </p:nvSpPr>
            <p:spPr>
              <a:xfrm>
                <a:off x="3232496" y="4200069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5" name="Google Shape;8692;p52">
                <a:extLst>
                  <a:ext uri="{FF2B5EF4-FFF2-40B4-BE49-F238E27FC236}">
                    <a16:creationId xmlns:a16="http://schemas.microsoft.com/office/drawing/2014/main" id="{2AC7A0B6-8667-DB1F-80ED-0519DD833B79}"/>
                  </a:ext>
                </a:extLst>
              </p:cNvPr>
              <p:cNvSpPr/>
              <p:nvPr/>
            </p:nvSpPr>
            <p:spPr>
              <a:xfrm>
                <a:off x="3233026" y="4200599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6" name="Google Shape;8693;p52">
                <a:extLst>
                  <a:ext uri="{FF2B5EF4-FFF2-40B4-BE49-F238E27FC236}">
                    <a16:creationId xmlns:a16="http://schemas.microsoft.com/office/drawing/2014/main" id="{A1F9BFAF-943C-5385-1648-18A33A476FA4}"/>
                  </a:ext>
                </a:extLst>
              </p:cNvPr>
              <p:cNvSpPr/>
              <p:nvPr/>
            </p:nvSpPr>
            <p:spPr>
              <a:xfrm>
                <a:off x="3232496" y="409263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7" name="Google Shape;8694;p52">
                <a:extLst>
                  <a:ext uri="{FF2B5EF4-FFF2-40B4-BE49-F238E27FC236}">
                    <a16:creationId xmlns:a16="http://schemas.microsoft.com/office/drawing/2014/main" id="{9FBB7260-4155-AFB6-038D-86BF484984CE}"/>
                  </a:ext>
                </a:extLst>
              </p:cNvPr>
              <p:cNvSpPr/>
              <p:nvPr/>
            </p:nvSpPr>
            <p:spPr>
              <a:xfrm>
                <a:off x="3233026" y="4093178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8" name="Google Shape;8695;p52">
                <a:extLst>
                  <a:ext uri="{FF2B5EF4-FFF2-40B4-BE49-F238E27FC236}">
                    <a16:creationId xmlns:a16="http://schemas.microsoft.com/office/drawing/2014/main" id="{C9DE7FF5-5AA7-4643-EADE-05ED426C75B0}"/>
                  </a:ext>
                </a:extLst>
              </p:cNvPr>
              <p:cNvSpPr/>
              <p:nvPr/>
            </p:nvSpPr>
            <p:spPr>
              <a:xfrm>
                <a:off x="3233026" y="3878305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9" name="Google Shape;8696;p52">
                <a:extLst>
                  <a:ext uri="{FF2B5EF4-FFF2-40B4-BE49-F238E27FC236}">
                    <a16:creationId xmlns:a16="http://schemas.microsoft.com/office/drawing/2014/main" id="{6F0C2ACA-D6A3-4768-A8A3-2396F05F5701}"/>
                  </a:ext>
                </a:extLst>
              </p:cNvPr>
              <p:cNvSpPr/>
              <p:nvPr/>
            </p:nvSpPr>
            <p:spPr>
              <a:xfrm>
                <a:off x="3233026" y="3717135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0" name="Google Shape;8697;p52">
                <a:extLst>
                  <a:ext uri="{FF2B5EF4-FFF2-40B4-BE49-F238E27FC236}">
                    <a16:creationId xmlns:a16="http://schemas.microsoft.com/office/drawing/2014/main" id="{8D5EE479-62E6-4202-A40F-13BF037B3511}"/>
                  </a:ext>
                </a:extLst>
              </p:cNvPr>
              <p:cNvSpPr/>
              <p:nvPr/>
            </p:nvSpPr>
            <p:spPr>
              <a:xfrm>
                <a:off x="3178731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1" name="Google Shape;8698;p52">
                <a:extLst>
                  <a:ext uri="{FF2B5EF4-FFF2-40B4-BE49-F238E27FC236}">
                    <a16:creationId xmlns:a16="http://schemas.microsoft.com/office/drawing/2014/main" id="{2F33F8E6-EB81-21B4-C1E9-082C8AFC17D0}"/>
                  </a:ext>
                </a:extLst>
              </p:cNvPr>
              <p:cNvSpPr/>
              <p:nvPr/>
            </p:nvSpPr>
            <p:spPr>
              <a:xfrm>
                <a:off x="317929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2" name="Google Shape;8699;p52">
                <a:extLst>
                  <a:ext uri="{FF2B5EF4-FFF2-40B4-BE49-F238E27FC236}">
                    <a16:creationId xmlns:a16="http://schemas.microsoft.com/office/drawing/2014/main" id="{EC91AA8A-E006-434A-F2BD-DB0B8ECC9D5A}"/>
                  </a:ext>
                </a:extLst>
              </p:cNvPr>
              <p:cNvSpPr/>
              <p:nvPr/>
            </p:nvSpPr>
            <p:spPr>
              <a:xfrm>
                <a:off x="3178731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3" name="Google Shape;8700;p52">
                <a:extLst>
                  <a:ext uri="{FF2B5EF4-FFF2-40B4-BE49-F238E27FC236}">
                    <a16:creationId xmlns:a16="http://schemas.microsoft.com/office/drawing/2014/main" id="{B2B8F3C6-99DD-D5E8-EBA0-E19AA5C2B370}"/>
                  </a:ext>
                </a:extLst>
              </p:cNvPr>
              <p:cNvSpPr/>
              <p:nvPr/>
            </p:nvSpPr>
            <p:spPr>
              <a:xfrm>
                <a:off x="317929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4" name="Google Shape;8701;p52">
                <a:extLst>
                  <a:ext uri="{FF2B5EF4-FFF2-40B4-BE49-F238E27FC236}">
                    <a16:creationId xmlns:a16="http://schemas.microsoft.com/office/drawing/2014/main" id="{8B0E8104-8E56-B6C6-A2D1-AA0DBFCC66C0}"/>
                  </a:ext>
                </a:extLst>
              </p:cNvPr>
              <p:cNvSpPr/>
              <p:nvPr/>
            </p:nvSpPr>
            <p:spPr>
              <a:xfrm>
                <a:off x="3178731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5" name="Google Shape;8702;p52">
                <a:extLst>
                  <a:ext uri="{FF2B5EF4-FFF2-40B4-BE49-F238E27FC236}">
                    <a16:creationId xmlns:a16="http://schemas.microsoft.com/office/drawing/2014/main" id="{0ADC1DFE-0847-7D13-326C-E7B6A5154F3E}"/>
                  </a:ext>
                </a:extLst>
              </p:cNvPr>
              <p:cNvSpPr/>
              <p:nvPr/>
            </p:nvSpPr>
            <p:spPr>
              <a:xfrm>
                <a:off x="317929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6" name="Google Shape;8703;p52">
                <a:extLst>
                  <a:ext uri="{FF2B5EF4-FFF2-40B4-BE49-F238E27FC236}">
                    <a16:creationId xmlns:a16="http://schemas.microsoft.com/office/drawing/2014/main" id="{F1CF4041-35F1-CA01-FAA1-B45B4C0A212F}"/>
                  </a:ext>
                </a:extLst>
              </p:cNvPr>
              <p:cNvSpPr/>
              <p:nvPr/>
            </p:nvSpPr>
            <p:spPr>
              <a:xfrm>
                <a:off x="3178731" y="409263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7" name="Google Shape;8704;p52">
                <a:extLst>
                  <a:ext uri="{FF2B5EF4-FFF2-40B4-BE49-F238E27FC236}">
                    <a16:creationId xmlns:a16="http://schemas.microsoft.com/office/drawing/2014/main" id="{F65C47DD-2A11-B062-7022-E851FA34BAB6}"/>
                  </a:ext>
                </a:extLst>
              </p:cNvPr>
              <p:cNvSpPr/>
              <p:nvPr/>
            </p:nvSpPr>
            <p:spPr>
              <a:xfrm>
                <a:off x="3179292" y="4093178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8" name="Google Shape;8705;p52">
                <a:extLst>
                  <a:ext uri="{FF2B5EF4-FFF2-40B4-BE49-F238E27FC236}">
                    <a16:creationId xmlns:a16="http://schemas.microsoft.com/office/drawing/2014/main" id="{84513E4D-F0FD-F97E-71FF-4D27C074C626}"/>
                  </a:ext>
                </a:extLst>
              </p:cNvPr>
              <p:cNvSpPr/>
              <p:nvPr/>
            </p:nvSpPr>
            <p:spPr>
              <a:xfrm>
                <a:off x="3178731" y="4038946"/>
                <a:ext cx="54855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9" name="Google Shape;8706;p52">
                <a:extLst>
                  <a:ext uri="{FF2B5EF4-FFF2-40B4-BE49-F238E27FC236}">
                    <a16:creationId xmlns:a16="http://schemas.microsoft.com/office/drawing/2014/main" id="{F38C4053-B5AF-533B-7815-7F2F8BC7A7D2}"/>
                  </a:ext>
                </a:extLst>
              </p:cNvPr>
              <p:cNvSpPr/>
              <p:nvPr/>
            </p:nvSpPr>
            <p:spPr>
              <a:xfrm>
                <a:off x="3179292" y="4039491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0" name="Google Shape;8707;p52">
                <a:extLst>
                  <a:ext uri="{FF2B5EF4-FFF2-40B4-BE49-F238E27FC236}">
                    <a16:creationId xmlns:a16="http://schemas.microsoft.com/office/drawing/2014/main" id="{E6B96DB9-9486-E296-4F12-A9EBF4AAEF49}"/>
                  </a:ext>
                </a:extLst>
              </p:cNvPr>
              <p:cNvSpPr/>
              <p:nvPr/>
            </p:nvSpPr>
            <p:spPr>
              <a:xfrm>
                <a:off x="3178731" y="3985196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1" name="Google Shape;8708;p52">
                <a:extLst>
                  <a:ext uri="{FF2B5EF4-FFF2-40B4-BE49-F238E27FC236}">
                    <a16:creationId xmlns:a16="http://schemas.microsoft.com/office/drawing/2014/main" id="{B8289FBB-1F49-FB82-B097-B5DFA076EB6B}"/>
                  </a:ext>
                </a:extLst>
              </p:cNvPr>
              <p:cNvSpPr/>
              <p:nvPr/>
            </p:nvSpPr>
            <p:spPr>
              <a:xfrm>
                <a:off x="3179292" y="3985742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2" name="Google Shape;8709;p52">
                <a:extLst>
                  <a:ext uri="{FF2B5EF4-FFF2-40B4-BE49-F238E27FC236}">
                    <a16:creationId xmlns:a16="http://schemas.microsoft.com/office/drawing/2014/main" id="{0C72C234-BF91-A359-539F-6DDF48494196}"/>
                  </a:ext>
                </a:extLst>
              </p:cNvPr>
              <p:cNvSpPr/>
              <p:nvPr/>
            </p:nvSpPr>
            <p:spPr>
              <a:xfrm>
                <a:off x="3178731" y="3931463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3" name="Google Shape;8710;p52">
                <a:extLst>
                  <a:ext uri="{FF2B5EF4-FFF2-40B4-BE49-F238E27FC236}">
                    <a16:creationId xmlns:a16="http://schemas.microsoft.com/office/drawing/2014/main" id="{CC7A2BCC-12CB-E0E2-5765-C8D42D704D91}"/>
                  </a:ext>
                </a:extLst>
              </p:cNvPr>
              <p:cNvSpPr/>
              <p:nvPr/>
            </p:nvSpPr>
            <p:spPr>
              <a:xfrm>
                <a:off x="3179292" y="3932008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4" name="Google Shape;8711;p52">
                <a:extLst>
                  <a:ext uri="{FF2B5EF4-FFF2-40B4-BE49-F238E27FC236}">
                    <a16:creationId xmlns:a16="http://schemas.microsoft.com/office/drawing/2014/main" id="{0EB7F1BD-0391-9873-DF2B-9BC11CDB3592}"/>
                  </a:ext>
                </a:extLst>
              </p:cNvPr>
              <p:cNvSpPr/>
              <p:nvPr/>
            </p:nvSpPr>
            <p:spPr>
              <a:xfrm>
                <a:off x="3179292" y="3717135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5" name="Google Shape;8712;p52">
                <a:extLst>
                  <a:ext uri="{FF2B5EF4-FFF2-40B4-BE49-F238E27FC236}">
                    <a16:creationId xmlns:a16="http://schemas.microsoft.com/office/drawing/2014/main" id="{138BDBB2-C10C-A2D1-A0B8-5C28D805D857}"/>
                  </a:ext>
                </a:extLst>
              </p:cNvPr>
              <p:cNvSpPr/>
              <p:nvPr/>
            </p:nvSpPr>
            <p:spPr>
              <a:xfrm>
                <a:off x="3124998" y="4522425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6" name="Google Shape;8713;p52">
                <a:extLst>
                  <a:ext uri="{FF2B5EF4-FFF2-40B4-BE49-F238E27FC236}">
                    <a16:creationId xmlns:a16="http://schemas.microsoft.com/office/drawing/2014/main" id="{772AAF19-5D68-7FC4-81C3-E51A3D31E050}"/>
                  </a:ext>
                </a:extLst>
              </p:cNvPr>
              <p:cNvSpPr/>
              <p:nvPr/>
            </p:nvSpPr>
            <p:spPr>
              <a:xfrm>
                <a:off x="3125543" y="4522939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7" name="Google Shape;8714;p52">
                <a:extLst>
                  <a:ext uri="{FF2B5EF4-FFF2-40B4-BE49-F238E27FC236}">
                    <a16:creationId xmlns:a16="http://schemas.microsoft.com/office/drawing/2014/main" id="{121D17ED-8678-60A1-23AF-EA7DD33D2148}"/>
                  </a:ext>
                </a:extLst>
              </p:cNvPr>
              <p:cNvSpPr/>
              <p:nvPr/>
            </p:nvSpPr>
            <p:spPr>
              <a:xfrm>
                <a:off x="312499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8" name="Google Shape;8715;p52">
                <a:extLst>
                  <a:ext uri="{FF2B5EF4-FFF2-40B4-BE49-F238E27FC236}">
                    <a16:creationId xmlns:a16="http://schemas.microsoft.com/office/drawing/2014/main" id="{6950A90B-C56A-3D8B-D890-8D6C6F964E0E}"/>
                  </a:ext>
                </a:extLst>
              </p:cNvPr>
              <p:cNvSpPr/>
              <p:nvPr/>
            </p:nvSpPr>
            <p:spPr>
              <a:xfrm>
                <a:off x="312554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9" name="Google Shape;8716;p52">
                <a:extLst>
                  <a:ext uri="{FF2B5EF4-FFF2-40B4-BE49-F238E27FC236}">
                    <a16:creationId xmlns:a16="http://schemas.microsoft.com/office/drawing/2014/main" id="{6B82CEE7-B35B-B50D-8606-EAF8E27EFF8D}"/>
                  </a:ext>
                </a:extLst>
              </p:cNvPr>
              <p:cNvSpPr/>
              <p:nvPr/>
            </p:nvSpPr>
            <p:spPr>
              <a:xfrm>
                <a:off x="312499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0" name="Google Shape;8717;p52">
                <a:extLst>
                  <a:ext uri="{FF2B5EF4-FFF2-40B4-BE49-F238E27FC236}">
                    <a16:creationId xmlns:a16="http://schemas.microsoft.com/office/drawing/2014/main" id="{5DAF24F7-08C5-FCB4-B547-BF1FF5AA55D4}"/>
                  </a:ext>
                </a:extLst>
              </p:cNvPr>
              <p:cNvSpPr/>
              <p:nvPr/>
            </p:nvSpPr>
            <p:spPr>
              <a:xfrm>
                <a:off x="312554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1" name="Google Shape;8718;p52">
                <a:extLst>
                  <a:ext uri="{FF2B5EF4-FFF2-40B4-BE49-F238E27FC236}">
                    <a16:creationId xmlns:a16="http://schemas.microsoft.com/office/drawing/2014/main" id="{79AB507E-3538-1F7A-73BC-2DF2023395B5}"/>
                  </a:ext>
                </a:extLst>
              </p:cNvPr>
              <p:cNvSpPr/>
              <p:nvPr/>
            </p:nvSpPr>
            <p:spPr>
              <a:xfrm>
                <a:off x="3124998" y="409263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2" name="Google Shape;8719;p52">
                <a:extLst>
                  <a:ext uri="{FF2B5EF4-FFF2-40B4-BE49-F238E27FC236}">
                    <a16:creationId xmlns:a16="http://schemas.microsoft.com/office/drawing/2014/main" id="{85790318-8F92-6823-CE61-7327494507B9}"/>
                  </a:ext>
                </a:extLst>
              </p:cNvPr>
              <p:cNvSpPr/>
              <p:nvPr/>
            </p:nvSpPr>
            <p:spPr>
              <a:xfrm>
                <a:off x="3125543" y="4093178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3" name="Google Shape;8720;p52">
                <a:extLst>
                  <a:ext uri="{FF2B5EF4-FFF2-40B4-BE49-F238E27FC236}">
                    <a16:creationId xmlns:a16="http://schemas.microsoft.com/office/drawing/2014/main" id="{3B08F3AC-C77B-16B1-8D8B-9B5954D47244}"/>
                  </a:ext>
                </a:extLst>
              </p:cNvPr>
              <p:cNvSpPr/>
              <p:nvPr/>
            </p:nvSpPr>
            <p:spPr>
              <a:xfrm>
                <a:off x="3125543" y="3878305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4" name="Google Shape;8721;p52">
                <a:extLst>
                  <a:ext uri="{FF2B5EF4-FFF2-40B4-BE49-F238E27FC236}">
                    <a16:creationId xmlns:a16="http://schemas.microsoft.com/office/drawing/2014/main" id="{143F5036-09D5-3E5A-0B77-8E9E93D33111}"/>
                  </a:ext>
                </a:extLst>
              </p:cNvPr>
              <p:cNvSpPr/>
              <p:nvPr/>
            </p:nvSpPr>
            <p:spPr>
              <a:xfrm>
                <a:off x="3125543" y="3717135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5" name="Google Shape;8722;p52">
                <a:extLst>
                  <a:ext uri="{FF2B5EF4-FFF2-40B4-BE49-F238E27FC236}">
                    <a16:creationId xmlns:a16="http://schemas.microsoft.com/office/drawing/2014/main" id="{D655D10B-D89D-D6CE-2EF6-74EB04A43579}"/>
                  </a:ext>
                </a:extLst>
              </p:cNvPr>
              <p:cNvSpPr/>
              <p:nvPr/>
            </p:nvSpPr>
            <p:spPr>
              <a:xfrm>
                <a:off x="3071311" y="4522425"/>
                <a:ext cx="54793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8" y="3519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6" name="Google Shape;8723;p52">
                <a:extLst>
                  <a:ext uri="{FF2B5EF4-FFF2-40B4-BE49-F238E27FC236}">
                    <a16:creationId xmlns:a16="http://schemas.microsoft.com/office/drawing/2014/main" id="{C8A513EB-873C-C22B-D3DF-5226A2A5046A}"/>
                  </a:ext>
                </a:extLst>
              </p:cNvPr>
              <p:cNvSpPr/>
              <p:nvPr/>
            </p:nvSpPr>
            <p:spPr>
              <a:xfrm>
                <a:off x="3071856" y="4522939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7" name="Google Shape;8724;p52">
                <a:extLst>
                  <a:ext uri="{FF2B5EF4-FFF2-40B4-BE49-F238E27FC236}">
                    <a16:creationId xmlns:a16="http://schemas.microsoft.com/office/drawing/2014/main" id="{010D2A91-C7DA-1D59-7E2D-A34D4624E981}"/>
                  </a:ext>
                </a:extLst>
              </p:cNvPr>
              <p:cNvSpPr/>
              <p:nvPr/>
            </p:nvSpPr>
            <p:spPr>
              <a:xfrm>
                <a:off x="3071311" y="4414973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8" name="Google Shape;8725;p52">
                <a:extLst>
                  <a:ext uri="{FF2B5EF4-FFF2-40B4-BE49-F238E27FC236}">
                    <a16:creationId xmlns:a16="http://schemas.microsoft.com/office/drawing/2014/main" id="{4A68752C-A586-DCDE-49A5-2D317AC2A493}"/>
                  </a:ext>
                </a:extLst>
              </p:cNvPr>
              <p:cNvSpPr/>
              <p:nvPr/>
            </p:nvSpPr>
            <p:spPr>
              <a:xfrm>
                <a:off x="3071856" y="4415503"/>
                <a:ext cx="53687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9" name="Google Shape;8726;p52">
                <a:extLst>
                  <a:ext uri="{FF2B5EF4-FFF2-40B4-BE49-F238E27FC236}">
                    <a16:creationId xmlns:a16="http://schemas.microsoft.com/office/drawing/2014/main" id="{EF885A1A-E9FF-0222-7904-792242F0AA2C}"/>
                  </a:ext>
                </a:extLst>
              </p:cNvPr>
              <p:cNvSpPr/>
              <p:nvPr/>
            </p:nvSpPr>
            <p:spPr>
              <a:xfrm>
                <a:off x="3071311" y="4200069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0" name="Google Shape;8727;p52">
                <a:extLst>
                  <a:ext uri="{FF2B5EF4-FFF2-40B4-BE49-F238E27FC236}">
                    <a16:creationId xmlns:a16="http://schemas.microsoft.com/office/drawing/2014/main" id="{F537593C-F08B-B44D-D22B-65487D9AB096}"/>
                  </a:ext>
                </a:extLst>
              </p:cNvPr>
              <p:cNvSpPr/>
              <p:nvPr/>
            </p:nvSpPr>
            <p:spPr>
              <a:xfrm>
                <a:off x="3071856" y="4200599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1" name="Google Shape;8728;p52">
                <a:extLst>
                  <a:ext uri="{FF2B5EF4-FFF2-40B4-BE49-F238E27FC236}">
                    <a16:creationId xmlns:a16="http://schemas.microsoft.com/office/drawing/2014/main" id="{8A20AFAD-35B0-5A89-C08F-691BB3274543}"/>
                  </a:ext>
                </a:extLst>
              </p:cNvPr>
              <p:cNvSpPr/>
              <p:nvPr/>
            </p:nvSpPr>
            <p:spPr>
              <a:xfrm>
                <a:off x="3071856" y="4146927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2" name="Google Shape;8729;p52">
                <a:extLst>
                  <a:ext uri="{FF2B5EF4-FFF2-40B4-BE49-F238E27FC236}">
                    <a16:creationId xmlns:a16="http://schemas.microsoft.com/office/drawing/2014/main" id="{EF2265E2-6873-9CC5-3FBB-2607D0DB76A2}"/>
                  </a:ext>
                </a:extLst>
              </p:cNvPr>
              <p:cNvSpPr/>
              <p:nvPr/>
            </p:nvSpPr>
            <p:spPr>
              <a:xfrm>
                <a:off x="3071311" y="3824042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8" y="3520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3" name="Google Shape;8730;p52">
                <a:extLst>
                  <a:ext uri="{FF2B5EF4-FFF2-40B4-BE49-F238E27FC236}">
                    <a16:creationId xmlns:a16="http://schemas.microsoft.com/office/drawing/2014/main" id="{4512185B-5323-CD3B-46A2-337C5C46CD3D}"/>
                  </a:ext>
                </a:extLst>
              </p:cNvPr>
              <p:cNvSpPr/>
              <p:nvPr/>
            </p:nvSpPr>
            <p:spPr>
              <a:xfrm>
                <a:off x="3071856" y="3824571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4" name="Google Shape;8731;p52">
                <a:extLst>
                  <a:ext uri="{FF2B5EF4-FFF2-40B4-BE49-F238E27FC236}">
                    <a16:creationId xmlns:a16="http://schemas.microsoft.com/office/drawing/2014/main" id="{E37BF428-1FDC-68E8-6B0B-77D05E9DCEB2}"/>
                  </a:ext>
                </a:extLst>
              </p:cNvPr>
              <p:cNvSpPr/>
              <p:nvPr/>
            </p:nvSpPr>
            <p:spPr>
              <a:xfrm>
                <a:off x="3071311" y="3770277"/>
                <a:ext cx="54793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18" y="3522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5" name="Google Shape;8732;p52">
                <a:extLst>
                  <a:ext uri="{FF2B5EF4-FFF2-40B4-BE49-F238E27FC236}">
                    <a16:creationId xmlns:a16="http://schemas.microsoft.com/office/drawing/2014/main" id="{1432F76D-F771-FFE6-700C-B6F62ECD38E7}"/>
                  </a:ext>
                </a:extLst>
              </p:cNvPr>
              <p:cNvSpPr/>
              <p:nvPr/>
            </p:nvSpPr>
            <p:spPr>
              <a:xfrm>
                <a:off x="3071856" y="3770838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6" name="Google Shape;8733;p52">
                <a:extLst>
                  <a:ext uri="{FF2B5EF4-FFF2-40B4-BE49-F238E27FC236}">
                    <a16:creationId xmlns:a16="http://schemas.microsoft.com/office/drawing/2014/main" id="{620C3D13-7E31-5339-1F6D-1E4871812537}"/>
                  </a:ext>
                </a:extLst>
              </p:cNvPr>
              <p:cNvSpPr/>
              <p:nvPr/>
            </p:nvSpPr>
            <p:spPr>
              <a:xfrm>
                <a:off x="3017561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7" name="Google Shape;8734;p52">
                <a:extLst>
                  <a:ext uri="{FF2B5EF4-FFF2-40B4-BE49-F238E27FC236}">
                    <a16:creationId xmlns:a16="http://schemas.microsoft.com/office/drawing/2014/main" id="{A52A7F7A-44E4-BCD7-41DF-928FD11EEF3F}"/>
                  </a:ext>
                </a:extLst>
              </p:cNvPr>
              <p:cNvSpPr/>
              <p:nvPr/>
            </p:nvSpPr>
            <p:spPr>
              <a:xfrm>
                <a:off x="301812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8" name="Google Shape;8735;p52">
                <a:extLst>
                  <a:ext uri="{FF2B5EF4-FFF2-40B4-BE49-F238E27FC236}">
                    <a16:creationId xmlns:a16="http://schemas.microsoft.com/office/drawing/2014/main" id="{A1E99154-3375-D0F1-4BB9-9E890F4E6B25}"/>
                  </a:ext>
                </a:extLst>
              </p:cNvPr>
              <p:cNvSpPr/>
              <p:nvPr/>
            </p:nvSpPr>
            <p:spPr>
              <a:xfrm>
                <a:off x="3017561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9" name="Google Shape;8736;p52">
                <a:extLst>
                  <a:ext uri="{FF2B5EF4-FFF2-40B4-BE49-F238E27FC236}">
                    <a16:creationId xmlns:a16="http://schemas.microsoft.com/office/drawing/2014/main" id="{9EEC3802-C5C9-53F6-D2D1-CF87324F9DF7}"/>
                  </a:ext>
                </a:extLst>
              </p:cNvPr>
              <p:cNvSpPr/>
              <p:nvPr/>
            </p:nvSpPr>
            <p:spPr>
              <a:xfrm>
                <a:off x="301812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0" name="Google Shape;8737;p52">
                <a:extLst>
                  <a:ext uri="{FF2B5EF4-FFF2-40B4-BE49-F238E27FC236}">
                    <a16:creationId xmlns:a16="http://schemas.microsoft.com/office/drawing/2014/main" id="{27AAE3C6-41CD-BF68-F0D9-E524DD411C44}"/>
                  </a:ext>
                </a:extLst>
              </p:cNvPr>
              <p:cNvSpPr/>
              <p:nvPr/>
            </p:nvSpPr>
            <p:spPr>
              <a:xfrm>
                <a:off x="3017561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1" name="Google Shape;8738;p52">
                <a:extLst>
                  <a:ext uri="{FF2B5EF4-FFF2-40B4-BE49-F238E27FC236}">
                    <a16:creationId xmlns:a16="http://schemas.microsoft.com/office/drawing/2014/main" id="{5DCD31E5-E605-1D52-EA96-9F6570440FEE}"/>
                  </a:ext>
                </a:extLst>
              </p:cNvPr>
              <p:cNvSpPr/>
              <p:nvPr/>
            </p:nvSpPr>
            <p:spPr>
              <a:xfrm>
                <a:off x="301812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2" name="Google Shape;8739;p52">
                <a:extLst>
                  <a:ext uri="{FF2B5EF4-FFF2-40B4-BE49-F238E27FC236}">
                    <a16:creationId xmlns:a16="http://schemas.microsoft.com/office/drawing/2014/main" id="{27314859-BEFB-238A-29F3-680EE1D16948}"/>
                  </a:ext>
                </a:extLst>
              </p:cNvPr>
              <p:cNvSpPr/>
              <p:nvPr/>
            </p:nvSpPr>
            <p:spPr>
              <a:xfrm>
                <a:off x="2963828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3" name="Google Shape;8740;p52">
                <a:extLst>
                  <a:ext uri="{FF2B5EF4-FFF2-40B4-BE49-F238E27FC236}">
                    <a16:creationId xmlns:a16="http://schemas.microsoft.com/office/drawing/2014/main" id="{8DC05EFE-C603-553E-25C3-513035FC12AB}"/>
                  </a:ext>
                </a:extLst>
              </p:cNvPr>
              <p:cNvSpPr/>
              <p:nvPr/>
            </p:nvSpPr>
            <p:spPr>
              <a:xfrm>
                <a:off x="2964373" y="4522939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4" name="Google Shape;8741;p52">
                <a:extLst>
                  <a:ext uri="{FF2B5EF4-FFF2-40B4-BE49-F238E27FC236}">
                    <a16:creationId xmlns:a16="http://schemas.microsoft.com/office/drawing/2014/main" id="{58ABE8C0-EFE5-813E-5691-D5C4CC25B3C0}"/>
                  </a:ext>
                </a:extLst>
              </p:cNvPr>
              <p:cNvSpPr/>
              <p:nvPr/>
            </p:nvSpPr>
            <p:spPr>
              <a:xfrm>
                <a:off x="2963828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5" name="Google Shape;8742;p52">
                <a:extLst>
                  <a:ext uri="{FF2B5EF4-FFF2-40B4-BE49-F238E27FC236}">
                    <a16:creationId xmlns:a16="http://schemas.microsoft.com/office/drawing/2014/main" id="{B3A6A97A-D858-B1BF-4FB3-1029A7B06421}"/>
                  </a:ext>
                </a:extLst>
              </p:cNvPr>
              <p:cNvSpPr/>
              <p:nvPr/>
            </p:nvSpPr>
            <p:spPr>
              <a:xfrm>
                <a:off x="296437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6" name="Google Shape;8743;p52">
                <a:extLst>
                  <a:ext uri="{FF2B5EF4-FFF2-40B4-BE49-F238E27FC236}">
                    <a16:creationId xmlns:a16="http://schemas.microsoft.com/office/drawing/2014/main" id="{95337C00-1790-D278-E928-AEB041176E36}"/>
                  </a:ext>
                </a:extLst>
              </p:cNvPr>
              <p:cNvSpPr/>
              <p:nvPr/>
            </p:nvSpPr>
            <p:spPr>
              <a:xfrm>
                <a:off x="2963828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7" name="Google Shape;8744;p52">
                <a:extLst>
                  <a:ext uri="{FF2B5EF4-FFF2-40B4-BE49-F238E27FC236}">
                    <a16:creationId xmlns:a16="http://schemas.microsoft.com/office/drawing/2014/main" id="{9DC6E0F9-6B3F-A5C6-9CFD-3B0FA0CFF82E}"/>
                  </a:ext>
                </a:extLst>
              </p:cNvPr>
              <p:cNvSpPr/>
              <p:nvPr/>
            </p:nvSpPr>
            <p:spPr>
              <a:xfrm>
                <a:off x="296437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8" name="Google Shape;8745;p52">
                <a:extLst>
                  <a:ext uri="{FF2B5EF4-FFF2-40B4-BE49-F238E27FC236}">
                    <a16:creationId xmlns:a16="http://schemas.microsoft.com/office/drawing/2014/main" id="{02600D6F-7629-65A4-33EA-CAB316BC0545}"/>
                  </a:ext>
                </a:extLst>
              </p:cNvPr>
              <p:cNvSpPr/>
              <p:nvPr/>
            </p:nvSpPr>
            <p:spPr>
              <a:xfrm>
                <a:off x="2910670" y="4469267"/>
                <a:ext cx="53718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48" y="3446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9" name="Google Shape;8746;p52">
                <a:extLst>
                  <a:ext uri="{FF2B5EF4-FFF2-40B4-BE49-F238E27FC236}">
                    <a16:creationId xmlns:a16="http://schemas.microsoft.com/office/drawing/2014/main" id="{9F9CEF24-5926-4D2F-CFC1-4CDD69DEB40A}"/>
                  </a:ext>
                </a:extLst>
              </p:cNvPr>
              <p:cNvSpPr/>
              <p:nvPr/>
            </p:nvSpPr>
            <p:spPr>
              <a:xfrm>
                <a:off x="2910141" y="4414973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0" name="Google Shape;8747;p52">
                <a:extLst>
                  <a:ext uri="{FF2B5EF4-FFF2-40B4-BE49-F238E27FC236}">
                    <a16:creationId xmlns:a16="http://schemas.microsoft.com/office/drawing/2014/main" id="{EEB25A9C-4D70-026D-5645-CBB1259962BE}"/>
                  </a:ext>
                </a:extLst>
              </p:cNvPr>
              <p:cNvSpPr/>
              <p:nvPr/>
            </p:nvSpPr>
            <p:spPr>
              <a:xfrm>
                <a:off x="2910670" y="4415503"/>
                <a:ext cx="53718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1" name="Google Shape;8748;p52">
                <a:extLst>
                  <a:ext uri="{FF2B5EF4-FFF2-40B4-BE49-F238E27FC236}">
                    <a16:creationId xmlns:a16="http://schemas.microsoft.com/office/drawing/2014/main" id="{B382519D-EFC3-2E6C-F607-7EE294DAE48A}"/>
                  </a:ext>
                </a:extLst>
              </p:cNvPr>
              <p:cNvSpPr/>
              <p:nvPr/>
            </p:nvSpPr>
            <p:spPr>
              <a:xfrm>
                <a:off x="2910141" y="4200069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2" name="Google Shape;8749;p52">
                <a:extLst>
                  <a:ext uri="{FF2B5EF4-FFF2-40B4-BE49-F238E27FC236}">
                    <a16:creationId xmlns:a16="http://schemas.microsoft.com/office/drawing/2014/main" id="{F06B42F4-0D81-5B66-8DBB-11D38B9D154F}"/>
                  </a:ext>
                </a:extLst>
              </p:cNvPr>
              <p:cNvSpPr/>
              <p:nvPr/>
            </p:nvSpPr>
            <p:spPr>
              <a:xfrm>
                <a:off x="2910670" y="4200599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3" name="Google Shape;8750;p52">
                <a:extLst>
                  <a:ext uri="{FF2B5EF4-FFF2-40B4-BE49-F238E27FC236}">
                    <a16:creationId xmlns:a16="http://schemas.microsoft.com/office/drawing/2014/main" id="{B7153715-D8B4-3CA6-F1F7-5C4065B6327C}"/>
                  </a:ext>
                </a:extLst>
              </p:cNvPr>
              <p:cNvSpPr/>
              <p:nvPr/>
            </p:nvSpPr>
            <p:spPr>
              <a:xfrm>
                <a:off x="2856407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0" y="3521"/>
                    </a:lnTo>
                    <a:lnTo>
                      <a:pt x="35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4" name="Google Shape;8751;p52">
                <a:extLst>
                  <a:ext uri="{FF2B5EF4-FFF2-40B4-BE49-F238E27FC236}">
                    <a16:creationId xmlns:a16="http://schemas.microsoft.com/office/drawing/2014/main" id="{07DC4D35-A230-1D0F-0C86-E24741174D8A}"/>
                  </a:ext>
                </a:extLst>
              </p:cNvPr>
              <p:cNvSpPr/>
              <p:nvPr/>
            </p:nvSpPr>
            <p:spPr>
              <a:xfrm>
                <a:off x="2856936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5" name="Google Shape;8752;p52">
                <a:extLst>
                  <a:ext uri="{FF2B5EF4-FFF2-40B4-BE49-F238E27FC236}">
                    <a16:creationId xmlns:a16="http://schemas.microsoft.com/office/drawing/2014/main" id="{0A919732-78EF-F86F-6E53-EF9297F20D87}"/>
                  </a:ext>
                </a:extLst>
              </p:cNvPr>
              <p:cNvSpPr/>
              <p:nvPr/>
            </p:nvSpPr>
            <p:spPr>
              <a:xfrm>
                <a:off x="2856936" y="436176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6" name="Google Shape;8753;p52">
                <a:extLst>
                  <a:ext uri="{FF2B5EF4-FFF2-40B4-BE49-F238E27FC236}">
                    <a16:creationId xmlns:a16="http://schemas.microsoft.com/office/drawing/2014/main" id="{DF397CAF-AF02-12C5-BBE2-D96D84813C17}"/>
                  </a:ext>
                </a:extLst>
              </p:cNvPr>
              <p:cNvSpPr/>
              <p:nvPr/>
            </p:nvSpPr>
            <p:spPr>
              <a:xfrm>
                <a:off x="2856936" y="4308097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52" y="3447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7" name="Google Shape;8754;p52">
                <a:extLst>
                  <a:ext uri="{FF2B5EF4-FFF2-40B4-BE49-F238E27FC236}">
                    <a16:creationId xmlns:a16="http://schemas.microsoft.com/office/drawing/2014/main" id="{5E6C4DEF-423A-F056-A96B-DDD4F49801B9}"/>
                  </a:ext>
                </a:extLst>
              </p:cNvPr>
              <p:cNvSpPr/>
              <p:nvPr/>
            </p:nvSpPr>
            <p:spPr>
              <a:xfrm>
                <a:off x="2856936" y="4254332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878" name="Google Shape;7075;p50">
            <a:extLst>
              <a:ext uri="{FF2B5EF4-FFF2-40B4-BE49-F238E27FC236}">
                <a16:creationId xmlns:a16="http://schemas.microsoft.com/office/drawing/2014/main" id="{A87753E7-6474-EF2E-B61A-3002ECB7BF83}"/>
              </a:ext>
            </a:extLst>
          </p:cNvPr>
          <p:cNvGrpSpPr/>
          <p:nvPr/>
        </p:nvGrpSpPr>
        <p:grpSpPr>
          <a:xfrm>
            <a:off x="8507524" y="2153425"/>
            <a:ext cx="531850" cy="531850"/>
            <a:chOff x="3338375" y="2615825"/>
            <a:chExt cx="531850" cy="531850"/>
          </a:xfrm>
        </p:grpSpPr>
        <p:sp>
          <p:nvSpPr>
            <p:cNvPr id="5879" name="Google Shape;7076;p50">
              <a:extLst>
                <a:ext uri="{FF2B5EF4-FFF2-40B4-BE49-F238E27FC236}">
                  <a16:creationId xmlns:a16="http://schemas.microsoft.com/office/drawing/2014/main" id="{D0804630-41D8-5CF2-60F1-04C07E4995A5}"/>
                </a:ext>
              </a:extLst>
            </p:cNvPr>
            <p:cNvSpPr/>
            <p:nvPr/>
          </p:nvSpPr>
          <p:spPr>
            <a:xfrm>
              <a:off x="3338375" y="2615825"/>
              <a:ext cx="531850" cy="531850"/>
            </a:xfrm>
            <a:custGeom>
              <a:avLst/>
              <a:gdLst/>
              <a:ahLst/>
              <a:cxnLst/>
              <a:rect l="l" t="t" r="r" b="b"/>
              <a:pathLst>
                <a:path w="21274" h="21274" extrusionOk="0">
                  <a:moveTo>
                    <a:pt x="9712" y="1"/>
                  </a:moveTo>
                  <a:lnTo>
                    <a:pt x="9712" y="1387"/>
                  </a:lnTo>
                  <a:lnTo>
                    <a:pt x="8326" y="1387"/>
                  </a:lnTo>
                  <a:lnTo>
                    <a:pt x="8326" y="2775"/>
                  </a:lnTo>
                  <a:lnTo>
                    <a:pt x="6938" y="2775"/>
                  </a:lnTo>
                  <a:lnTo>
                    <a:pt x="6938" y="4161"/>
                  </a:lnTo>
                  <a:lnTo>
                    <a:pt x="5551" y="4161"/>
                  </a:lnTo>
                  <a:lnTo>
                    <a:pt x="5551" y="5549"/>
                  </a:lnTo>
                  <a:lnTo>
                    <a:pt x="4163" y="5549"/>
                  </a:lnTo>
                  <a:lnTo>
                    <a:pt x="4163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1389" y="8324"/>
                  </a:lnTo>
                  <a:lnTo>
                    <a:pt x="1389" y="9712"/>
                  </a:lnTo>
                  <a:lnTo>
                    <a:pt x="1" y="9712"/>
                  </a:lnTo>
                  <a:lnTo>
                    <a:pt x="1" y="11098"/>
                  </a:lnTo>
                  <a:lnTo>
                    <a:pt x="1389" y="11098"/>
                  </a:lnTo>
                  <a:lnTo>
                    <a:pt x="1389" y="12486"/>
                  </a:lnTo>
                  <a:lnTo>
                    <a:pt x="1389" y="21273"/>
                  </a:lnTo>
                  <a:lnTo>
                    <a:pt x="7863" y="21273"/>
                  </a:lnTo>
                  <a:lnTo>
                    <a:pt x="7863" y="12948"/>
                  </a:lnTo>
                  <a:lnTo>
                    <a:pt x="13412" y="12948"/>
                  </a:lnTo>
                  <a:lnTo>
                    <a:pt x="13412" y="21273"/>
                  </a:lnTo>
                  <a:lnTo>
                    <a:pt x="19887" y="21273"/>
                  </a:lnTo>
                  <a:lnTo>
                    <a:pt x="19887" y="12486"/>
                  </a:lnTo>
                  <a:lnTo>
                    <a:pt x="19887" y="11098"/>
                  </a:lnTo>
                  <a:lnTo>
                    <a:pt x="21273" y="11098"/>
                  </a:lnTo>
                  <a:lnTo>
                    <a:pt x="21273" y="9712"/>
                  </a:lnTo>
                  <a:lnTo>
                    <a:pt x="19887" y="9712"/>
                  </a:lnTo>
                  <a:lnTo>
                    <a:pt x="19887" y="8324"/>
                  </a:lnTo>
                  <a:lnTo>
                    <a:pt x="18499" y="8324"/>
                  </a:lnTo>
                  <a:lnTo>
                    <a:pt x="18499" y="1387"/>
                  </a:lnTo>
                  <a:lnTo>
                    <a:pt x="18499" y="925"/>
                  </a:lnTo>
                  <a:lnTo>
                    <a:pt x="18499" y="1"/>
                  </a:lnTo>
                  <a:lnTo>
                    <a:pt x="14337" y="1"/>
                  </a:lnTo>
                  <a:lnTo>
                    <a:pt x="14337" y="925"/>
                  </a:lnTo>
                  <a:lnTo>
                    <a:pt x="14337" y="1387"/>
                  </a:lnTo>
                  <a:lnTo>
                    <a:pt x="14337" y="2775"/>
                  </a:lnTo>
                  <a:lnTo>
                    <a:pt x="12950" y="2775"/>
                  </a:lnTo>
                  <a:lnTo>
                    <a:pt x="12950" y="1387"/>
                  </a:lnTo>
                  <a:lnTo>
                    <a:pt x="11562" y="1387"/>
                  </a:lnTo>
                  <a:lnTo>
                    <a:pt x="115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7077;p50">
              <a:extLst>
                <a:ext uri="{FF2B5EF4-FFF2-40B4-BE49-F238E27FC236}">
                  <a16:creationId xmlns:a16="http://schemas.microsoft.com/office/drawing/2014/main" id="{4F18FA9E-C216-97B7-D698-186B8256F868}"/>
                </a:ext>
              </a:extLst>
            </p:cNvPr>
            <p:cNvSpPr/>
            <p:nvPr/>
          </p:nvSpPr>
          <p:spPr>
            <a:xfrm>
              <a:off x="3696775" y="2615825"/>
              <a:ext cx="104075" cy="208100"/>
            </a:xfrm>
            <a:custGeom>
              <a:avLst/>
              <a:gdLst/>
              <a:ahLst/>
              <a:cxnLst/>
              <a:rect l="l" t="t" r="r" b="b"/>
              <a:pathLst>
                <a:path w="4163" h="8324" extrusionOk="0">
                  <a:moveTo>
                    <a:pt x="1" y="1"/>
                  </a:moveTo>
                  <a:lnTo>
                    <a:pt x="1" y="5549"/>
                  </a:lnTo>
                  <a:lnTo>
                    <a:pt x="1389" y="5549"/>
                  </a:lnTo>
                  <a:lnTo>
                    <a:pt x="1389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4163" y="8324"/>
                  </a:lnTo>
                  <a:lnTo>
                    <a:pt x="4163" y="5549"/>
                  </a:lnTo>
                  <a:lnTo>
                    <a:pt x="4163" y="2775"/>
                  </a:lnTo>
                  <a:lnTo>
                    <a:pt x="41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7078;p50">
              <a:extLst>
                <a:ext uri="{FF2B5EF4-FFF2-40B4-BE49-F238E27FC236}">
                  <a16:creationId xmlns:a16="http://schemas.microsoft.com/office/drawing/2014/main" id="{24450613-7DA3-B292-EAB9-71CAAFF8D660}"/>
                </a:ext>
              </a:extLst>
            </p:cNvPr>
            <p:cNvSpPr/>
            <p:nvPr/>
          </p:nvSpPr>
          <p:spPr>
            <a:xfrm>
              <a:off x="3338375" y="2615825"/>
              <a:ext cx="531850" cy="277475"/>
            </a:xfrm>
            <a:custGeom>
              <a:avLst/>
              <a:gdLst/>
              <a:ahLst/>
              <a:cxnLst/>
              <a:rect l="l" t="t" r="r" b="b"/>
              <a:pathLst>
                <a:path w="21274" h="11099" extrusionOk="0">
                  <a:moveTo>
                    <a:pt x="9712" y="1"/>
                  </a:moveTo>
                  <a:lnTo>
                    <a:pt x="9712" y="1387"/>
                  </a:lnTo>
                  <a:lnTo>
                    <a:pt x="8326" y="1387"/>
                  </a:lnTo>
                  <a:lnTo>
                    <a:pt x="8326" y="2775"/>
                  </a:lnTo>
                  <a:lnTo>
                    <a:pt x="6938" y="2775"/>
                  </a:lnTo>
                  <a:lnTo>
                    <a:pt x="6938" y="4161"/>
                  </a:lnTo>
                  <a:lnTo>
                    <a:pt x="5551" y="4161"/>
                  </a:lnTo>
                  <a:lnTo>
                    <a:pt x="5551" y="5549"/>
                  </a:lnTo>
                  <a:lnTo>
                    <a:pt x="4163" y="5549"/>
                  </a:lnTo>
                  <a:lnTo>
                    <a:pt x="4163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1389" y="8324"/>
                  </a:lnTo>
                  <a:lnTo>
                    <a:pt x="1389" y="9712"/>
                  </a:lnTo>
                  <a:lnTo>
                    <a:pt x="1" y="9712"/>
                  </a:lnTo>
                  <a:lnTo>
                    <a:pt x="1" y="11098"/>
                  </a:lnTo>
                  <a:lnTo>
                    <a:pt x="4163" y="11098"/>
                  </a:lnTo>
                  <a:lnTo>
                    <a:pt x="4163" y="9712"/>
                  </a:lnTo>
                  <a:lnTo>
                    <a:pt x="5551" y="9712"/>
                  </a:lnTo>
                  <a:lnTo>
                    <a:pt x="5551" y="8324"/>
                  </a:lnTo>
                  <a:lnTo>
                    <a:pt x="6938" y="8324"/>
                  </a:lnTo>
                  <a:lnTo>
                    <a:pt x="6938" y="6937"/>
                  </a:lnTo>
                  <a:lnTo>
                    <a:pt x="8326" y="6937"/>
                  </a:lnTo>
                  <a:lnTo>
                    <a:pt x="8326" y="5549"/>
                  </a:lnTo>
                  <a:lnTo>
                    <a:pt x="9712" y="5549"/>
                  </a:lnTo>
                  <a:lnTo>
                    <a:pt x="9712" y="4161"/>
                  </a:lnTo>
                  <a:lnTo>
                    <a:pt x="11562" y="4161"/>
                  </a:lnTo>
                  <a:lnTo>
                    <a:pt x="11562" y="5549"/>
                  </a:lnTo>
                  <a:lnTo>
                    <a:pt x="12950" y="5549"/>
                  </a:lnTo>
                  <a:lnTo>
                    <a:pt x="12950" y="6937"/>
                  </a:lnTo>
                  <a:lnTo>
                    <a:pt x="14337" y="6937"/>
                  </a:lnTo>
                  <a:lnTo>
                    <a:pt x="14337" y="8324"/>
                  </a:lnTo>
                  <a:lnTo>
                    <a:pt x="15725" y="8324"/>
                  </a:lnTo>
                  <a:lnTo>
                    <a:pt x="15725" y="9712"/>
                  </a:lnTo>
                  <a:lnTo>
                    <a:pt x="17113" y="9712"/>
                  </a:lnTo>
                  <a:lnTo>
                    <a:pt x="17113" y="11098"/>
                  </a:lnTo>
                  <a:lnTo>
                    <a:pt x="21273" y="11098"/>
                  </a:lnTo>
                  <a:lnTo>
                    <a:pt x="21273" y="9712"/>
                  </a:lnTo>
                  <a:lnTo>
                    <a:pt x="19887" y="9712"/>
                  </a:lnTo>
                  <a:lnTo>
                    <a:pt x="19887" y="8324"/>
                  </a:lnTo>
                  <a:lnTo>
                    <a:pt x="18499" y="8324"/>
                  </a:lnTo>
                  <a:lnTo>
                    <a:pt x="18499" y="6937"/>
                  </a:lnTo>
                  <a:lnTo>
                    <a:pt x="17113" y="6937"/>
                  </a:lnTo>
                  <a:lnTo>
                    <a:pt x="17113" y="5549"/>
                  </a:lnTo>
                  <a:lnTo>
                    <a:pt x="15725" y="5549"/>
                  </a:lnTo>
                  <a:lnTo>
                    <a:pt x="15725" y="4161"/>
                  </a:lnTo>
                  <a:lnTo>
                    <a:pt x="14337" y="4161"/>
                  </a:lnTo>
                  <a:lnTo>
                    <a:pt x="14337" y="2775"/>
                  </a:lnTo>
                  <a:lnTo>
                    <a:pt x="12950" y="2775"/>
                  </a:lnTo>
                  <a:lnTo>
                    <a:pt x="12950" y="1387"/>
                  </a:lnTo>
                  <a:lnTo>
                    <a:pt x="11562" y="1387"/>
                  </a:lnTo>
                  <a:lnTo>
                    <a:pt x="115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2" name="Google Shape;7079;p50">
              <a:extLst>
                <a:ext uri="{FF2B5EF4-FFF2-40B4-BE49-F238E27FC236}">
                  <a16:creationId xmlns:a16="http://schemas.microsoft.com/office/drawing/2014/main" id="{D450C189-EAD4-11D5-EDDD-2DD89DCD549B}"/>
                </a:ext>
              </a:extLst>
            </p:cNvPr>
            <p:cNvSpPr/>
            <p:nvPr/>
          </p:nvSpPr>
          <p:spPr>
            <a:xfrm>
              <a:off x="3581175" y="2615825"/>
              <a:ext cx="46275" cy="34700"/>
            </a:xfrm>
            <a:custGeom>
              <a:avLst/>
              <a:gdLst/>
              <a:ahLst/>
              <a:cxnLst/>
              <a:rect l="l" t="t" r="r" b="b"/>
              <a:pathLst>
                <a:path w="1851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850" y="1387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3" name="Google Shape;7080;p50">
              <a:extLst>
                <a:ext uri="{FF2B5EF4-FFF2-40B4-BE49-F238E27FC236}">
                  <a16:creationId xmlns:a16="http://schemas.microsoft.com/office/drawing/2014/main" id="{DB61D9D5-E843-4D82-FDE7-6001C10E74A8}"/>
                </a:ext>
              </a:extLst>
            </p:cNvPr>
            <p:cNvSpPr/>
            <p:nvPr/>
          </p:nvSpPr>
          <p:spPr>
            <a:xfrm>
              <a:off x="3511800" y="2685175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4" name="Google Shape;7081;p50">
              <a:extLst>
                <a:ext uri="{FF2B5EF4-FFF2-40B4-BE49-F238E27FC236}">
                  <a16:creationId xmlns:a16="http://schemas.microsoft.com/office/drawing/2014/main" id="{20CDE997-39EC-D517-CCFF-E239C58AE73E}"/>
                </a:ext>
              </a:extLst>
            </p:cNvPr>
            <p:cNvSpPr/>
            <p:nvPr/>
          </p:nvSpPr>
          <p:spPr>
            <a:xfrm>
              <a:off x="3477150" y="2719850"/>
              <a:ext cx="34675" cy="34725"/>
            </a:xfrm>
            <a:custGeom>
              <a:avLst/>
              <a:gdLst/>
              <a:ahLst/>
              <a:cxnLst/>
              <a:rect l="l" t="t" r="r" b="b"/>
              <a:pathLst>
                <a:path w="1387" h="1389" extrusionOk="0">
                  <a:moveTo>
                    <a:pt x="0" y="0"/>
                  </a:moveTo>
                  <a:lnTo>
                    <a:pt x="0" y="1388"/>
                  </a:lnTo>
                  <a:lnTo>
                    <a:pt x="1387" y="1388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5" name="Google Shape;7082;p50">
              <a:extLst>
                <a:ext uri="{FF2B5EF4-FFF2-40B4-BE49-F238E27FC236}">
                  <a16:creationId xmlns:a16="http://schemas.microsoft.com/office/drawing/2014/main" id="{3BA78F25-8FBE-C16B-9EB0-F506B2B8EEEA}"/>
                </a:ext>
              </a:extLst>
            </p:cNvPr>
            <p:cNvSpPr/>
            <p:nvPr/>
          </p:nvSpPr>
          <p:spPr>
            <a:xfrm>
              <a:off x="3442450" y="2754550"/>
              <a:ext cx="34725" cy="34725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0" y="0"/>
                  </a:moveTo>
                  <a:lnTo>
                    <a:pt x="0" y="1388"/>
                  </a:lnTo>
                  <a:lnTo>
                    <a:pt x="1388" y="1388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6" name="Google Shape;7083;p50">
              <a:extLst>
                <a:ext uri="{FF2B5EF4-FFF2-40B4-BE49-F238E27FC236}">
                  <a16:creationId xmlns:a16="http://schemas.microsoft.com/office/drawing/2014/main" id="{485C60FC-2D50-C7AA-8825-F4CEB51B02F2}"/>
                </a:ext>
              </a:extLst>
            </p:cNvPr>
            <p:cNvSpPr/>
            <p:nvPr/>
          </p:nvSpPr>
          <p:spPr>
            <a:xfrm>
              <a:off x="3407775" y="2789250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7" name="Google Shape;7084;p50">
              <a:extLst>
                <a:ext uri="{FF2B5EF4-FFF2-40B4-BE49-F238E27FC236}">
                  <a16:creationId xmlns:a16="http://schemas.microsoft.com/office/drawing/2014/main" id="{6C47A045-3DF2-FE82-7BCE-693131293E1B}"/>
                </a:ext>
              </a:extLst>
            </p:cNvPr>
            <p:cNvSpPr/>
            <p:nvPr/>
          </p:nvSpPr>
          <p:spPr>
            <a:xfrm>
              <a:off x="3373075" y="2823900"/>
              <a:ext cx="34700" cy="34725"/>
            </a:xfrm>
            <a:custGeom>
              <a:avLst/>
              <a:gdLst/>
              <a:ahLst/>
              <a:cxnLst/>
              <a:rect l="l" t="t" r="r" b="b"/>
              <a:pathLst>
                <a:path w="1388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1387" y="1389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8" name="Google Shape;7085;p50">
              <a:extLst>
                <a:ext uri="{FF2B5EF4-FFF2-40B4-BE49-F238E27FC236}">
                  <a16:creationId xmlns:a16="http://schemas.microsoft.com/office/drawing/2014/main" id="{474F7419-41E9-09CA-9A41-6B07AEAD0B79}"/>
                </a:ext>
              </a:extLst>
            </p:cNvPr>
            <p:cNvSpPr/>
            <p:nvPr/>
          </p:nvSpPr>
          <p:spPr>
            <a:xfrm>
              <a:off x="3338375" y="28586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9" name="Google Shape;7086;p50">
              <a:extLst>
                <a:ext uri="{FF2B5EF4-FFF2-40B4-BE49-F238E27FC236}">
                  <a16:creationId xmlns:a16="http://schemas.microsoft.com/office/drawing/2014/main" id="{9049DC2C-BD8D-2C14-E78F-91CFCB951579}"/>
                </a:ext>
              </a:extLst>
            </p:cNvPr>
            <p:cNvSpPr/>
            <p:nvPr/>
          </p:nvSpPr>
          <p:spPr>
            <a:xfrm>
              <a:off x="3662125" y="2615825"/>
              <a:ext cx="138725" cy="208100"/>
            </a:xfrm>
            <a:custGeom>
              <a:avLst/>
              <a:gdLst/>
              <a:ahLst/>
              <a:cxnLst/>
              <a:rect l="l" t="t" r="r" b="b"/>
              <a:pathLst>
                <a:path w="5549" h="8324" extrusionOk="0">
                  <a:moveTo>
                    <a:pt x="1387" y="1"/>
                  </a:moveTo>
                  <a:lnTo>
                    <a:pt x="1387" y="925"/>
                  </a:lnTo>
                  <a:lnTo>
                    <a:pt x="1387" y="1387"/>
                  </a:lnTo>
                  <a:lnTo>
                    <a:pt x="1387" y="2775"/>
                  </a:lnTo>
                  <a:lnTo>
                    <a:pt x="0" y="2775"/>
                  </a:lnTo>
                  <a:lnTo>
                    <a:pt x="0" y="4161"/>
                  </a:lnTo>
                  <a:lnTo>
                    <a:pt x="1387" y="4161"/>
                  </a:lnTo>
                  <a:lnTo>
                    <a:pt x="1387" y="5549"/>
                  </a:lnTo>
                  <a:lnTo>
                    <a:pt x="2775" y="5549"/>
                  </a:lnTo>
                  <a:lnTo>
                    <a:pt x="2775" y="1387"/>
                  </a:lnTo>
                  <a:lnTo>
                    <a:pt x="4163" y="1387"/>
                  </a:lnTo>
                  <a:lnTo>
                    <a:pt x="4163" y="8324"/>
                  </a:lnTo>
                  <a:lnTo>
                    <a:pt x="5549" y="8324"/>
                  </a:lnTo>
                  <a:lnTo>
                    <a:pt x="5549" y="1387"/>
                  </a:lnTo>
                  <a:lnTo>
                    <a:pt x="5549" y="925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0" name="Google Shape;7087;p50">
              <a:extLst>
                <a:ext uri="{FF2B5EF4-FFF2-40B4-BE49-F238E27FC236}">
                  <a16:creationId xmlns:a16="http://schemas.microsoft.com/office/drawing/2014/main" id="{E91963FC-3122-1597-DBDD-39AEBC4D7A07}"/>
                </a:ext>
              </a:extLst>
            </p:cNvPr>
            <p:cNvSpPr/>
            <p:nvPr/>
          </p:nvSpPr>
          <p:spPr>
            <a:xfrm>
              <a:off x="3627425" y="26505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0" y="0"/>
                  </a:moveTo>
                  <a:lnTo>
                    <a:pt x="0" y="1388"/>
                  </a:lnTo>
                  <a:lnTo>
                    <a:pt x="1388" y="1388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1" name="Google Shape;7088;p50">
              <a:extLst>
                <a:ext uri="{FF2B5EF4-FFF2-40B4-BE49-F238E27FC236}">
                  <a16:creationId xmlns:a16="http://schemas.microsoft.com/office/drawing/2014/main" id="{2A1B4BE5-0132-7419-844D-8F70E3B57CE0}"/>
                </a:ext>
              </a:extLst>
            </p:cNvPr>
            <p:cNvSpPr/>
            <p:nvPr/>
          </p:nvSpPr>
          <p:spPr>
            <a:xfrm>
              <a:off x="3546500" y="26505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0"/>
                  </a:moveTo>
                  <a:lnTo>
                    <a:pt x="1" y="1388"/>
                  </a:lnTo>
                  <a:lnTo>
                    <a:pt x="1389" y="1388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2" name="Google Shape;7089;p50">
              <a:extLst>
                <a:ext uri="{FF2B5EF4-FFF2-40B4-BE49-F238E27FC236}">
                  <a16:creationId xmlns:a16="http://schemas.microsoft.com/office/drawing/2014/main" id="{503EF759-4174-99EB-B59C-44FCA9195430}"/>
                </a:ext>
              </a:extLst>
            </p:cNvPr>
            <p:cNvSpPr/>
            <p:nvPr/>
          </p:nvSpPr>
          <p:spPr>
            <a:xfrm>
              <a:off x="3373075" y="2893275"/>
              <a:ext cx="462475" cy="254400"/>
            </a:xfrm>
            <a:custGeom>
              <a:avLst/>
              <a:gdLst/>
              <a:ahLst/>
              <a:cxnLst/>
              <a:rect l="l" t="t" r="r" b="b"/>
              <a:pathLst>
                <a:path w="18499" h="10176" extrusionOk="0">
                  <a:moveTo>
                    <a:pt x="1" y="0"/>
                  </a:moveTo>
                  <a:lnTo>
                    <a:pt x="1" y="10175"/>
                  </a:lnTo>
                  <a:lnTo>
                    <a:pt x="6475" y="10175"/>
                  </a:lnTo>
                  <a:lnTo>
                    <a:pt x="6475" y="1850"/>
                  </a:lnTo>
                  <a:lnTo>
                    <a:pt x="12024" y="1850"/>
                  </a:lnTo>
                  <a:lnTo>
                    <a:pt x="12024" y="10175"/>
                  </a:lnTo>
                  <a:lnTo>
                    <a:pt x="18499" y="10175"/>
                  </a:lnTo>
                  <a:lnTo>
                    <a:pt x="18499" y="0"/>
                  </a:lnTo>
                  <a:lnTo>
                    <a:pt x="17111" y="0"/>
                  </a:lnTo>
                  <a:lnTo>
                    <a:pt x="17111" y="8787"/>
                  </a:lnTo>
                  <a:lnTo>
                    <a:pt x="13412" y="8787"/>
                  </a:lnTo>
                  <a:lnTo>
                    <a:pt x="13412" y="462"/>
                  </a:lnTo>
                  <a:lnTo>
                    <a:pt x="5088" y="462"/>
                  </a:lnTo>
                  <a:lnTo>
                    <a:pt x="5088" y="8787"/>
                  </a:lnTo>
                  <a:lnTo>
                    <a:pt x="1389" y="8787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3" name="Google Shape;7090;p50">
              <a:extLst>
                <a:ext uri="{FF2B5EF4-FFF2-40B4-BE49-F238E27FC236}">
                  <a16:creationId xmlns:a16="http://schemas.microsoft.com/office/drawing/2014/main" id="{9846E9A0-60B8-7FA9-F08C-1B07F1A12C9B}"/>
                </a:ext>
              </a:extLst>
            </p:cNvPr>
            <p:cNvSpPr/>
            <p:nvPr/>
          </p:nvSpPr>
          <p:spPr>
            <a:xfrm>
              <a:off x="3800850" y="2823900"/>
              <a:ext cx="34700" cy="34725"/>
            </a:xfrm>
            <a:custGeom>
              <a:avLst/>
              <a:gdLst/>
              <a:ahLst/>
              <a:cxnLst/>
              <a:rect l="l" t="t" r="r" b="b"/>
              <a:pathLst>
                <a:path w="1388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388" y="1389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4" name="Google Shape;7091;p50">
              <a:extLst>
                <a:ext uri="{FF2B5EF4-FFF2-40B4-BE49-F238E27FC236}">
                  <a16:creationId xmlns:a16="http://schemas.microsoft.com/office/drawing/2014/main" id="{4EB71D5D-0415-C220-CC76-7D9597F9C878}"/>
                </a:ext>
              </a:extLst>
            </p:cNvPr>
            <p:cNvSpPr/>
            <p:nvPr/>
          </p:nvSpPr>
          <p:spPr>
            <a:xfrm>
              <a:off x="3835525" y="2858600"/>
              <a:ext cx="34700" cy="34700"/>
            </a:xfrm>
            <a:custGeom>
              <a:avLst/>
              <a:gdLst/>
              <a:ahLst/>
              <a:cxnLst/>
              <a:rect l="l" t="t" r="r" b="b"/>
              <a:pathLst>
                <a:path w="1388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Imagem 4">
            <a:hlinkClick r:id="rId3"/>
            <a:extLst>
              <a:ext uri="{FF2B5EF4-FFF2-40B4-BE49-F238E27FC236}">
                <a16:creationId xmlns:a16="http://schemas.microsoft.com/office/drawing/2014/main" id="{C08640BF-05DD-45E2-9A30-610619354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2719" y="0"/>
            <a:ext cx="3078562" cy="51435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9339803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1" name="Google Shape;7141;p51"/>
          <p:cNvSpPr txBox="1">
            <a:spLocks noGrp="1"/>
          </p:cNvSpPr>
          <p:nvPr>
            <p:ph type="title"/>
          </p:nvPr>
        </p:nvSpPr>
        <p:spPr>
          <a:xfrm>
            <a:off x="1334700" y="1486772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OBRIGADO!</a:t>
            </a:r>
            <a:endParaRPr dirty="0"/>
          </a:p>
        </p:txBody>
      </p:sp>
      <p:sp>
        <p:nvSpPr>
          <p:cNvPr id="7143" name="Google Shape;7143;p51"/>
          <p:cNvSpPr txBox="1"/>
          <p:nvPr/>
        </p:nvSpPr>
        <p:spPr>
          <a:xfrm>
            <a:off x="2848350" y="4209525"/>
            <a:ext cx="34473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/>
                </a:solidFill>
                <a:latin typeface="Advent Pro"/>
                <a:ea typeface="Advent Pro"/>
                <a:cs typeface="Advent Pro"/>
                <a:sym typeface="Advent Pro"/>
              </a:rPr>
              <a:t>Please keep this slide for attribution.</a:t>
            </a:r>
            <a:endParaRPr b="1" dirty="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319CD9F-24AD-8653-1314-F8A9B64F3ED6}"/>
              </a:ext>
            </a:extLst>
          </p:cNvPr>
          <p:cNvSpPr/>
          <p:nvPr/>
        </p:nvSpPr>
        <p:spPr>
          <a:xfrm>
            <a:off x="2675467" y="3752427"/>
            <a:ext cx="3772746" cy="900853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42" name="Google Shape;7142;p51"/>
          <p:cNvSpPr txBox="1">
            <a:spLocks noGrp="1"/>
          </p:cNvSpPr>
          <p:nvPr>
            <p:ph type="subTitle" idx="1"/>
          </p:nvPr>
        </p:nvSpPr>
        <p:spPr>
          <a:xfrm>
            <a:off x="2456590" y="2415327"/>
            <a:ext cx="4210500" cy="13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Bruno Quirino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Felipe Ribeiro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Gabriel </a:t>
            </a:r>
            <a:r>
              <a:rPr lang="pt-BR" dirty="0" err="1"/>
              <a:t>Gazotti</a:t>
            </a:r>
            <a:endParaRPr lang="pt-B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Juliano Aleixo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Maria Vitória Costa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Tobias Pereira</a:t>
            </a:r>
            <a:endParaRPr dirty="0"/>
          </a:p>
        </p:txBody>
      </p:sp>
      <p:grpSp>
        <p:nvGrpSpPr>
          <p:cNvPr id="3" name="Google Shape;10641;p52">
            <a:extLst>
              <a:ext uri="{FF2B5EF4-FFF2-40B4-BE49-F238E27FC236}">
                <a16:creationId xmlns:a16="http://schemas.microsoft.com/office/drawing/2014/main" id="{4CD07012-BF6C-DB25-4927-464C0B2EA722}"/>
              </a:ext>
            </a:extLst>
          </p:cNvPr>
          <p:cNvGrpSpPr/>
          <p:nvPr/>
        </p:nvGrpSpPr>
        <p:grpSpPr>
          <a:xfrm>
            <a:off x="7981185" y="729038"/>
            <a:ext cx="428390" cy="367189"/>
            <a:chOff x="753950" y="238125"/>
            <a:chExt cx="6111125" cy="5238075"/>
          </a:xfrm>
        </p:grpSpPr>
        <p:sp>
          <p:nvSpPr>
            <p:cNvPr id="4" name="Google Shape;10642;p52">
              <a:extLst>
                <a:ext uri="{FF2B5EF4-FFF2-40B4-BE49-F238E27FC236}">
                  <a16:creationId xmlns:a16="http://schemas.microsoft.com/office/drawing/2014/main" id="{83107B68-74DD-6896-BBAE-3B94DC2FA4F0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643;p52">
              <a:extLst>
                <a:ext uri="{FF2B5EF4-FFF2-40B4-BE49-F238E27FC236}">
                  <a16:creationId xmlns:a16="http://schemas.microsoft.com/office/drawing/2014/main" id="{EDB0F376-F85A-36C5-0042-52088FFB002F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644;p52">
              <a:extLst>
                <a:ext uri="{FF2B5EF4-FFF2-40B4-BE49-F238E27FC236}">
                  <a16:creationId xmlns:a16="http://schemas.microsoft.com/office/drawing/2014/main" id="{46C95530-7ACC-AB85-EB31-6B8C848B0111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645;p52">
              <a:extLst>
                <a:ext uri="{FF2B5EF4-FFF2-40B4-BE49-F238E27FC236}">
                  <a16:creationId xmlns:a16="http://schemas.microsoft.com/office/drawing/2014/main" id="{888CF757-FAA8-6F37-98E6-F831BE444B4A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646;p52">
              <a:extLst>
                <a:ext uri="{FF2B5EF4-FFF2-40B4-BE49-F238E27FC236}">
                  <a16:creationId xmlns:a16="http://schemas.microsoft.com/office/drawing/2014/main" id="{2FE6FA4C-A230-4B99-F264-12ED0276669C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647;p52">
              <a:extLst>
                <a:ext uri="{FF2B5EF4-FFF2-40B4-BE49-F238E27FC236}">
                  <a16:creationId xmlns:a16="http://schemas.microsoft.com/office/drawing/2014/main" id="{FC8FC78C-05E6-2BAE-D7C1-0BA2FD767B76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648;p52">
              <a:extLst>
                <a:ext uri="{FF2B5EF4-FFF2-40B4-BE49-F238E27FC236}">
                  <a16:creationId xmlns:a16="http://schemas.microsoft.com/office/drawing/2014/main" id="{55532762-E19F-604C-A86F-A7DB82C3D5A9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649;p52">
              <a:extLst>
                <a:ext uri="{FF2B5EF4-FFF2-40B4-BE49-F238E27FC236}">
                  <a16:creationId xmlns:a16="http://schemas.microsoft.com/office/drawing/2014/main" id="{DD9004B0-92C7-05AC-26B1-3ADBF80DCD02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650;p52">
              <a:extLst>
                <a:ext uri="{FF2B5EF4-FFF2-40B4-BE49-F238E27FC236}">
                  <a16:creationId xmlns:a16="http://schemas.microsoft.com/office/drawing/2014/main" id="{DFD67E6F-76AD-F3C1-E719-C815B3ADC103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651;p52">
              <a:extLst>
                <a:ext uri="{FF2B5EF4-FFF2-40B4-BE49-F238E27FC236}">
                  <a16:creationId xmlns:a16="http://schemas.microsoft.com/office/drawing/2014/main" id="{876FD877-3AF8-7642-2251-39C9F6BBF99F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652;p52">
              <a:extLst>
                <a:ext uri="{FF2B5EF4-FFF2-40B4-BE49-F238E27FC236}">
                  <a16:creationId xmlns:a16="http://schemas.microsoft.com/office/drawing/2014/main" id="{BE2CCDE2-6B2E-C0EA-9BBF-D6291F7EEE80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653;p52">
              <a:extLst>
                <a:ext uri="{FF2B5EF4-FFF2-40B4-BE49-F238E27FC236}">
                  <a16:creationId xmlns:a16="http://schemas.microsoft.com/office/drawing/2014/main" id="{3030FBA6-E04B-6DB3-D722-B6A62A686D66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654;p52">
              <a:extLst>
                <a:ext uri="{FF2B5EF4-FFF2-40B4-BE49-F238E27FC236}">
                  <a16:creationId xmlns:a16="http://schemas.microsoft.com/office/drawing/2014/main" id="{FDBBE95C-4381-3E42-CFDB-D9F38935F973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655;p52">
              <a:extLst>
                <a:ext uri="{FF2B5EF4-FFF2-40B4-BE49-F238E27FC236}">
                  <a16:creationId xmlns:a16="http://schemas.microsoft.com/office/drawing/2014/main" id="{22D47BC4-1175-B4CA-8179-FD53E44C9E91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656;p52">
              <a:extLst>
                <a:ext uri="{FF2B5EF4-FFF2-40B4-BE49-F238E27FC236}">
                  <a16:creationId xmlns:a16="http://schemas.microsoft.com/office/drawing/2014/main" id="{01ECC647-FEA8-50D0-5D42-E28402FA6625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657;p52">
              <a:extLst>
                <a:ext uri="{FF2B5EF4-FFF2-40B4-BE49-F238E27FC236}">
                  <a16:creationId xmlns:a16="http://schemas.microsoft.com/office/drawing/2014/main" id="{BED49F40-B949-6938-9071-0B275C5AFB9B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658;p52">
              <a:extLst>
                <a:ext uri="{FF2B5EF4-FFF2-40B4-BE49-F238E27FC236}">
                  <a16:creationId xmlns:a16="http://schemas.microsoft.com/office/drawing/2014/main" id="{27901628-E0B9-463A-3B66-3999530732D2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659;p52">
              <a:extLst>
                <a:ext uri="{FF2B5EF4-FFF2-40B4-BE49-F238E27FC236}">
                  <a16:creationId xmlns:a16="http://schemas.microsoft.com/office/drawing/2014/main" id="{A21D22CC-000B-260C-785A-A82A1747657E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660;p52">
              <a:extLst>
                <a:ext uri="{FF2B5EF4-FFF2-40B4-BE49-F238E27FC236}">
                  <a16:creationId xmlns:a16="http://schemas.microsoft.com/office/drawing/2014/main" id="{90EC37EC-D9E3-DB16-E733-34025A127B3D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661;p52">
              <a:extLst>
                <a:ext uri="{FF2B5EF4-FFF2-40B4-BE49-F238E27FC236}">
                  <a16:creationId xmlns:a16="http://schemas.microsoft.com/office/drawing/2014/main" id="{D15FA1DF-5363-C57C-EAFF-C28DB3EC3D7E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662;p52">
              <a:extLst>
                <a:ext uri="{FF2B5EF4-FFF2-40B4-BE49-F238E27FC236}">
                  <a16:creationId xmlns:a16="http://schemas.microsoft.com/office/drawing/2014/main" id="{8FD5C4AC-23CF-19D3-4B5E-159B7D9F0553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663;p52">
              <a:extLst>
                <a:ext uri="{FF2B5EF4-FFF2-40B4-BE49-F238E27FC236}">
                  <a16:creationId xmlns:a16="http://schemas.microsoft.com/office/drawing/2014/main" id="{BFFAC00A-A0F4-5A30-CD05-48D4CDE4D7F0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664;p52">
              <a:extLst>
                <a:ext uri="{FF2B5EF4-FFF2-40B4-BE49-F238E27FC236}">
                  <a16:creationId xmlns:a16="http://schemas.microsoft.com/office/drawing/2014/main" id="{507E0C2A-B488-98DC-0630-6264226CDBEB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665;p52">
              <a:extLst>
                <a:ext uri="{FF2B5EF4-FFF2-40B4-BE49-F238E27FC236}">
                  <a16:creationId xmlns:a16="http://schemas.microsoft.com/office/drawing/2014/main" id="{0229E212-21A5-45DB-8D7B-8737148B7100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0666;p52">
              <a:extLst>
                <a:ext uri="{FF2B5EF4-FFF2-40B4-BE49-F238E27FC236}">
                  <a16:creationId xmlns:a16="http://schemas.microsoft.com/office/drawing/2014/main" id="{FC812AC9-0F8E-71FC-2458-0BB47F72FB86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0667;p52">
              <a:extLst>
                <a:ext uri="{FF2B5EF4-FFF2-40B4-BE49-F238E27FC236}">
                  <a16:creationId xmlns:a16="http://schemas.microsoft.com/office/drawing/2014/main" id="{5D43C0F5-660F-D4FB-DDE5-232F879BC72E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0668;p52">
              <a:extLst>
                <a:ext uri="{FF2B5EF4-FFF2-40B4-BE49-F238E27FC236}">
                  <a16:creationId xmlns:a16="http://schemas.microsoft.com/office/drawing/2014/main" id="{A27C58E9-A5D3-DFD5-ADD0-684B3B366C7D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10641;p52">
            <a:extLst>
              <a:ext uri="{FF2B5EF4-FFF2-40B4-BE49-F238E27FC236}">
                <a16:creationId xmlns:a16="http://schemas.microsoft.com/office/drawing/2014/main" id="{D9436970-17B0-F723-653A-ED01646C81F7}"/>
              </a:ext>
            </a:extLst>
          </p:cNvPr>
          <p:cNvGrpSpPr/>
          <p:nvPr/>
        </p:nvGrpSpPr>
        <p:grpSpPr>
          <a:xfrm>
            <a:off x="7430402" y="453646"/>
            <a:ext cx="428390" cy="367189"/>
            <a:chOff x="753950" y="238125"/>
            <a:chExt cx="6111125" cy="5238075"/>
          </a:xfrm>
        </p:grpSpPr>
        <p:sp>
          <p:nvSpPr>
            <p:cNvPr id="32" name="Google Shape;10642;p52">
              <a:extLst>
                <a:ext uri="{FF2B5EF4-FFF2-40B4-BE49-F238E27FC236}">
                  <a16:creationId xmlns:a16="http://schemas.microsoft.com/office/drawing/2014/main" id="{FF673AB4-C7B8-B196-4CC2-EE01147D8B41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0643;p52">
              <a:extLst>
                <a:ext uri="{FF2B5EF4-FFF2-40B4-BE49-F238E27FC236}">
                  <a16:creationId xmlns:a16="http://schemas.microsoft.com/office/drawing/2014/main" id="{9AB57F7F-A83B-55D1-91FB-B7D8D56B33A1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0644;p52">
              <a:extLst>
                <a:ext uri="{FF2B5EF4-FFF2-40B4-BE49-F238E27FC236}">
                  <a16:creationId xmlns:a16="http://schemas.microsoft.com/office/drawing/2014/main" id="{B87534E0-C39B-450D-3B1C-615DF623B3AD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0645;p52">
              <a:extLst>
                <a:ext uri="{FF2B5EF4-FFF2-40B4-BE49-F238E27FC236}">
                  <a16:creationId xmlns:a16="http://schemas.microsoft.com/office/drawing/2014/main" id="{F6BB0F09-EB60-CA59-E1B3-ED25B0AC4DCA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0646;p52">
              <a:extLst>
                <a:ext uri="{FF2B5EF4-FFF2-40B4-BE49-F238E27FC236}">
                  <a16:creationId xmlns:a16="http://schemas.microsoft.com/office/drawing/2014/main" id="{418F6C61-E642-9386-34DF-6C3B5D48F348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0647;p52">
              <a:extLst>
                <a:ext uri="{FF2B5EF4-FFF2-40B4-BE49-F238E27FC236}">
                  <a16:creationId xmlns:a16="http://schemas.microsoft.com/office/drawing/2014/main" id="{478923A8-BA33-60EF-D626-67ADBB2486FA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0648;p52">
              <a:extLst>
                <a:ext uri="{FF2B5EF4-FFF2-40B4-BE49-F238E27FC236}">
                  <a16:creationId xmlns:a16="http://schemas.microsoft.com/office/drawing/2014/main" id="{4B952DA5-58B0-E351-567B-619A4AFCFA6D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0649;p52">
              <a:extLst>
                <a:ext uri="{FF2B5EF4-FFF2-40B4-BE49-F238E27FC236}">
                  <a16:creationId xmlns:a16="http://schemas.microsoft.com/office/drawing/2014/main" id="{90942C70-CB7C-8597-9470-A4BE6C95C5CB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0650;p52">
              <a:extLst>
                <a:ext uri="{FF2B5EF4-FFF2-40B4-BE49-F238E27FC236}">
                  <a16:creationId xmlns:a16="http://schemas.microsoft.com/office/drawing/2014/main" id="{36F6F029-7DB4-4BF6-4930-3B9F11ECE459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0651;p52">
              <a:extLst>
                <a:ext uri="{FF2B5EF4-FFF2-40B4-BE49-F238E27FC236}">
                  <a16:creationId xmlns:a16="http://schemas.microsoft.com/office/drawing/2014/main" id="{7601D356-73E3-7034-F58B-8C23A93A5C54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0652;p52">
              <a:extLst>
                <a:ext uri="{FF2B5EF4-FFF2-40B4-BE49-F238E27FC236}">
                  <a16:creationId xmlns:a16="http://schemas.microsoft.com/office/drawing/2014/main" id="{D2A37613-C438-0B48-0445-BD00E2D61935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0653;p52">
              <a:extLst>
                <a:ext uri="{FF2B5EF4-FFF2-40B4-BE49-F238E27FC236}">
                  <a16:creationId xmlns:a16="http://schemas.microsoft.com/office/drawing/2014/main" id="{BB5C7F3B-4FA2-0620-627D-6AADE8D2DED3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0654;p52">
              <a:extLst>
                <a:ext uri="{FF2B5EF4-FFF2-40B4-BE49-F238E27FC236}">
                  <a16:creationId xmlns:a16="http://schemas.microsoft.com/office/drawing/2014/main" id="{C573F9C3-F18F-463A-1BEB-F824F25789C6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0655;p52">
              <a:extLst>
                <a:ext uri="{FF2B5EF4-FFF2-40B4-BE49-F238E27FC236}">
                  <a16:creationId xmlns:a16="http://schemas.microsoft.com/office/drawing/2014/main" id="{9EAD826C-7E98-D790-3EA9-8490F158FBF6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0656;p52">
              <a:extLst>
                <a:ext uri="{FF2B5EF4-FFF2-40B4-BE49-F238E27FC236}">
                  <a16:creationId xmlns:a16="http://schemas.microsoft.com/office/drawing/2014/main" id="{571190FE-DDCD-9F9A-1232-A5C749586CD5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0657;p52">
              <a:extLst>
                <a:ext uri="{FF2B5EF4-FFF2-40B4-BE49-F238E27FC236}">
                  <a16:creationId xmlns:a16="http://schemas.microsoft.com/office/drawing/2014/main" id="{FA169FA0-75C5-3BC6-843E-8E7F078CC985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0658;p52">
              <a:extLst>
                <a:ext uri="{FF2B5EF4-FFF2-40B4-BE49-F238E27FC236}">
                  <a16:creationId xmlns:a16="http://schemas.microsoft.com/office/drawing/2014/main" id="{7BA0D161-BC08-8CCA-E8EC-093B32A160EF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0659;p52">
              <a:extLst>
                <a:ext uri="{FF2B5EF4-FFF2-40B4-BE49-F238E27FC236}">
                  <a16:creationId xmlns:a16="http://schemas.microsoft.com/office/drawing/2014/main" id="{66A778AD-26E8-A84E-ADA4-77475616134D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0660;p52">
              <a:extLst>
                <a:ext uri="{FF2B5EF4-FFF2-40B4-BE49-F238E27FC236}">
                  <a16:creationId xmlns:a16="http://schemas.microsoft.com/office/drawing/2014/main" id="{1B28C38E-6DDA-D7CC-B7E5-519C8C89BAFE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0661;p52">
              <a:extLst>
                <a:ext uri="{FF2B5EF4-FFF2-40B4-BE49-F238E27FC236}">
                  <a16:creationId xmlns:a16="http://schemas.microsoft.com/office/drawing/2014/main" id="{A50F7F2A-7851-D7D6-A1A8-5272A1E69880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0662;p52">
              <a:extLst>
                <a:ext uri="{FF2B5EF4-FFF2-40B4-BE49-F238E27FC236}">
                  <a16:creationId xmlns:a16="http://schemas.microsoft.com/office/drawing/2014/main" id="{8349EA79-C86F-162C-E4DB-3C7FF546BBCD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0663;p52">
              <a:extLst>
                <a:ext uri="{FF2B5EF4-FFF2-40B4-BE49-F238E27FC236}">
                  <a16:creationId xmlns:a16="http://schemas.microsoft.com/office/drawing/2014/main" id="{C22CB5C2-4316-3B73-39ED-8E0C02F092CD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0664;p52">
              <a:extLst>
                <a:ext uri="{FF2B5EF4-FFF2-40B4-BE49-F238E27FC236}">
                  <a16:creationId xmlns:a16="http://schemas.microsoft.com/office/drawing/2014/main" id="{1CBBFE2F-22D0-AA1B-5BC0-C445CE8AD9D3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0665;p52">
              <a:extLst>
                <a:ext uri="{FF2B5EF4-FFF2-40B4-BE49-F238E27FC236}">
                  <a16:creationId xmlns:a16="http://schemas.microsoft.com/office/drawing/2014/main" id="{5128FAC3-3EB4-825E-FB53-39766C6A7152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0666;p52">
              <a:extLst>
                <a:ext uri="{FF2B5EF4-FFF2-40B4-BE49-F238E27FC236}">
                  <a16:creationId xmlns:a16="http://schemas.microsoft.com/office/drawing/2014/main" id="{F1AEB42B-9F49-58A9-C139-CB9C323BC929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0667;p52">
              <a:extLst>
                <a:ext uri="{FF2B5EF4-FFF2-40B4-BE49-F238E27FC236}">
                  <a16:creationId xmlns:a16="http://schemas.microsoft.com/office/drawing/2014/main" id="{A3175CE3-5DF8-E802-2D6A-C741D7D9B0F9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0668;p52">
              <a:extLst>
                <a:ext uri="{FF2B5EF4-FFF2-40B4-BE49-F238E27FC236}">
                  <a16:creationId xmlns:a16="http://schemas.microsoft.com/office/drawing/2014/main" id="{2F306155-14DA-F67D-C868-FD08BADC322F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10641;p52">
            <a:extLst>
              <a:ext uri="{FF2B5EF4-FFF2-40B4-BE49-F238E27FC236}">
                <a16:creationId xmlns:a16="http://schemas.microsoft.com/office/drawing/2014/main" id="{93B82B7E-F24B-019F-2EF9-DC68516B5E4A}"/>
              </a:ext>
            </a:extLst>
          </p:cNvPr>
          <p:cNvGrpSpPr/>
          <p:nvPr/>
        </p:nvGrpSpPr>
        <p:grpSpPr>
          <a:xfrm>
            <a:off x="7491597" y="1032828"/>
            <a:ext cx="428390" cy="367189"/>
            <a:chOff x="753950" y="238125"/>
            <a:chExt cx="6111125" cy="5238075"/>
          </a:xfrm>
        </p:grpSpPr>
        <p:sp>
          <p:nvSpPr>
            <p:cNvPr id="60" name="Google Shape;10642;p52">
              <a:extLst>
                <a:ext uri="{FF2B5EF4-FFF2-40B4-BE49-F238E27FC236}">
                  <a16:creationId xmlns:a16="http://schemas.microsoft.com/office/drawing/2014/main" id="{243C8AE7-4BCF-6AEB-B2F1-B59DE73B72D3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0643;p52">
              <a:extLst>
                <a:ext uri="{FF2B5EF4-FFF2-40B4-BE49-F238E27FC236}">
                  <a16:creationId xmlns:a16="http://schemas.microsoft.com/office/drawing/2014/main" id="{537ED7D0-FED3-4E7D-1A31-2B8A30835B13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0644;p52">
              <a:extLst>
                <a:ext uri="{FF2B5EF4-FFF2-40B4-BE49-F238E27FC236}">
                  <a16:creationId xmlns:a16="http://schemas.microsoft.com/office/drawing/2014/main" id="{E7FF0D61-28C5-E02C-74C4-44348BC38259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0645;p52">
              <a:extLst>
                <a:ext uri="{FF2B5EF4-FFF2-40B4-BE49-F238E27FC236}">
                  <a16:creationId xmlns:a16="http://schemas.microsoft.com/office/drawing/2014/main" id="{5B020910-00B4-2E82-382B-299EB2C3E933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9" name="Google Shape;10646;p52">
              <a:extLst>
                <a:ext uri="{FF2B5EF4-FFF2-40B4-BE49-F238E27FC236}">
                  <a16:creationId xmlns:a16="http://schemas.microsoft.com/office/drawing/2014/main" id="{F19B5838-4A67-4C94-D62B-47A601922422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0" name="Google Shape;10647;p52">
              <a:extLst>
                <a:ext uri="{FF2B5EF4-FFF2-40B4-BE49-F238E27FC236}">
                  <a16:creationId xmlns:a16="http://schemas.microsoft.com/office/drawing/2014/main" id="{D2E066E1-DB04-BB72-A1F9-06FA925886A0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1" name="Google Shape;10648;p52">
              <a:extLst>
                <a:ext uri="{FF2B5EF4-FFF2-40B4-BE49-F238E27FC236}">
                  <a16:creationId xmlns:a16="http://schemas.microsoft.com/office/drawing/2014/main" id="{A0BEBCE8-7711-8A1B-9B8F-42B5FDA57A70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2" name="Google Shape;10649;p52">
              <a:extLst>
                <a:ext uri="{FF2B5EF4-FFF2-40B4-BE49-F238E27FC236}">
                  <a16:creationId xmlns:a16="http://schemas.microsoft.com/office/drawing/2014/main" id="{DB0B5665-31F1-D6E7-0016-85CD4491E410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3" name="Google Shape;10650;p52">
              <a:extLst>
                <a:ext uri="{FF2B5EF4-FFF2-40B4-BE49-F238E27FC236}">
                  <a16:creationId xmlns:a16="http://schemas.microsoft.com/office/drawing/2014/main" id="{05BC5E22-448D-AB23-8E07-4907AA3E20BB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4" name="Google Shape;10651;p52">
              <a:extLst>
                <a:ext uri="{FF2B5EF4-FFF2-40B4-BE49-F238E27FC236}">
                  <a16:creationId xmlns:a16="http://schemas.microsoft.com/office/drawing/2014/main" id="{48FE23CF-08D9-0021-07D6-EF2EDDFB2C43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5" name="Google Shape;10652;p52">
              <a:extLst>
                <a:ext uri="{FF2B5EF4-FFF2-40B4-BE49-F238E27FC236}">
                  <a16:creationId xmlns:a16="http://schemas.microsoft.com/office/drawing/2014/main" id="{EC776DC0-589B-63CF-C090-E054C03082C0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6" name="Google Shape;10653;p52">
              <a:extLst>
                <a:ext uri="{FF2B5EF4-FFF2-40B4-BE49-F238E27FC236}">
                  <a16:creationId xmlns:a16="http://schemas.microsoft.com/office/drawing/2014/main" id="{4B8BA4DA-B74C-A42C-C86E-155FD8EE3D33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7" name="Google Shape;10654;p52">
              <a:extLst>
                <a:ext uri="{FF2B5EF4-FFF2-40B4-BE49-F238E27FC236}">
                  <a16:creationId xmlns:a16="http://schemas.microsoft.com/office/drawing/2014/main" id="{A9AF036D-0309-B45F-6270-06A602306C04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8" name="Google Shape;10655;p52">
              <a:extLst>
                <a:ext uri="{FF2B5EF4-FFF2-40B4-BE49-F238E27FC236}">
                  <a16:creationId xmlns:a16="http://schemas.microsoft.com/office/drawing/2014/main" id="{69C88300-7AD9-083C-E2FE-3CF690961FA1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9" name="Google Shape;10656;p52">
              <a:extLst>
                <a:ext uri="{FF2B5EF4-FFF2-40B4-BE49-F238E27FC236}">
                  <a16:creationId xmlns:a16="http://schemas.microsoft.com/office/drawing/2014/main" id="{757FB262-52C5-3F2B-4DEC-B4A621658AD6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0" name="Google Shape;10657;p52">
              <a:extLst>
                <a:ext uri="{FF2B5EF4-FFF2-40B4-BE49-F238E27FC236}">
                  <a16:creationId xmlns:a16="http://schemas.microsoft.com/office/drawing/2014/main" id="{306528A8-12C7-7BDF-2102-4A8EF53ED195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1" name="Google Shape;10658;p52">
              <a:extLst>
                <a:ext uri="{FF2B5EF4-FFF2-40B4-BE49-F238E27FC236}">
                  <a16:creationId xmlns:a16="http://schemas.microsoft.com/office/drawing/2014/main" id="{351E8810-8D1F-77EF-8F87-9904DA69D1E4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2" name="Google Shape;10659;p52">
              <a:extLst>
                <a:ext uri="{FF2B5EF4-FFF2-40B4-BE49-F238E27FC236}">
                  <a16:creationId xmlns:a16="http://schemas.microsoft.com/office/drawing/2014/main" id="{D3D25FEE-62E8-B41C-D4E2-508C403F41A2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3" name="Google Shape;10660;p52">
              <a:extLst>
                <a:ext uri="{FF2B5EF4-FFF2-40B4-BE49-F238E27FC236}">
                  <a16:creationId xmlns:a16="http://schemas.microsoft.com/office/drawing/2014/main" id="{FB019948-37F6-625B-7A44-770492FFA763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4" name="Google Shape;10661;p52">
              <a:extLst>
                <a:ext uri="{FF2B5EF4-FFF2-40B4-BE49-F238E27FC236}">
                  <a16:creationId xmlns:a16="http://schemas.microsoft.com/office/drawing/2014/main" id="{49B26A24-0F96-6E1F-929D-1DEA511AC2EC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5" name="Google Shape;10662;p52">
              <a:extLst>
                <a:ext uri="{FF2B5EF4-FFF2-40B4-BE49-F238E27FC236}">
                  <a16:creationId xmlns:a16="http://schemas.microsoft.com/office/drawing/2014/main" id="{2EAB3CDB-BDB6-4DAA-919A-E71C1544CE2F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6" name="Google Shape;10663;p52">
              <a:extLst>
                <a:ext uri="{FF2B5EF4-FFF2-40B4-BE49-F238E27FC236}">
                  <a16:creationId xmlns:a16="http://schemas.microsoft.com/office/drawing/2014/main" id="{1E0DA13B-3C16-610A-22CC-0669480EE1F0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7" name="Google Shape;10664;p52">
              <a:extLst>
                <a:ext uri="{FF2B5EF4-FFF2-40B4-BE49-F238E27FC236}">
                  <a16:creationId xmlns:a16="http://schemas.microsoft.com/office/drawing/2014/main" id="{C9A4E3F9-91B1-1498-B05F-4D6C4080BBE0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8" name="Google Shape;10665;p52">
              <a:extLst>
                <a:ext uri="{FF2B5EF4-FFF2-40B4-BE49-F238E27FC236}">
                  <a16:creationId xmlns:a16="http://schemas.microsoft.com/office/drawing/2014/main" id="{25B90355-BA92-EAC8-D72B-24C607D41821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9" name="Google Shape;10666;p52">
              <a:extLst>
                <a:ext uri="{FF2B5EF4-FFF2-40B4-BE49-F238E27FC236}">
                  <a16:creationId xmlns:a16="http://schemas.microsoft.com/office/drawing/2014/main" id="{344A6F53-453C-4F40-796C-5DEB5CF21D45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0" name="Google Shape;10667;p52">
              <a:extLst>
                <a:ext uri="{FF2B5EF4-FFF2-40B4-BE49-F238E27FC236}">
                  <a16:creationId xmlns:a16="http://schemas.microsoft.com/office/drawing/2014/main" id="{34EB9204-9E66-D6CD-20F3-680FDD2FA987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1" name="Google Shape;10668;p52">
              <a:extLst>
                <a:ext uri="{FF2B5EF4-FFF2-40B4-BE49-F238E27FC236}">
                  <a16:creationId xmlns:a16="http://schemas.microsoft.com/office/drawing/2014/main" id="{DEA20D71-DAAA-63B9-E7CB-256D3BD2CF4E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12" name="Google Shape;9331;p52">
            <a:extLst>
              <a:ext uri="{FF2B5EF4-FFF2-40B4-BE49-F238E27FC236}">
                <a16:creationId xmlns:a16="http://schemas.microsoft.com/office/drawing/2014/main" id="{574557A3-993B-F9C5-A907-CA487E195C0F}"/>
              </a:ext>
            </a:extLst>
          </p:cNvPr>
          <p:cNvGrpSpPr/>
          <p:nvPr/>
        </p:nvGrpSpPr>
        <p:grpSpPr>
          <a:xfrm>
            <a:off x="814527" y="3849986"/>
            <a:ext cx="1182999" cy="699504"/>
            <a:chOff x="1833987" y="2604860"/>
            <a:chExt cx="1182999" cy="699504"/>
          </a:xfrm>
        </p:grpSpPr>
        <p:sp>
          <p:nvSpPr>
            <p:cNvPr id="7213" name="Google Shape;9332;p52">
              <a:extLst>
                <a:ext uri="{FF2B5EF4-FFF2-40B4-BE49-F238E27FC236}">
                  <a16:creationId xmlns:a16="http://schemas.microsoft.com/office/drawing/2014/main" id="{2D3F94F4-B7EF-3957-7D7D-9A2D7225814D}"/>
                </a:ext>
              </a:extLst>
            </p:cNvPr>
            <p:cNvSpPr/>
            <p:nvPr/>
          </p:nvSpPr>
          <p:spPr>
            <a:xfrm>
              <a:off x="2908444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4" name="Google Shape;9333;p52">
              <a:extLst>
                <a:ext uri="{FF2B5EF4-FFF2-40B4-BE49-F238E27FC236}">
                  <a16:creationId xmlns:a16="http://schemas.microsoft.com/office/drawing/2014/main" id="{64D9EACB-842A-8736-BABF-4B5430991B43}"/>
                </a:ext>
              </a:extLst>
            </p:cNvPr>
            <p:cNvSpPr/>
            <p:nvPr/>
          </p:nvSpPr>
          <p:spPr>
            <a:xfrm>
              <a:off x="2908444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5" name="Google Shape;9334;p52">
              <a:extLst>
                <a:ext uri="{FF2B5EF4-FFF2-40B4-BE49-F238E27FC236}">
                  <a16:creationId xmlns:a16="http://schemas.microsoft.com/office/drawing/2014/main" id="{2BCB6464-B9C2-516C-BAB9-8AE5376BA3C9}"/>
                </a:ext>
              </a:extLst>
            </p:cNvPr>
            <p:cNvSpPr/>
            <p:nvPr/>
          </p:nvSpPr>
          <p:spPr>
            <a:xfrm>
              <a:off x="2908973" y="3035213"/>
              <a:ext cx="53780" cy="53703"/>
            </a:xfrm>
            <a:custGeom>
              <a:avLst/>
              <a:gdLst/>
              <a:ahLst/>
              <a:cxnLst/>
              <a:rect l="l" t="t" r="r" b="b"/>
              <a:pathLst>
                <a:path w="3453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6" name="Google Shape;9335;p52">
              <a:extLst>
                <a:ext uri="{FF2B5EF4-FFF2-40B4-BE49-F238E27FC236}">
                  <a16:creationId xmlns:a16="http://schemas.microsoft.com/office/drawing/2014/main" id="{01E440A9-A701-6C61-7876-7C6F0F3B1CF4}"/>
                </a:ext>
              </a:extLst>
            </p:cNvPr>
            <p:cNvSpPr/>
            <p:nvPr/>
          </p:nvSpPr>
          <p:spPr>
            <a:xfrm>
              <a:off x="2908444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7" name="Google Shape;9336;p52">
              <a:extLst>
                <a:ext uri="{FF2B5EF4-FFF2-40B4-BE49-F238E27FC236}">
                  <a16:creationId xmlns:a16="http://schemas.microsoft.com/office/drawing/2014/main" id="{73D321E8-F61B-FECD-3616-430F13FCF9ED}"/>
                </a:ext>
              </a:extLst>
            </p:cNvPr>
            <p:cNvSpPr/>
            <p:nvPr/>
          </p:nvSpPr>
          <p:spPr>
            <a:xfrm>
              <a:off x="2908973" y="2981479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8" name="Google Shape;9337;p52">
              <a:extLst>
                <a:ext uri="{FF2B5EF4-FFF2-40B4-BE49-F238E27FC236}">
                  <a16:creationId xmlns:a16="http://schemas.microsoft.com/office/drawing/2014/main" id="{21559FD0-D751-519C-EDB0-119958109811}"/>
                </a:ext>
              </a:extLst>
            </p:cNvPr>
            <p:cNvSpPr/>
            <p:nvPr/>
          </p:nvSpPr>
          <p:spPr>
            <a:xfrm>
              <a:off x="2908444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9" name="Google Shape;9338;p52">
              <a:extLst>
                <a:ext uri="{FF2B5EF4-FFF2-40B4-BE49-F238E27FC236}">
                  <a16:creationId xmlns:a16="http://schemas.microsoft.com/office/drawing/2014/main" id="{68202809-9538-B446-60BE-976CC8C7FF1A}"/>
                </a:ext>
              </a:extLst>
            </p:cNvPr>
            <p:cNvSpPr/>
            <p:nvPr/>
          </p:nvSpPr>
          <p:spPr>
            <a:xfrm>
              <a:off x="2908973" y="2927730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0" name="Google Shape;9339;p52">
              <a:extLst>
                <a:ext uri="{FF2B5EF4-FFF2-40B4-BE49-F238E27FC236}">
                  <a16:creationId xmlns:a16="http://schemas.microsoft.com/office/drawing/2014/main" id="{A78140B6-3CE3-4461-C020-7D655A1BFAA3}"/>
                </a:ext>
              </a:extLst>
            </p:cNvPr>
            <p:cNvSpPr/>
            <p:nvPr/>
          </p:nvSpPr>
          <p:spPr>
            <a:xfrm>
              <a:off x="2908444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1" name="Google Shape;9340;p52">
              <a:extLst>
                <a:ext uri="{FF2B5EF4-FFF2-40B4-BE49-F238E27FC236}">
                  <a16:creationId xmlns:a16="http://schemas.microsoft.com/office/drawing/2014/main" id="{0210DC0D-6EDB-5164-718F-083F49B618B6}"/>
                </a:ext>
              </a:extLst>
            </p:cNvPr>
            <p:cNvSpPr/>
            <p:nvPr/>
          </p:nvSpPr>
          <p:spPr>
            <a:xfrm>
              <a:off x="2908973" y="2874059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2" name="Google Shape;9341;p52">
              <a:extLst>
                <a:ext uri="{FF2B5EF4-FFF2-40B4-BE49-F238E27FC236}">
                  <a16:creationId xmlns:a16="http://schemas.microsoft.com/office/drawing/2014/main" id="{D2463022-428A-3BA1-7D9D-B38279C02C5F}"/>
                </a:ext>
              </a:extLst>
            </p:cNvPr>
            <p:cNvSpPr/>
            <p:nvPr/>
          </p:nvSpPr>
          <p:spPr>
            <a:xfrm>
              <a:off x="2908444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3" name="Google Shape;9342;p52">
              <a:extLst>
                <a:ext uri="{FF2B5EF4-FFF2-40B4-BE49-F238E27FC236}">
                  <a16:creationId xmlns:a16="http://schemas.microsoft.com/office/drawing/2014/main" id="{A95D2D67-3AC6-249F-D233-1660781814A6}"/>
                </a:ext>
              </a:extLst>
            </p:cNvPr>
            <p:cNvSpPr/>
            <p:nvPr/>
          </p:nvSpPr>
          <p:spPr>
            <a:xfrm>
              <a:off x="2908973" y="2820294"/>
              <a:ext cx="53780" cy="53780"/>
            </a:xfrm>
            <a:custGeom>
              <a:avLst/>
              <a:gdLst/>
              <a:ahLst/>
              <a:cxnLst/>
              <a:rect l="l" t="t" r="r" b="b"/>
              <a:pathLst>
                <a:path w="3453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4" name="Google Shape;9343;p52">
              <a:extLst>
                <a:ext uri="{FF2B5EF4-FFF2-40B4-BE49-F238E27FC236}">
                  <a16:creationId xmlns:a16="http://schemas.microsoft.com/office/drawing/2014/main" id="{2CB23472-D557-23AF-1EAC-82C3246B1A18}"/>
                </a:ext>
              </a:extLst>
            </p:cNvPr>
            <p:cNvSpPr/>
            <p:nvPr/>
          </p:nvSpPr>
          <p:spPr>
            <a:xfrm>
              <a:off x="2854710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5" name="Google Shape;9344;p52">
              <a:extLst>
                <a:ext uri="{FF2B5EF4-FFF2-40B4-BE49-F238E27FC236}">
                  <a16:creationId xmlns:a16="http://schemas.microsoft.com/office/drawing/2014/main" id="{5B66A44A-C95D-4E9D-9008-80329874D4DE}"/>
                </a:ext>
              </a:extLst>
            </p:cNvPr>
            <p:cNvSpPr/>
            <p:nvPr/>
          </p:nvSpPr>
          <p:spPr>
            <a:xfrm>
              <a:off x="2855240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6" name="Google Shape;9345;p52">
              <a:extLst>
                <a:ext uri="{FF2B5EF4-FFF2-40B4-BE49-F238E27FC236}">
                  <a16:creationId xmlns:a16="http://schemas.microsoft.com/office/drawing/2014/main" id="{35D785D7-ED03-5596-7676-DED057500B16}"/>
                </a:ext>
              </a:extLst>
            </p:cNvPr>
            <p:cNvSpPr/>
            <p:nvPr/>
          </p:nvSpPr>
          <p:spPr>
            <a:xfrm>
              <a:off x="2854710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7" name="Google Shape;9346;p52">
              <a:extLst>
                <a:ext uri="{FF2B5EF4-FFF2-40B4-BE49-F238E27FC236}">
                  <a16:creationId xmlns:a16="http://schemas.microsoft.com/office/drawing/2014/main" id="{60231798-07CC-5615-B9B6-0B422C3E4573}"/>
                </a:ext>
              </a:extLst>
            </p:cNvPr>
            <p:cNvSpPr/>
            <p:nvPr/>
          </p:nvSpPr>
          <p:spPr>
            <a:xfrm>
              <a:off x="2854710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8" name="Google Shape;9347;p52">
              <a:extLst>
                <a:ext uri="{FF2B5EF4-FFF2-40B4-BE49-F238E27FC236}">
                  <a16:creationId xmlns:a16="http://schemas.microsoft.com/office/drawing/2014/main" id="{3570B164-F34E-086E-FEFE-87BFE4DD7DE2}"/>
                </a:ext>
              </a:extLst>
            </p:cNvPr>
            <p:cNvSpPr/>
            <p:nvPr/>
          </p:nvSpPr>
          <p:spPr>
            <a:xfrm>
              <a:off x="2855240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9" name="Google Shape;9348;p52">
              <a:extLst>
                <a:ext uri="{FF2B5EF4-FFF2-40B4-BE49-F238E27FC236}">
                  <a16:creationId xmlns:a16="http://schemas.microsoft.com/office/drawing/2014/main" id="{B25D04FD-C8E0-D700-6D74-9AD464A5A109}"/>
                </a:ext>
              </a:extLst>
            </p:cNvPr>
            <p:cNvSpPr/>
            <p:nvPr/>
          </p:nvSpPr>
          <p:spPr>
            <a:xfrm>
              <a:off x="2854710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0" name="Google Shape;9349;p52">
              <a:extLst>
                <a:ext uri="{FF2B5EF4-FFF2-40B4-BE49-F238E27FC236}">
                  <a16:creationId xmlns:a16="http://schemas.microsoft.com/office/drawing/2014/main" id="{9D858837-B398-C852-B991-60E724901287}"/>
                </a:ext>
              </a:extLst>
            </p:cNvPr>
            <p:cNvSpPr/>
            <p:nvPr/>
          </p:nvSpPr>
          <p:spPr>
            <a:xfrm>
              <a:off x="2855240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1" name="Google Shape;9350;p52">
              <a:extLst>
                <a:ext uri="{FF2B5EF4-FFF2-40B4-BE49-F238E27FC236}">
                  <a16:creationId xmlns:a16="http://schemas.microsoft.com/office/drawing/2014/main" id="{807C8AD8-C40D-4B06-1292-7A53A0D5E40C}"/>
                </a:ext>
              </a:extLst>
            </p:cNvPr>
            <p:cNvSpPr/>
            <p:nvPr/>
          </p:nvSpPr>
          <p:spPr>
            <a:xfrm>
              <a:off x="2854710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4" name="Google Shape;9351;p52">
              <a:extLst>
                <a:ext uri="{FF2B5EF4-FFF2-40B4-BE49-F238E27FC236}">
                  <a16:creationId xmlns:a16="http://schemas.microsoft.com/office/drawing/2014/main" id="{575FC8D8-04C2-2EE2-0EC3-B7AE39545C69}"/>
                </a:ext>
              </a:extLst>
            </p:cNvPr>
            <p:cNvSpPr/>
            <p:nvPr/>
          </p:nvSpPr>
          <p:spPr>
            <a:xfrm>
              <a:off x="2854710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5" name="Google Shape;9352;p52">
              <a:extLst>
                <a:ext uri="{FF2B5EF4-FFF2-40B4-BE49-F238E27FC236}">
                  <a16:creationId xmlns:a16="http://schemas.microsoft.com/office/drawing/2014/main" id="{29B81CF6-B891-4244-E053-431553F57584}"/>
                </a:ext>
              </a:extLst>
            </p:cNvPr>
            <p:cNvSpPr/>
            <p:nvPr/>
          </p:nvSpPr>
          <p:spPr>
            <a:xfrm>
              <a:off x="2855240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6" name="Google Shape;9353;p52">
              <a:extLst>
                <a:ext uri="{FF2B5EF4-FFF2-40B4-BE49-F238E27FC236}">
                  <a16:creationId xmlns:a16="http://schemas.microsoft.com/office/drawing/2014/main" id="{10CCE0EE-A287-21CC-A829-DC211255DA8A}"/>
                </a:ext>
              </a:extLst>
            </p:cNvPr>
            <p:cNvSpPr/>
            <p:nvPr/>
          </p:nvSpPr>
          <p:spPr>
            <a:xfrm>
              <a:off x="2854710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7" name="Google Shape;9354;p52">
              <a:extLst>
                <a:ext uri="{FF2B5EF4-FFF2-40B4-BE49-F238E27FC236}">
                  <a16:creationId xmlns:a16="http://schemas.microsoft.com/office/drawing/2014/main" id="{3CB5AFB7-4A81-B410-763E-10A5276EC791}"/>
                </a:ext>
              </a:extLst>
            </p:cNvPr>
            <p:cNvSpPr/>
            <p:nvPr/>
          </p:nvSpPr>
          <p:spPr>
            <a:xfrm>
              <a:off x="2855240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8" name="Google Shape;9355;p52">
              <a:extLst>
                <a:ext uri="{FF2B5EF4-FFF2-40B4-BE49-F238E27FC236}">
                  <a16:creationId xmlns:a16="http://schemas.microsoft.com/office/drawing/2014/main" id="{85991DC6-3B79-329D-912B-27089BE0D9C2}"/>
                </a:ext>
              </a:extLst>
            </p:cNvPr>
            <p:cNvSpPr/>
            <p:nvPr/>
          </p:nvSpPr>
          <p:spPr>
            <a:xfrm>
              <a:off x="2854710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9" name="Google Shape;9356;p52">
              <a:extLst>
                <a:ext uri="{FF2B5EF4-FFF2-40B4-BE49-F238E27FC236}">
                  <a16:creationId xmlns:a16="http://schemas.microsoft.com/office/drawing/2014/main" id="{A394A110-05D0-4ADB-D34F-2528DAE16FB9}"/>
                </a:ext>
              </a:extLst>
            </p:cNvPr>
            <p:cNvSpPr/>
            <p:nvPr/>
          </p:nvSpPr>
          <p:spPr>
            <a:xfrm>
              <a:off x="2854710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0" name="Google Shape;9357;p52">
              <a:extLst>
                <a:ext uri="{FF2B5EF4-FFF2-40B4-BE49-F238E27FC236}">
                  <a16:creationId xmlns:a16="http://schemas.microsoft.com/office/drawing/2014/main" id="{1885245D-50DA-D3AC-D7A1-DC17E4EB4350}"/>
                </a:ext>
              </a:extLst>
            </p:cNvPr>
            <p:cNvSpPr/>
            <p:nvPr/>
          </p:nvSpPr>
          <p:spPr>
            <a:xfrm>
              <a:off x="2855240" y="2712857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1" name="Google Shape;9358;p52">
              <a:extLst>
                <a:ext uri="{FF2B5EF4-FFF2-40B4-BE49-F238E27FC236}">
                  <a16:creationId xmlns:a16="http://schemas.microsoft.com/office/drawing/2014/main" id="{C7901209-249A-5A57-9FDF-79070C6C4182}"/>
                </a:ext>
              </a:extLst>
            </p:cNvPr>
            <p:cNvSpPr/>
            <p:nvPr/>
          </p:nvSpPr>
          <p:spPr>
            <a:xfrm>
              <a:off x="2801007" y="3142120"/>
              <a:ext cx="54808" cy="54777"/>
            </a:xfrm>
            <a:custGeom>
              <a:avLst/>
              <a:gdLst/>
              <a:ahLst/>
              <a:cxnLst/>
              <a:rect l="l" t="t" r="r" b="b"/>
              <a:pathLst>
                <a:path w="3519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9" y="3517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2" name="Google Shape;9359;p52">
              <a:extLst>
                <a:ext uri="{FF2B5EF4-FFF2-40B4-BE49-F238E27FC236}">
                  <a16:creationId xmlns:a16="http://schemas.microsoft.com/office/drawing/2014/main" id="{ACD30A6F-60A6-926A-E2DE-0492A92E7359}"/>
                </a:ext>
              </a:extLst>
            </p:cNvPr>
            <p:cNvSpPr/>
            <p:nvPr/>
          </p:nvSpPr>
          <p:spPr>
            <a:xfrm>
              <a:off x="2801568" y="3142649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47" y="3447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3" name="Google Shape;9360;p52">
              <a:extLst>
                <a:ext uri="{FF2B5EF4-FFF2-40B4-BE49-F238E27FC236}">
                  <a16:creationId xmlns:a16="http://schemas.microsoft.com/office/drawing/2014/main" id="{5F8AE250-6B76-C5D2-02F1-9DF1E52F2432}"/>
                </a:ext>
              </a:extLst>
            </p:cNvPr>
            <p:cNvSpPr/>
            <p:nvPr/>
          </p:nvSpPr>
          <p:spPr>
            <a:xfrm>
              <a:off x="2801007" y="3088355"/>
              <a:ext cx="54808" cy="54840"/>
            </a:xfrm>
            <a:custGeom>
              <a:avLst/>
              <a:gdLst/>
              <a:ahLst/>
              <a:cxnLst/>
              <a:rect l="l" t="t" r="r" b="b"/>
              <a:pathLst>
                <a:path w="3519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9" y="3521"/>
                  </a:lnTo>
                  <a:lnTo>
                    <a:pt x="3519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4" name="Google Shape;9361;p52">
              <a:extLst>
                <a:ext uri="{FF2B5EF4-FFF2-40B4-BE49-F238E27FC236}">
                  <a16:creationId xmlns:a16="http://schemas.microsoft.com/office/drawing/2014/main" id="{9C7A13AB-3D8D-233C-1432-A12CF182B7C0}"/>
                </a:ext>
              </a:extLst>
            </p:cNvPr>
            <p:cNvSpPr/>
            <p:nvPr/>
          </p:nvSpPr>
          <p:spPr>
            <a:xfrm>
              <a:off x="2801007" y="3034684"/>
              <a:ext cx="54808" cy="54777"/>
            </a:xfrm>
            <a:custGeom>
              <a:avLst/>
              <a:gdLst/>
              <a:ahLst/>
              <a:cxnLst/>
              <a:rect l="l" t="t" r="r" b="b"/>
              <a:pathLst>
                <a:path w="3519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9" y="3517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5" name="Google Shape;9362;p52">
              <a:extLst>
                <a:ext uri="{FF2B5EF4-FFF2-40B4-BE49-F238E27FC236}">
                  <a16:creationId xmlns:a16="http://schemas.microsoft.com/office/drawing/2014/main" id="{6B08D52B-51C3-7DA5-1229-7184CAA40299}"/>
                </a:ext>
              </a:extLst>
            </p:cNvPr>
            <p:cNvSpPr/>
            <p:nvPr/>
          </p:nvSpPr>
          <p:spPr>
            <a:xfrm>
              <a:off x="2801568" y="3035213"/>
              <a:ext cx="53687" cy="53703"/>
            </a:xfrm>
            <a:custGeom>
              <a:avLst/>
              <a:gdLst/>
              <a:ahLst/>
              <a:cxnLst/>
              <a:rect l="l" t="t" r="r" b="b"/>
              <a:pathLst>
                <a:path w="3447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47" y="3447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6" name="Google Shape;9363;p52">
              <a:extLst>
                <a:ext uri="{FF2B5EF4-FFF2-40B4-BE49-F238E27FC236}">
                  <a16:creationId xmlns:a16="http://schemas.microsoft.com/office/drawing/2014/main" id="{5F26EED5-3939-E869-2A00-1EA08D0F54A1}"/>
                </a:ext>
              </a:extLst>
            </p:cNvPr>
            <p:cNvSpPr/>
            <p:nvPr/>
          </p:nvSpPr>
          <p:spPr>
            <a:xfrm>
              <a:off x="2801007" y="2980919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9" y="3521"/>
                  </a:lnTo>
                  <a:lnTo>
                    <a:pt x="3519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7" name="Google Shape;9364;p52">
              <a:extLst>
                <a:ext uri="{FF2B5EF4-FFF2-40B4-BE49-F238E27FC236}">
                  <a16:creationId xmlns:a16="http://schemas.microsoft.com/office/drawing/2014/main" id="{FB3DEAC5-C1B8-A8EB-DFF7-E02CFAE9A00C}"/>
                </a:ext>
              </a:extLst>
            </p:cNvPr>
            <p:cNvSpPr/>
            <p:nvPr/>
          </p:nvSpPr>
          <p:spPr>
            <a:xfrm>
              <a:off x="2801007" y="2927185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9" y="3521"/>
                  </a:lnTo>
                  <a:lnTo>
                    <a:pt x="3519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8" name="Google Shape;9365;p52">
              <a:extLst>
                <a:ext uri="{FF2B5EF4-FFF2-40B4-BE49-F238E27FC236}">
                  <a16:creationId xmlns:a16="http://schemas.microsoft.com/office/drawing/2014/main" id="{AB8F0C26-C825-1FF7-7610-056010A9E2C7}"/>
                </a:ext>
              </a:extLst>
            </p:cNvPr>
            <p:cNvSpPr/>
            <p:nvPr/>
          </p:nvSpPr>
          <p:spPr>
            <a:xfrm>
              <a:off x="2801568" y="2927730"/>
              <a:ext cx="53687" cy="53765"/>
            </a:xfrm>
            <a:custGeom>
              <a:avLst/>
              <a:gdLst/>
              <a:ahLst/>
              <a:cxnLst/>
              <a:rect l="l" t="t" r="r" b="b"/>
              <a:pathLst>
                <a:path w="3447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47" y="3452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9" name="Google Shape;9366;p52">
              <a:extLst>
                <a:ext uri="{FF2B5EF4-FFF2-40B4-BE49-F238E27FC236}">
                  <a16:creationId xmlns:a16="http://schemas.microsoft.com/office/drawing/2014/main" id="{4ADE4734-D5EE-ED64-D586-15DE426A5764}"/>
                </a:ext>
              </a:extLst>
            </p:cNvPr>
            <p:cNvSpPr/>
            <p:nvPr/>
          </p:nvSpPr>
          <p:spPr>
            <a:xfrm>
              <a:off x="2801007" y="2873498"/>
              <a:ext cx="54808" cy="54793"/>
            </a:xfrm>
            <a:custGeom>
              <a:avLst/>
              <a:gdLst/>
              <a:ahLst/>
              <a:cxnLst/>
              <a:rect l="l" t="t" r="r" b="b"/>
              <a:pathLst>
                <a:path w="3519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9" y="3518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0" name="Google Shape;9367;p52">
              <a:extLst>
                <a:ext uri="{FF2B5EF4-FFF2-40B4-BE49-F238E27FC236}">
                  <a16:creationId xmlns:a16="http://schemas.microsoft.com/office/drawing/2014/main" id="{39BD0382-7B36-1DD0-2F42-E1A05AA36EBE}"/>
                </a:ext>
              </a:extLst>
            </p:cNvPr>
            <p:cNvSpPr/>
            <p:nvPr/>
          </p:nvSpPr>
          <p:spPr>
            <a:xfrm>
              <a:off x="2801007" y="2819764"/>
              <a:ext cx="54808" cy="54840"/>
            </a:xfrm>
            <a:custGeom>
              <a:avLst/>
              <a:gdLst/>
              <a:ahLst/>
              <a:cxnLst/>
              <a:rect l="l" t="t" r="r" b="b"/>
              <a:pathLst>
                <a:path w="3519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19" y="3520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1" name="Google Shape;9368;p52">
              <a:extLst>
                <a:ext uri="{FF2B5EF4-FFF2-40B4-BE49-F238E27FC236}">
                  <a16:creationId xmlns:a16="http://schemas.microsoft.com/office/drawing/2014/main" id="{A57BB7BE-FC7B-4E1B-28CB-A3BEB69BA25F}"/>
                </a:ext>
              </a:extLst>
            </p:cNvPr>
            <p:cNvSpPr/>
            <p:nvPr/>
          </p:nvSpPr>
          <p:spPr>
            <a:xfrm>
              <a:off x="2801568" y="2820294"/>
              <a:ext cx="53687" cy="53780"/>
            </a:xfrm>
            <a:custGeom>
              <a:avLst/>
              <a:gdLst/>
              <a:ahLst/>
              <a:cxnLst/>
              <a:rect l="l" t="t" r="r" b="b"/>
              <a:pathLst>
                <a:path w="3447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7" y="3452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2" name="Google Shape;9369;p52">
              <a:extLst>
                <a:ext uri="{FF2B5EF4-FFF2-40B4-BE49-F238E27FC236}">
                  <a16:creationId xmlns:a16="http://schemas.microsoft.com/office/drawing/2014/main" id="{469405DB-27BD-6757-D25E-0F43E7AB13EF}"/>
                </a:ext>
              </a:extLst>
            </p:cNvPr>
            <p:cNvSpPr/>
            <p:nvPr/>
          </p:nvSpPr>
          <p:spPr>
            <a:xfrm>
              <a:off x="2801007" y="2766015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9" y="3521"/>
                  </a:lnTo>
                  <a:lnTo>
                    <a:pt x="3519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3" name="Google Shape;9370;p52">
              <a:extLst>
                <a:ext uri="{FF2B5EF4-FFF2-40B4-BE49-F238E27FC236}">
                  <a16:creationId xmlns:a16="http://schemas.microsoft.com/office/drawing/2014/main" id="{67835F5F-AF08-4D7E-EABA-057B7B9F432C}"/>
                </a:ext>
              </a:extLst>
            </p:cNvPr>
            <p:cNvSpPr/>
            <p:nvPr/>
          </p:nvSpPr>
          <p:spPr>
            <a:xfrm>
              <a:off x="2801007" y="2712328"/>
              <a:ext cx="54808" cy="54808"/>
            </a:xfrm>
            <a:custGeom>
              <a:avLst/>
              <a:gdLst/>
              <a:ahLst/>
              <a:cxnLst/>
              <a:rect l="l" t="t" r="r" b="b"/>
              <a:pathLst>
                <a:path w="3519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19" y="3518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4" name="Google Shape;9371;p52">
              <a:extLst>
                <a:ext uri="{FF2B5EF4-FFF2-40B4-BE49-F238E27FC236}">
                  <a16:creationId xmlns:a16="http://schemas.microsoft.com/office/drawing/2014/main" id="{917B1D13-1603-C065-9A43-FC5F74A8C66D}"/>
                </a:ext>
              </a:extLst>
            </p:cNvPr>
            <p:cNvSpPr/>
            <p:nvPr/>
          </p:nvSpPr>
          <p:spPr>
            <a:xfrm>
              <a:off x="2801568" y="2712857"/>
              <a:ext cx="53687" cy="53718"/>
            </a:xfrm>
            <a:custGeom>
              <a:avLst/>
              <a:gdLst/>
              <a:ahLst/>
              <a:cxnLst/>
              <a:rect l="l" t="t" r="r" b="b"/>
              <a:pathLst>
                <a:path w="3447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7" y="3448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5" name="Google Shape;9372;p52">
              <a:extLst>
                <a:ext uri="{FF2B5EF4-FFF2-40B4-BE49-F238E27FC236}">
                  <a16:creationId xmlns:a16="http://schemas.microsoft.com/office/drawing/2014/main" id="{99EE46A3-1FBB-F6EA-9029-4BD7BC8F915A}"/>
                </a:ext>
              </a:extLst>
            </p:cNvPr>
            <p:cNvSpPr/>
            <p:nvPr/>
          </p:nvSpPr>
          <p:spPr>
            <a:xfrm>
              <a:off x="2747274" y="319579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6" name="Google Shape;9373;p52">
              <a:extLst>
                <a:ext uri="{FF2B5EF4-FFF2-40B4-BE49-F238E27FC236}">
                  <a16:creationId xmlns:a16="http://schemas.microsoft.com/office/drawing/2014/main" id="{C8515D8A-CCFB-3D0D-1C85-75B24ED5A593}"/>
                </a:ext>
              </a:extLst>
            </p:cNvPr>
            <p:cNvSpPr/>
            <p:nvPr/>
          </p:nvSpPr>
          <p:spPr>
            <a:xfrm>
              <a:off x="2747819" y="3196321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7" name="Google Shape;9374;p52">
              <a:extLst>
                <a:ext uri="{FF2B5EF4-FFF2-40B4-BE49-F238E27FC236}">
                  <a16:creationId xmlns:a16="http://schemas.microsoft.com/office/drawing/2014/main" id="{EDAF5C9C-9E90-C51F-93C8-BDFEFBF7EA88}"/>
                </a:ext>
              </a:extLst>
            </p:cNvPr>
            <p:cNvSpPr/>
            <p:nvPr/>
          </p:nvSpPr>
          <p:spPr>
            <a:xfrm>
              <a:off x="2747274" y="314212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8" name="Google Shape;9375;p52">
              <a:extLst>
                <a:ext uri="{FF2B5EF4-FFF2-40B4-BE49-F238E27FC236}">
                  <a16:creationId xmlns:a16="http://schemas.microsoft.com/office/drawing/2014/main" id="{D5C5866C-15D7-FD41-FE63-1158ED4A2D42}"/>
                </a:ext>
              </a:extLst>
            </p:cNvPr>
            <p:cNvSpPr/>
            <p:nvPr/>
          </p:nvSpPr>
          <p:spPr>
            <a:xfrm>
              <a:off x="2747274" y="3088355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9" name="Google Shape;9376;p52">
              <a:extLst>
                <a:ext uri="{FF2B5EF4-FFF2-40B4-BE49-F238E27FC236}">
                  <a16:creationId xmlns:a16="http://schemas.microsoft.com/office/drawing/2014/main" id="{84B23924-F49A-BF36-EC06-7A7BEF1D969B}"/>
                </a:ext>
              </a:extLst>
            </p:cNvPr>
            <p:cNvSpPr/>
            <p:nvPr/>
          </p:nvSpPr>
          <p:spPr>
            <a:xfrm>
              <a:off x="2747819" y="3088900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0" name="Google Shape;9377;p52">
              <a:extLst>
                <a:ext uri="{FF2B5EF4-FFF2-40B4-BE49-F238E27FC236}">
                  <a16:creationId xmlns:a16="http://schemas.microsoft.com/office/drawing/2014/main" id="{3066D42C-9604-0D80-3147-D19C5CE28B24}"/>
                </a:ext>
              </a:extLst>
            </p:cNvPr>
            <p:cNvSpPr/>
            <p:nvPr/>
          </p:nvSpPr>
          <p:spPr>
            <a:xfrm>
              <a:off x="2747274" y="3034684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1" name="Google Shape;9378;p52">
              <a:extLst>
                <a:ext uri="{FF2B5EF4-FFF2-40B4-BE49-F238E27FC236}">
                  <a16:creationId xmlns:a16="http://schemas.microsoft.com/office/drawing/2014/main" id="{4B1972AB-B2D8-4733-9F1F-F454BB9341E0}"/>
                </a:ext>
              </a:extLst>
            </p:cNvPr>
            <p:cNvSpPr/>
            <p:nvPr/>
          </p:nvSpPr>
          <p:spPr>
            <a:xfrm>
              <a:off x="2747819" y="3035213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2" name="Google Shape;9379;p52">
              <a:extLst>
                <a:ext uri="{FF2B5EF4-FFF2-40B4-BE49-F238E27FC236}">
                  <a16:creationId xmlns:a16="http://schemas.microsoft.com/office/drawing/2014/main" id="{38C84C08-EECD-44FA-61DC-18846CCE91AE}"/>
                </a:ext>
              </a:extLst>
            </p:cNvPr>
            <p:cNvSpPr/>
            <p:nvPr/>
          </p:nvSpPr>
          <p:spPr>
            <a:xfrm>
              <a:off x="2747274" y="2980919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3" name="Google Shape;9380;p52">
              <a:extLst>
                <a:ext uri="{FF2B5EF4-FFF2-40B4-BE49-F238E27FC236}">
                  <a16:creationId xmlns:a16="http://schemas.microsoft.com/office/drawing/2014/main" id="{501D8349-B19A-F46B-4F3B-F19FCA6C3034}"/>
                </a:ext>
              </a:extLst>
            </p:cNvPr>
            <p:cNvSpPr/>
            <p:nvPr/>
          </p:nvSpPr>
          <p:spPr>
            <a:xfrm>
              <a:off x="2747819" y="298147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4" name="Google Shape;9381;p52">
              <a:extLst>
                <a:ext uri="{FF2B5EF4-FFF2-40B4-BE49-F238E27FC236}">
                  <a16:creationId xmlns:a16="http://schemas.microsoft.com/office/drawing/2014/main" id="{2403E825-737F-4F13-2FF9-AA516ABDC700}"/>
                </a:ext>
              </a:extLst>
            </p:cNvPr>
            <p:cNvSpPr/>
            <p:nvPr/>
          </p:nvSpPr>
          <p:spPr>
            <a:xfrm>
              <a:off x="2747274" y="292718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5" name="Google Shape;9382;p52">
              <a:extLst>
                <a:ext uri="{FF2B5EF4-FFF2-40B4-BE49-F238E27FC236}">
                  <a16:creationId xmlns:a16="http://schemas.microsoft.com/office/drawing/2014/main" id="{5A7C5D07-C683-D9A3-FF3D-D0402F0457A5}"/>
                </a:ext>
              </a:extLst>
            </p:cNvPr>
            <p:cNvSpPr/>
            <p:nvPr/>
          </p:nvSpPr>
          <p:spPr>
            <a:xfrm>
              <a:off x="2747274" y="2873498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6" name="Google Shape;9383;p52">
              <a:extLst>
                <a:ext uri="{FF2B5EF4-FFF2-40B4-BE49-F238E27FC236}">
                  <a16:creationId xmlns:a16="http://schemas.microsoft.com/office/drawing/2014/main" id="{70697E6B-FC30-E9D9-595F-B40997EBD5E7}"/>
                </a:ext>
              </a:extLst>
            </p:cNvPr>
            <p:cNvSpPr/>
            <p:nvPr/>
          </p:nvSpPr>
          <p:spPr>
            <a:xfrm>
              <a:off x="2747819" y="2874059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7" name="Google Shape;9384;p52">
              <a:extLst>
                <a:ext uri="{FF2B5EF4-FFF2-40B4-BE49-F238E27FC236}">
                  <a16:creationId xmlns:a16="http://schemas.microsoft.com/office/drawing/2014/main" id="{627F10E6-C1E3-98BE-885C-389232683691}"/>
                </a:ext>
              </a:extLst>
            </p:cNvPr>
            <p:cNvSpPr/>
            <p:nvPr/>
          </p:nvSpPr>
          <p:spPr>
            <a:xfrm>
              <a:off x="2747274" y="281976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8" name="Google Shape;9385;p52">
              <a:extLst>
                <a:ext uri="{FF2B5EF4-FFF2-40B4-BE49-F238E27FC236}">
                  <a16:creationId xmlns:a16="http://schemas.microsoft.com/office/drawing/2014/main" id="{5FD46F13-373D-B2CD-BC4C-AEC37315DB12}"/>
                </a:ext>
              </a:extLst>
            </p:cNvPr>
            <p:cNvSpPr/>
            <p:nvPr/>
          </p:nvSpPr>
          <p:spPr>
            <a:xfrm>
              <a:off x="2747819" y="2820294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9" name="Google Shape;9386;p52">
              <a:extLst>
                <a:ext uri="{FF2B5EF4-FFF2-40B4-BE49-F238E27FC236}">
                  <a16:creationId xmlns:a16="http://schemas.microsoft.com/office/drawing/2014/main" id="{2B2A7EEA-6F94-E004-C991-33E0B96C92CB}"/>
                </a:ext>
              </a:extLst>
            </p:cNvPr>
            <p:cNvSpPr/>
            <p:nvPr/>
          </p:nvSpPr>
          <p:spPr>
            <a:xfrm>
              <a:off x="2747274" y="276601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0" name="Google Shape;9387;p52">
              <a:extLst>
                <a:ext uri="{FF2B5EF4-FFF2-40B4-BE49-F238E27FC236}">
                  <a16:creationId xmlns:a16="http://schemas.microsoft.com/office/drawing/2014/main" id="{7FEA0B2E-2AF0-E906-331A-338073DD5EF2}"/>
                </a:ext>
              </a:extLst>
            </p:cNvPr>
            <p:cNvSpPr/>
            <p:nvPr/>
          </p:nvSpPr>
          <p:spPr>
            <a:xfrm>
              <a:off x="2747819" y="2766560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2" name="Google Shape;9388;p52">
              <a:extLst>
                <a:ext uri="{FF2B5EF4-FFF2-40B4-BE49-F238E27FC236}">
                  <a16:creationId xmlns:a16="http://schemas.microsoft.com/office/drawing/2014/main" id="{BC0487C0-2ACF-1F04-9DA4-80DDD024DB33}"/>
                </a:ext>
              </a:extLst>
            </p:cNvPr>
            <p:cNvSpPr/>
            <p:nvPr/>
          </p:nvSpPr>
          <p:spPr>
            <a:xfrm>
              <a:off x="2747274" y="2712328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3" name="Google Shape;9389;p52">
              <a:extLst>
                <a:ext uri="{FF2B5EF4-FFF2-40B4-BE49-F238E27FC236}">
                  <a16:creationId xmlns:a16="http://schemas.microsoft.com/office/drawing/2014/main" id="{9B6E577B-0BBE-DDB7-8036-CE30E744D520}"/>
                </a:ext>
              </a:extLst>
            </p:cNvPr>
            <p:cNvSpPr/>
            <p:nvPr/>
          </p:nvSpPr>
          <p:spPr>
            <a:xfrm>
              <a:off x="2747274" y="265859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4" name="Google Shape;9390;p52">
              <a:extLst>
                <a:ext uri="{FF2B5EF4-FFF2-40B4-BE49-F238E27FC236}">
                  <a16:creationId xmlns:a16="http://schemas.microsoft.com/office/drawing/2014/main" id="{69BACC2E-B4A1-6586-D636-8A873F950169}"/>
                </a:ext>
              </a:extLst>
            </p:cNvPr>
            <p:cNvSpPr/>
            <p:nvPr/>
          </p:nvSpPr>
          <p:spPr>
            <a:xfrm>
              <a:off x="2747819" y="2659124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5" name="Google Shape;9391;p52">
              <a:extLst>
                <a:ext uri="{FF2B5EF4-FFF2-40B4-BE49-F238E27FC236}">
                  <a16:creationId xmlns:a16="http://schemas.microsoft.com/office/drawing/2014/main" id="{5A01D1AE-06E8-E38B-92CD-814830BFCD31}"/>
                </a:ext>
              </a:extLst>
            </p:cNvPr>
            <p:cNvSpPr/>
            <p:nvPr/>
          </p:nvSpPr>
          <p:spPr>
            <a:xfrm>
              <a:off x="2693540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6" name="Google Shape;9392;p52">
              <a:extLst>
                <a:ext uri="{FF2B5EF4-FFF2-40B4-BE49-F238E27FC236}">
                  <a16:creationId xmlns:a16="http://schemas.microsoft.com/office/drawing/2014/main" id="{EFB85D09-D144-E6A9-29B4-06A87072A5BA}"/>
                </a:ext>
              </a:extLst>
            </p:cNvPr>
            <p:cNvSpPr/>
            <p:nvPr/>
          </p:nvSpPr>
          <p:spPr>
            <a:xfrm>
              <a:off x="2693540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7" name="Google Shape;9393;p52">
              <a:extLst>
                <a:ext uri="{FF2B5EF4-FFF2-40B4-BE49-F238E27FC236}">
                  <a16:creationId xmlns:a16="http://schemas.microsoft.com/office/drawing/2014/main" id="{B581E3CB-3C93-7398-0F3A-497631000B71}"/>
                </a:ext>
              </a:extLst>
            </p:cNvPr>
            <p:cNvSpPr/>
            <p:nvPr/>
          </p:nvSpPr>
          <p:spPr>
            <a:xfrm>
              <a:off x="2694069" y="3142649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8" name="Google Shape;9394;p52">
              <a:extLst>
                <a:ext uri="{FF2B5EF4-FFF2-40B4-BE49-F238E27FC236}">
                  <a16:creationId xmlns:a16="http://schemas.microsoft.com/office/drawing/2014/main" id="{7E5B0AC6-36FF-58F9-48F1-455C0A39D08B}"/>
                </a:ext>
              </a:extLst>
            </p:cNvPr>
            <p:cNvSpPr/>
            <p:nvPr/>
          </p:nvSpPr>
          <p:spPr>
            <a:xfrm>
              <a:off x="2693540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9" name="Google Shape;9395;p52">
              <a:extLst>
                <a:ext uri="{FF2B5EF4-FFF2-40B4-BE49-F238E27FC236}">
                  <a16:creationId xmlns:a16="http://schemas.microsoft.com/office/drawing/2014/main" id="{CE6AAAF6-EB71-6DC5-420C-CC041433D7E3}"/>
                </a:ext>
              </a:extLst>
            </p:cNvPr>
            <p:cNvSpPr/>
            <p:nvPr/>
          </p:nvSpPr>
          <p:spPr>
            <a:xfrm>
              <a:off x="2694069" y="3088900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0" name="Google Shape;9396;p52">
              <a:extLst>
                <a:ext uri="{FF2B5EF4-FFF2-40B4-BE49-F238E27FC236}">
                  <a16:creationId xmlns:a16="http://schemas.microsoft.com/office/drawing/2014/main" id="{5BF64AB0-0263-62C6-3D2D-35602690FBC3}"/>
                </a:ext>
              </a:extLst>
            </p:cNvPr>
            <p:cNvSpPr/>
            <p:nvPr/>
          </p:nvSpPr>
          <p:spPr>
            <a:xfrm>
              <a:off x="2693540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1" name="Google Shape;9397;p52">
              <a:extLst>
                <a:ext uri="{FF2B5EF4-FFF2-40B4-BE49-F238E27FC236}">
                  <a16:creationId xmlns:a16="http://schemas.microsoft.com/office/drawing/2014/main" id="{1BC5996F-7E8F-C421-0354-B25EF4BC6B7B}"/>
                </a:ext>
              </a:extLst>
            </p:cNvPr>
            <p:cNvSpPr/>
            <p:nvPr/>
          </p:nvSpPr>
          <p:spPr>
            <a:xfrm>
              <a:off x="2694069" y="3035213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2" name="Google Shape;9398;p52">
              <a:extLst>
                <a:ext uri="{FF2B5EF4-FFF2-40B4-BE49-F238E27FC236}">
                  <a16:creationId xmlns:a16="http://schemas.microsoft.com/office/drawing/2014/main" id="{7D69EB3E-7DD2-D142-9B28-2A6BEEE67EB0}"/>
                </a:ext>
              </a:extLst>
            </p:cNvPr>
            <p:cNvSpPr/>
            <p:nvPr/>
          </p:nvSpPr>
          <p:spPr>
            <a:xfrm>
              <a:off x="2693540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3" name="Google Shape;9399;p52">
              <a:extLst>
                <a:ext uri="{FF2B5EF4-FFF2-40B4-BE49-F238E27FC236}">
                  <a16:creationId xmlns:a16="http://schemas.microsoft.com/office/drawing/2014/main" id="{30A5444B-D8BA-1354-FD55-9E1CC9272F4D}"/>
                </a:ext>
              </a:extLst>
            </p:cNvPr>
            <p:cNvSpPr/>
            <p:nvPr/>
          </p:nvSpPr>
          <p:spPr>
            <a:xfrm>
              <a:off x="2694069" y="298147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4" name="Google Shape;9400;p52">
              <a:extLst>
                <a:ext uri="{FF2B5EF4-FFF2-40B4-BE49-F238E27FC236}">
                  <a16:creationId xmlns:a16="http://schemas.microsoft.com/office/drawing/2014/main" id="{625E5B98-8ED0-CE5E-6D5C-BA4D9B9B04AD}"/>
                </a:ext>
              </a:extLst>
            </p:cNvPr>
            <p:cNvSpPr/>
            <p:nvPr/>
          </p:nvSpPr>
          <p:spPr>
            <a:xfrm>
              <a:off x="2693540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5" name="Google Shape;9401;p52">
              <a:extLst>
                <a:ext uri="{FF2B5EF4-FFF2-40B4-BE49-F238E27FC236}">
                  <a16:creationId xmlns:a16="http://schemas.microsoft.com/office/drawing/2014/main" id="{03622208-FFCF-D01F-E43A-707F1A568D99}"/>
                </a:ext>
              </a:extLst>
            </p:cNvPr>
            <p:cNvSpPr/>
            <p:nvPr/>
          </p:nvSpPr>
          <p:spPr>
            <a:xfrm>
              <a:off x="2694069" y="2927730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6" name="Google Shape;9402;p52">
              <a:extLst>
                <a:ext uri="{FF2B5EF4-FFF2-40B4-BE49-F238E27FC236}">
                  <a16:creationId xmlns:a16="http://schemas.microsoft.com/office/drawing/2014/main" id="{656B76ED-B170-3D90-0F73-D6C6AAC1803B}"/>
                </a:ext>
              </a:extLst>
            </p:cNvPr>
            <p:cNvSpPr/>
            <p:nvPr/>
          </p:nvSpPr>
          <p:spPr>
            <a:xfrm>
              <a:off x="2693540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7" name="Google Shape;9403;p52">
              <a:extLst>
                <a:ext uri="{FF2B5EF4-FFF2-40B4-BE49-F238E27FC236}">
                  <a16:creationId xmlns:a16="http://schemas.microsoft.com/office/drawing/2014/main" id="{DD2096EC-01BE-E2C9-B37F-1FC475A33164}"/>
                </a:ext>
              </a:extLst>
            </p:cNvPr>
            <p:cNvSpPr/>
            <p:nvPr/>
          </p:nvSpPr>
          <p:spPr>
            <a:xfrm>
              <a:off x="2694069" y="2874059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8" name="Google Shape;9404;p52">
              <a:extLst>
                <a:ext uri="{FF2B5EF4-FFF2-40B4-BE49-F238E27FC236}">
                  <a16:creationId xmlns:a16="http://schemas.microsoft.com/office/drawing/2014/main" id="{2B231D77-52AE-15AF-0C65-64830E697407}"/>
                </a:ext>
              </a:extLst>
            </p:cNvPr>
            <p:cNvSpPr/>
            <p:nvPr/>
          </p:nvSpPr>
          <p:spPr>
            <a:xfrm>
              <a:off x="2693540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9" name="Google Shape;9405;p52">
              <a:extLst>
                <a:ext uri="{FF2B5EF4-FFF2-40B4-BE49-F238E27FC236}">
                  <a16:creationId xmlns:a16="http://schemas.microsoft.com/office/drawing/2014/main" id="{9A54BF37-EE4F-4A0B-8461-BB97D9636B67}"/>
                </a:ext>
              </a:extLst>
            </p:cNvPr>
            <p:cNvSpPr/>
            <p:nvPr/>
          </p:nvSpPr>
          <p:spPr>
            <a:xfrm>
              <a:off x="2694069" y="2820294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0" name="Google Shape;9406;p52">
              <a:extLst>
                <a:ext uri="{FF2B5EF4-FFF2-40B4-BE49-F238E27FC236}">
                  <a16:creationId xmlns:a16="http://schemas.microsoft.com/office/drawing/2014/main" id="{4BF929D2-AB97-474C-BE74-582B1AE4B842}"/>
                </a:ext>
              </a:extLst>
            </p:cNvPr>
            <p:cNvSpPr/>
            <p:nvPr/>
          </p:nvSpPr>
          <p:spPr>
            <a:xfrm>
              <a:off x="2693540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1" name="Google Shape;9407;p52">
              <a:extLst>
                <a:ext uri="{FF2B5EF4-FFF2-40B4-BE49-F238E27FC236}">
                  <a16:creationId xmlns:a16="http://schemas.microsoft.com/office/drawing/2014/main" id="{4247B5FC-BF51-4513-74D1-B19A5C829916}"/>
                </a:ext>
              </a:extLst>
            </p:cNvPr>
            <p:cNvSpPr/>
            <p:nvPr/>
          </p:nvSpPr>
          <p:spPr>
            <a:xfrm>
              <a:off x="2694069" y="2766560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2" name="Google Shape;9408;p52">
              <a:extLst>
                <a:ext uri="{FF2B5EF4-FFF2-40B4-BE49-F238E27FC236}">
                  <a16:creationId xmlns:a16="http://schemas.microsoft.com/office/drawing/2014/main" id="{29F8B9F1-3B56-7399-907C-313FB1508FA4}"/>
                </a:ext>
              </a:extLst>
            </p:cNvPr>
            <p:cNvSpPr/>
            <p:nvPr/>
          </p:nvSpPr>
          <p:spPr>
            <a:xfrm>
              <a:off x="2693540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3" name="Google Shape;9409;p52">
              <a:extLst>
                <a:ext uri="{FF2B5EF4-FFF2-40B4-BE49-F238E27FC236}">
                  <a16:creationId xmlns:a16="http://schemas.microsoft.com/office/drawing/2014/main" id="{0FC25F40-645F-593E-546C-56D7A2764A5B}"/>
                </a:ext>
              </a:extLst>
            </p:cNvPr>
            <p:cNvSpPr/>
            <p:nvPr/>
          </p:nvSpPr>
          <p:spPr>
            <a:xfrm>
              <a:off x="2694069" y="2712857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4" name="Google Shape;9410;p52">
              <a:extLst>
                <a:ext uri="{FF2B5EF4-FFF2-40B4-BE49-F238E27FC236}">
                  <a16:creationId xmlns:a16="http://schemas.microsoft.com/office/drawing/2014/main" id="{56A3FD95-9C2F-A4B1-AEE3-4C189265CCC8}"/>
                </a:ext>
              </a:extLst>
            </p:cNvPr>
            <p:cNvSpPr/>
            <p:nvPr/>
          </p:nvSpPr>
          <p:spPr>
            <a:xfrm>
              <a:off x="2693540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5" name="Google Shape;9411;p52">
              <a:extLst>
                <a:ext uri="{FF2B5EF4-FFF2-40B4-BE49-F238E27FC236}">
                  <a16:creationId xmlns:a16="http://schemas.microsoft.com/office/drawing/2014/main" id="{2171541D-9E6B-007C-3481-2B2D0C561526}"/>
                </a:ext>
              </a:extLst>
            </p:cNvPr>
            <p:cNvSpPr/>
            <p:nvPr/>
          </p:nvSpPr>
          <p:spPr>
            <a:xfrm>
              <a:off x="2639853" y="319579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6" name="Google Shape;9412;p52">
              <a:extLst>
                <a:ext uri="{FF2B5EF4-FFF2-40B4-BE49-F238E27FC236}">
                  <a16:creationId xmlns:a16="http://schemas.microsoft.com/office/drawing/2014/main" id="{38BEF989-9784-7028-3546-D471317AD50A}"/>
                </a:ext>
              </a:extLst>
            </p:cNvPr>
            <p:cNvSpPr/>
            <p:nvPr/>
          </p:nvSpPr>
          <p:spPr>
            <a:xfrm>
              <a:off x="2640382" y="3196321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7" name="Google Shape;9413;p52">
              <a:extLst>
                <a:ext uri="{FF2B5EF4-FFF2-40B4-BE49-F238E27FC236}">
                  <a16:creationId xmlns:a16="http://schemas.microsoft.com/office/drawing/2014/main" id="{7965AD6B-6292-A632-2BE6-2EDE32DEF8E7}"/>
                </a:ext>
              </a:extLst>
            </p:cNvPr>
            <p:cNvSpPr/>
            <p:nvPr/>
          </p:nvSpPr>
          <p:spPr>
            <a:xfrm>
              <a:off x="2639853" y="314212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8" name="Google Shape;9414;p52">
              <a:extLst>
                <a:ext uri="{FF2B5EF4-FFF2-40B4-BE49-F238E27FC236}">
                  <a16:creationId xmlns:a16="http://schemas.microsoft.com/office/drawing/2014/main" id="{BB90A665-0CC4-2661-C6FF-E39363AA035B}"/>
                </a:ext>
              </a:extLst>
            </p:cNvPr>
            <p:cNvSpPr/>
            <p:nvPr/>
          </p:nvSpPr>
          <p:spPr>
            <a:xfrm>
              <a:off x="2640382" y="3142649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9" name="Google Shape;9415;p52">
              <a:extLst>
                <a:ext uri="{FF2B5EF4-FFF2-40B4-BE49-F238E27FC236}">
                  <a16:creationId xmlns:a16="http://schemas.microsoft.com/office/drawing/2014/main" id="{916EB0B0-5B5A-5025-F626-1C3AF7B33C9D}"/>
                </a:ext>
              </a:extLst>
            </p:cNvPr>
            <p:cNvSpPr/>
            <p:nvPr/>
          </p:nvSpPr>
          <p:spPr>
            <a:xfrm>
              <a:off x="2639853" y="3088355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0" name="Google Shape;9416;p52">
              <a:extLst>
                <a:ext uri="{FF2B5EF4-FFF2-40B4-BE49-F238E27FC236}">
                  <a16:creationId xmlns:a16="http://schemas.microsoft.com/office/drawing/2014/main" id="{4780D5E4-B364-799A-F28A-81A0DB52224B}"/>
                </a:ext>
              </a:extLst>
            </p:cNvPr>
            <p:cNvSpPr/>
            <p:nvPr/>
          </p:nvSpPr>
          <p:spPr>
            <a:xfrm>
              <a:off x="2640382" y="3088900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1" name="Google Shape;9417;p52">
              <a:extLst>
                <a:ext uri="{FF2B5EF4-FFF2-40B4-BE49-F238E27FC236}">
                  <a16:creationId xmlns:a16="http://schemas.microsoft.com/office/drawing/2014/main" id="{7A428A2B-22B8-3500-65D4-DB93447732D6}"/>
                </a:ext>
              </a:extLst>
            </p:cNvPr>
            <p:cNvSpPr/>
            <p:nvPr/>
          </p:nvSpPr>
          <p:spPr>
            <a:xfrm>
              <a:off x="2639853" y="3034684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2" name="Google Shape;9418;p52">
              <a:extLst>
                <a:ext uri="{FF2B5EF4-FFF2-40B4-BE49-F238E27FC236}">
                  <a16:creationId xmlns:a16="http://schemas.microsoft.com/office/drawing/2014/main" id="{10846D8F-B809-B72F-F36D-22743A9FE63C}"/>
                </a:ext>
              </a:extLst>
            </p:cNvPr>
            <p:cNvSpPr/>
            <p:nvPr/>
          </p:nvSpPr>
          <p:spPr>
            <a:xfrm>
              <a:off x="2639853" y="2980919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3" name="Google Shape;9419;p52">
              <a:extLst>
                <a:ext uri="{FF2B5EF4-FFF2-40B4-BE49-F238E27FC236}">
                  <a16:creationId xmlns:a16="http://schemas.microsoft.com/office/drawing/2014/main" id="{0A3E10AB-DE78-1656-3034-999C71AECEF0}"/>
                </a:ext>
              </a:extLst>
            </p:cNvPr>
            <p:cNvSpPr/>
            <p:nvPr/>
          </p:nvSpPr>
          <p:spPr>
            <a:xfrm>
              <a:off x="2639853" y="292718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4" name="Google Shape;9420;p52">
              <a:extLst>
                <a:ext uri="{FF2B5EF4-FFF2-40B4-BE49-F238E27FC236}">
                  <a16:creationId xmlns:a16="http://schemas.microsoft.com/office/drawing/2014/main" id="{E59AFE76-97ED-80BB-2ADE-510AD9567452}"/>
                </a:ext>
              </a:extLst>
            </p:cNvPr>
            <p:cNvSpPr/>
            <p:nvPr/>
          </p:nvSpPr>
          <p:spPr>
            <a:xfrm>
              <a:off x="2639853" y="2873498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5" name="Google Shape;9421;p52">
              <a:extLst>
                <a:ext uri="{FF2B5EF4-FFF2-40B4-BE49-F238E27FC236}">
                  <a16:creationId xmlns:a16="http://schemas.microsoft.com/office/drawing/2014/main" id="{98792B1F-439D-1902-5774-A2AC9A435815}"/>
                </a:ext>
              </a:extLst>
            </p:cNvPr>
            <p:cNvSpPr/>
            <p:nvPr/>
          </p:nvSpPr>
          <p:spPr>
            <a:xfrm>
              <a:off x="2639853" y="281976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6" y="3520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6" name="Google Shape;9422;p52">
              <a:extLst>
                <a:ext uri="{FF2B5EF4-FFF2-40B4-BE49-F238E27FC236}">
                  <a16:creationId xmlns:a16="http://schemas.microsoft.com/office/drawing/2014/main" id="{D085ECB3-3D04-E2C9-49A7-13AFC53524E0}"/>
                </a:ext>
              </a:extLst>
            </p:cNvPr>
            <p:cNvSpPr/>
            <p:nvPr/>
          </p:nvSpPr>
          <p:spPr>
            <a:xfrm>
              <a:off x="2639853" y="276601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7" name="Google Shape;9423;p52">
              <a:extLst>
                <a:ext uri="{FF2B5EF4-FFF2-40B4-BE49-F238E27FC236}">
                  <a16:creationId xmlns:a16="http://schemas.microsoft.com/office/drawing/2014/main" id="{469717B3-8A2E-4D26-3DA5-26445319F941}"/>
                </a:ext>
              </a:extLst>
            </p:cNvPr>
            <p:cNvSpPr/>
            <p:nvPr/>
          </p:nvSpPr>
          <p:spPr>
            <a:xfrm>
              <a:off x="2639853" y="2712328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8" name="Google Shape;9424;p52">
              <a:extLst>
                <a:ext uri="{FF2B5EF4-FFF2-40B4-BE49-F238E27FC236}">
                  <a16:creationId xmlns:a16="http://schemas.microsoft.com/office/drawing/2014/main" id="{1D549989-84F5-F0FD-F40B-DADF43905E75}"/>
                </a:ext>
              </a:extLst>
            </p:cNvPr>
            <p:cNvSpPr/>
            <p:nvPr/>
          </p:nvSpPr>
          <p:spPr>
            <a:xfrm>
              <a:off x="2640382" y="2712857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9" name="Google Shape;9425;p52">
              <a:extLst>
                <a:ext uri="{FF2B5EF4-FFF2-40B4-BE49-F238E27FC236}">
                  <a16:creationId xmlns:a16="http://schemas.microsoft.com/office/drawing/2014/main" id="{63DEC92B-C885-C2DD-6AFA-57D6CB811130}"/>
                </a:ext>
              </a:extLst>
            </p:cNvPr>
            <p:cNvSpPr/>
            <p:nvPr/>
          </p:nvSpPr>
          <p:spPr>
            <a:xfrm>
              <a:off x="2639853" y="265859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0" name="Google Shape;9426;p52">
              <a:extLst>
                <a:ext uri="{FF2B5EF4-FFF2-40B4-BE49-F238E27FC236}">
                  <a16:creationId xmlns:a16="http://schemas.microsoft.com/office/drawing/2014/main" id="{8ACB429B-3FA2-0C37-2907-75F29C055166}"/>
                </a:ext>
              </a:extLst>
            </p:cNvPr>
            <p:cNvSpPr/>
            <p:nvPr/>
          </p:nvSpPr>
          <p:spPr>
            <a:xfrm>
              <a:off x="2640382" y="265912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1" name="Google Shape;9427;p52">
              <a:extLst>
                <a:ext uri="{FF2B5EF4-FFF2-40B4-BE49-F238E27FC236}">
                  <a16:creationId xmlns:a16="http://schemas.microsoft.com/office/drawing/2014/main" id="{A3EF4276-00F6-DFB4-9453-69A74455C356}"/>
                </a:ext>
              </a:extLst>
            </p:cNvPr>
            <p:cNvSpPr/>
            <p:nvPr/>
          </p:nvSpPr>
          <p:spPr>
            <a:xfrm>
              <a:off x="2586104" y="319579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2" name="Google Shape;9428;p52">
              <a:extLst>
                <a:ext uri="{FF2B5EF4-FFF2-40B4-BE49-F238E27FC236}">
                  <a16:creationId xmlns:a16="http://schemas.microsoft.com/office/drawing/2014/main" id="{D918D43E-96AC-A26F-7EE1-3E5D735C7A52}"/>
                </a:ext>
              </a:extLst>
            </p:cNvPr>
            <p:cNvSpPr/>
            <p:nvPr/>
          </p:nvSpPr>
          <p:spPr>
            <a:xfrm>
              <a:off x="2586649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3" name="Google Shape;9429;p52">
              <a:extLst>
                <a:ext uri="{FF2B5EF4-FFF2-40B4-BE49-F238E27FC236}">
                  <a16:creationId xmlns:a16="http://schemas.microsoft.com/office/drawing/2014/main" id="{0E565D86-4055-1B9C-4565-35D3B6454C69}"/>
                </a:ext>
              </a:extLst>
            </p:cNvPr>
            <p:cNvSpPr/>
            <p:nvPr/>
          </p:nvSpPr>
          <p:spPr>
            <a:xfrm>
              <a:off x="2586104" y="314212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4" name="Google Shape;9430;p52">
              <a:extLst>
                <a:ext uri="{FF2B5EF4-FFF2-40B4-BE49-F238E27FC236}">
                  <a16:creationId xmlns:a16="http://schemas.microsoft.com/office/drawing/2014/main" id="{A0E09050-BF8E-32E6-8EE2-3C0F1B170B5B}"/>
                </a:ext>
              </a:extLst>
            </p:cNvPr>
            <p:cNvSpPr/>
            <p:nvPr/>
          </p:nvSpPr>
          <p:spPr>
            <a:xfrm>
              <a:off x="2586649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5" name="Google Shape;9431;p52">
              <a:extLst>
                <a:ext uri="{FF2B5EF4-FFF2-40B4-BE49-F238E27FC236}">
                  <a16:creationId xmlns:a16="http://schemas.microsoft.com/office/drawing/2014/main" id="{43F10CE8-94D1-337C-7987-6727BC3A9BD6}"/>
                </a:ext>
              </a:extLst>
            </p:cNvPr>
            <p:cNvSpPr/>
            <p:nvPr/>
          </p:nvSpPr>
          <p:spPr>
            <a:xfrm>
              <a:off x="2586104" y="3088355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6" name="Google Shape;9432;p52">
              <a:extLst>
                <a:ext uri="{FF2B5EF4-FFF2-40B4-BE49-F238E27FC236}">
                  <a16:creationId xmlns:a16="http://schemas.microsoft.com/office/drawing/2014/main" id="{7E019327-59ED-00B4-1EDC-F1584B0ED532}"/>
                </a:ext>
              </a:extLst>
            </p:cNvPr>
            <p:cNvSpPr/>
            <p:nvPr/>
          </p:nvSpPr>
          <p:spPr>
            <a:xfrm>
              <a:off x="2586104" y="3034684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7" name="Google Shape;9433;p52">
              <a:extLst>
                <a:ext uri="{FF2B5EF4-FFF2-40B4-BE49-F238E27FC236}">
                  <a16:creationId xmlns:a16="http://schemas.microsoft.com/office/drawing/2014/main" id="{4D4CCC08-8CDC-588D-8C27-70ACE6413891}"/>
                </a:ext>
              </a:extLst>
            </p:cNvPr>
            <p:cNvSpPr/>
            <p:nvPr/>
          </p:nvSpPr>
          <p:spPr>
            <a:xfrm>
              <a:off x="2586649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8" name="Google Shape;9434;p52">
              <a:extLst>
                <a:ext uri="{FF2B5EF4-FFF2-40B4-BE49-F238E27FC236}">
                  <a16:creationId xmlns:a16="http://schemas.microsoft.com/office/drawing/2014/main" id="{3FC128E8-4A65-DC4F-ACE6-A2F3795DD39A}"/>
                </a:ext>
              </a:extLst>
            </p:cNvPr>
            <p:cNvSpPr/>
            <p:nvPr/>
          </p:nvSpPr>
          <p:spPr>
            <a:xfrm>
              <a:off x="2586104" y="2980919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9" name="Google Shape;9435;p52">
              <a:extLst>
                <a:ext uri="{FF2B5EF4-FFF2-40B4-BE49-F238E27FC236}">
                  <a16:creationId xmlns:a16="http://schemas.microsoft.com/office/drawing/2014/main" id="{D86C814F-13A1-403C-C0A1-A42865110692}"/>
                </a:ext>
              </a:extLst>
            </p:cNvPr>
            <p:cNvSpPr/>
            <p:nvPr/>
          </p:nvSpPr>
          <p:spPr>
            <a:xfrm>
              <a:off x="2586649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0" name="Google Shape;9436;p52">
              <a:extLst>
                <a:ext uri="{FF2B5EF4-FFF2-40B4-BE49-F238E27FC236}">
                  <a16:creationId xmlns:a16="http://schemas.microsoft.com/office/drawing/2014/main" id="{B58BED59-C717-1250-7200-F868F25B3C2A}"/>
                </a:ext>
              </a:extLst>
            </p:cNvPr>
            <p:cNvSpPr/>
            <p:nvPr/>
          </p:nvSpPr>
          <p:spPr>
            <a:xfrm>
              <a:off x="2586104" y="292718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1" name="Google Shape;9437;p52">
              <a:extLst>
                <a:ext uri="{FF2B5EF4-FFF2-40B4-BE49-F238E27FC236}">
                  <a16:creationId xmlns:a16="http://schemas.microsoft.com/office/drawing/2014/main" id="{3A43F48C-5790-1406-931E-8B977264985F}"/>
                </a:ext>
              </a:extLst>
            </p:cNvPr>
            <p:cNvSpPr/>
            <p:nvPr/>
          </p:nvSpPr>
          <p:spPr>
            <a:xfrm>
              <a:off x="2586649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2" name="Google Shape;9438;p52">
              <a:extLst>
                <a:ext uri="{FF2B5EF4-FFF2-40B4-BE49-F238E27FC236}">
                  <a16:creationId xmlns:a16="http://schemas.microsoft.com/office/drawing/2014/main" id="{9036D17C-14BD-0270-6A89-46F09AFB13FC}"/>
                </a:ext>
              </a:extLst>
            </p:cNvPr>
            <p:cNvSpPr/>
            <p:nvPr/>
          </p:nvSpPr>
          <p:spPr>
            <a:xfrm>
              <a:off x="2586104" y="2873498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3" name="Google Shape;9439;p52">
              <a:extLst>
                <a:ext uri="{FF2B5EF4-FFF2-40B4-BE49-F238E27FC236}">
                  <a16:creationId xmlns:a16="http://schemas.microsoft.com/office/drawing/2014/main" id="{858DB527-D28D-EF63-7B80-04C7AA3CE33E}"/>
                </a:ext>
              </a:extLst>
            </p:cNvPr>
            <p:cNvSpPr/>
            <p:nvPr/>
          </p:nvSpPr>
          <p:spPr>
            <a:xfrm>
              <a:off x="2586649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0" y="3446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4" name="Google Shape;9440;p52">
              <a:extLst>
                <a:ext uri="{FF2B5EF4-FFF2-40B4-BE49-F238E27FC236}">
                  <a16:creationId xmlns:a16="http://schemas.microsoft.com/office/drawing/2014/main" id="{31AA8C4B-31E0-7FD9-20C3-788C3C2336DB}"/>
                </a:ext>
              </a:extLst>
            </p:cNvPr>
            <p:cNvSpPr/>
            <p:nvPr/>
          </p:nvSpPr>
          <p:spPr>
            <a:xfrm>
              <a:off x="2586104" y="281976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5" name="Google Shape;9441;p52">
              <a:extLst>
                <a:ext uri="{FF2B5EF4-FFF2-40B4-BE49-F238E27FC236}">
                  <a16:creationId xmlns:a16="http://schemas.microsoft.com/office/drawing/2014/main" id="{99821019-9046-C838-D7F9-8B239853A296}"/>
                </a:ext>
              </a:extLst>
            </p:cNvPr>
            <p:cNvSpPr/>
            <p:nvPr/>
          </p:nvSpPr>
          <p:spPr>
            <a:xfrm>
              <a:off x="2586649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6" name="Google Shape;9442;p52">
              <a:extLst>
                <a:ext uri="{FF2B5EF4-FFF2-40B4-BE49-F238E27FC236}">
                  <a16:creationId xmlns:a16="http://schemas.microsoft.com/office/drawing/2014/main" id="{B413D506-A265-5DA1-8A33-A31AB73DB835}"/>
                </a:ext>
              </a:extLst>
            </p:cNvPr>
            <p:cNvSpPr/>
            <p:nvPr/>
          </p:nvSpPr>
          <p:spPr>
            <a:xfrm>
              <a:off x="2586104" y="276601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7" name="Google Shape;9443;p52">
              <a:extLst>
                <a:ext uri="{FF2B5EF4-FFF2-40B4-BE49-F238E27FC236}">
                  <a16:creationId xmlns:a16="http://schemas.microsoft.com/office/drawing/2014/main" id="{A5C5994F-A646-E9DC-93E3-173044955EF4}"/>
                </a:ext>
              </a:extLst>
            </p:cNvPr>
            <p:cNvSpPr/>
            <p:nvPr/>
          </p:nvSpPr>
          <p:spPr>
            <a:xfrm>
              <a:off x="2586649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8" name="Google Shape;9444;p52">
              <a:extLst>
                <a:ext uri="{FF2B5EF4-FFF2-40B4-BE49-F238E27FC236}">
                  <a16:creationId xmlns:a16="http://schemas.microsoft.com/office/drawing/2014/main" id="{E45B634A-9729-537B-A2FA-BB32A31F5B2C}"/>
                </a:ext>
              </a:extLst>
            </p:cNvPr>
            <p:cNvSpPr/>
            <p:nvPr/>
          </p:nvSpPr>
          <p:spPr>
            <a:xfrm>
              <a:off x="2586104" y="2712328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9" name="Google Shape;9445;p52">
              <a:extLst>
                <a:ext uri="{FF2B5EF4-FFF2-40B4-BE49-F238E27FC236}">
                  <a16:creationId xmlns:a16="http://schemas.microsoft.com/office/drawing/2014/main" id="{76566B58-2758-34F3-1297-133D98C349D2}"/>
                </a:ext>
              </a:extLst>
            </p:cNvPr>
            <p:cNvSpPr/>
            <p:nvPr/>
          </p:nvSpPr>
          <p:spPr>
            <a:xfrm>
              <a:off x="2586104" y="265859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0" name="Google Shape;9446;p52">
              <a:extLst>
                <a:ext uri="{FF2B5EF4-FFF2-40B4-BE49-F238E27FC236}">
                  <a16:creationId xmlns:a16="http://schemas.microsoft.com/office/drawing/2014/main" id="{BC2E4A46-BA17-C20A-0F34-EB28BFF593F0}"/>
                </a:ext>
              </a:extLst>
            </p:cNvPr>
            <p:cNvSpPr/>
            <p:nvPr/>
          </p:nvSpPr>
          <p:spPr>
            <a:xfrm>
              <a:off x="2586649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1" name="Google Shape;9447;p52">
              <a:extLst>
                <a:ext uri="{FF2B5EF4-FFF2-40B4-BE49-F238E27FC236}">
                  <a16:creationId xmlns:a16="http://schemas.microsoft.com/office/drawing/2014/main" id="{6781CE89-D84E-EBC3-083D-E73DE62CB548}"/>
                </a:ext>
              </a:extLst>
            </p:cNvPr>
            <p:cNvSpPr/>
            <p:nvPr/>
          </p:nvSpPr>
          <p:spPr>
            <a:xfrm>
              <a:off x="2532370" y="3195791"/>
              <a:ext cx="54824" cy="54840"/>
            </a:xfrm>
            <a:custGeom>
              <a:avLst/>
              <a:gdLst/>
              <a:ahLst/>
              <a:cxnLst/>
              <a:rect l="l" t="t" r="r" b="b"/>
              <a:pathLst>
                <a:path w="3520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2" name="Google Shape;9448;p52">
              <a:extLst>
                <a:ext uri="{FF2B5EF4-FFF2-40B4-BE49-F238E27FC236}">
                  <a16:creationId xmlns:a16="http://schemas.microsoft.com/office/drawing/2014/main" id="{D3E2D424-A39A-4AD1-9E70-B5D3877BD088}"/>
                </a:ext>
              </a:extLst>
            </p:cNvPr>
            <p:cNvSpPr/>
            <p:nvPr/>
          </p:nvSpPr>
          <p:spPr>
            <a:xfrm>
              <a:off x="2532915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3" name="Google Shape;9449;p52">
              <a:extLst>
                <a:ext uri="{FF2B5EF4-FFF2-40B4-BE49-F238E27FC236}">
                  <a16:creationId xmlns:a16="http://schemas.microsoft.com/office/drawing/2014/main" id="{F037256E-9814-081B-5449-A887BB39AC98}"/>
                </a:ext>
              </a:extLst>
            </p:cNvPr>
            <p:cNvSpPr/>
            <p:nvPr/>
          </p:nvSpPr>
          <p:spPr>
            <a:xfrm>
              <a:off x="2532370" y="3142120"/>
              <a:ext cx="54824" cy="54777"/>
            </a:xfrm>
            <a:custGeom>
              <a:avLst/>
              <a:gdLst/>
              <a:ahLst/>
              <a:cxnLst/>
              <a:rect l="l" t="t" r="r" b="b"/>
              <a:pathLst>
                <a:path w="3520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4" name="Google Shape;9450;p52">
              <a:extLst>
                <a:ext uri="{FF2B5EF4-FFF2-40B4-BE49-F238E27FC236}">
                  <a16:creationId xmlns:a16="http://schemas.microsoft.com/office/drawing/2014/main" id="{3EC0D274-601D-DBC7-71A6-55B6CCC1EC0D}"/>
                </a:ext>
              </a:extLst>
            </p:cNvPr>
            <p:cNvSpPr/>
            <p:nvPr/>
          </p:nvSpPr>
          <p:spPr>
            <a:xfrm>
              <a:off x="2532915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5" name="Google Shape;9451;p52">
              <a:extLst>
                <a:ext uri="{FF2B5EF4-FFF2-40B4-BE49-F238E27FC236}">
                  <a16:creationId xmlns:a16="http://schemas.microsoft.com/office/drawing/2014/main" id="{7F78D654-6CA0-D1C3-D093-34D5DDA26AFC}"/>
                </a:ext>
              </a:extLst>
            </p:cNvPr>
            <p:cNvSpPr/>
            <p:nvPr/>
          </p:nvSpPr>
          <p:spPr>
            <a:xfrm>
              <a:off x="2532370" y="3088355"/>
              <a:ext cx="54824" cy="54840"/>
            </a:xfrm>
            <a:custGeom>
              <a:avLst/>
              <a:gdLst/>
              <a:ahLst/>
              <a:cxnLst/>
              <a:rect l="l" t="t" r="r" b="b"/>
              <a:pathLst>
                <a:path w="3520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6" name="Google Shape;9452;p52">
              <a:extLst>
                <a:ext uri="{FF2B5EF4-FFF2-40B4-BE49-F238E27FC236}">
                  <a16:creationId xmlns:a16="http://schemas.microsoft.com/office/drawing/2014/main" id="{ECB3737E-7519-63C4-D180-F8F086E660E9}"/>
                </a:ext>
              </a:extLst>
            </p:cNvPr>
            <p:cNvSpPr/>
            <p:nvPr/>
          </p:nvSpPr>
          <p:spPr>
            <a:xfrm>
              <a:off x="2532370" y="3034684"/>
              <a:ext cx="54824" cy="54777"/>
            </a:xfrm>
            <a:custGeom>
              <a:avLst/>
              <a:gdLst/>
              <a:ahLst/>
              <a:cxnLst/>
              <a:rect l="l" t="t" r="r" b="b"/>
              <a:pathLst>
                <a:path w="3520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7" name="Google Shape;9453;p52">
              <a:extLst>
                <a:ext uri="{FF2B5EF4-FFF2-40B4-BE49-F238E27FC236}">
                  <a16:creationId xmlns:a16="http://schemas.microsoft.com/office/drawing/2014/main" id="{8AF9C890-F65B-EE9A-2543-90DA77387CD9}"/>
                </a:ext>
              </a:extLst>
            </p:cNvPr>
            <p:cNvSpPr/>
            <p:nvPr/>
          </p:nvSpPr>
          <p:spPr>
            <a:xfrm>
              <a:off x="2532915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8" name="Google Shape;9454;p52">
              <a:extLst>
                <a:ext uri="{FF2B5EF4-FFF2-40B4-BE49-F238E27FC236}">
                  <a16:creationId xmlns:a16="http://schemas.microsoft.com/office/drawing/2014/main" id="{EA4D41AA-7A2B-98ED-F660-A250DF8B3781}"/>
                </a:ext>
              </a:extLst>
            </p:cNvPr>
            <p:cNvSpPr/>
            <p:nvPr/>
          </p:nvSpPr>
          <p:spPr>
            <a:xfrm>
              <a:off x="2532370" y="2980919"/>
              <a:ext cx="54824" cy="54855"/>
            </a:xfrm>
            <a:custGeom>
              <a:avLst/>
              <a:gdLst/>
              <a:ahLst/>
              <a:cxnLst/>
              <a:rect l="l" t="t" r="r" b="b"/>
              <a:pathLst>
                <a:path w="3520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9" name="Google Shape;9455;p52">
              <a:extLst>
                <a:ext uri="{FF2B5EF4-FFF2-40B4-BE49-F238E27FC236}">
                  <a16:creationId xmlns:a16="http://schemas.microsoft.com/office/drawing/2014/main" id="{E9872F57-E61F-8269-616A-E9EA5F6F012E}"/>
                </a:ext>
              </a:extLst>
            </p:cNvPr>
            <p:cNvSpPr/>
            <p:nvPr/>
          </p:nvSpPr>
          <p:spPr>
            <a:xfrm>
              <a:off x="2532915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0" name="Google Shape;9456;p52">
              <a:extLst>
                <a:ext uri="{FF2B5EF4-FFF2-40B4-BE49-F238E27FC236}">
                  <a16:creationId xmlns:a16="http://schemas.microsoft.com/office/drawing/2014/main" id="{D91AA176-A117-0E3B-C401-C41C40700D73}"/>
                </a:ext>
              </a:extLst>
            </p:cNvPr>
            <p:cNvSpPr/>
            <p:nvPr/>
          </p:nvSpPr>
          <p:spPr>
            <a:xfrm>
              <a:off x="2532370" y="2927185"/>
              <a:ext cx="54824" cy="54855"/>
            </a:xfrm>
            <a:custGeom>
              <a:avLst/>
              <a:gdLst/>
              <a:ahLst/>
              <a:cxnLst/>
              <a:rect l="l" t="t" r="r" b="b"/>
              <a:pathLst>
                <a:path w="3520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1" name="Google Shape;9457;p52">
              <a:extLst>
                <a:ext uri="{FF2B5EF4-FFF2-40B4-BE49-F238E27FC236}">
                  <a16:creationId xmlns:a16="http://schemas.microsoft.com/office/drawing/2014/main" id="{9851D1AC-E59E-CC22-5D98-00DB968C8E64}"/>
                </a:ext>
              </a:extLst>
            </p:cNvPr>
            <p:cNvSpPr/>
            <p:nvPr/>
          </p:nvSpPr>
          <p:spPr>
            <a:xfrm>
              <a:off x="2532915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2" name="Google Shape;9458;p52">
              <a:extLst>
                <a:ext uri="{FF2B5EF4-FFF2-40B4-BE49-F238E27FC236}">
                  <a16:creationId xmlns:a16="http://schemas.microsoft.com/office/drawing/2014/main" id="{A84B6946-AB66-3C44-C779-CF6D44C7BA4F}"/>
                </a:ext>
              </a:extLst>
            </p:cNvPr>
            <p:cNvSpPr/>
            <p:nvPr/>
          </p:nvSpPr>
          <p:spPr>
            <a:xfrm>
              <a:off x="2532370" y="2873498"/>
              <a:ext cx="54824" cy="54793"/>
            </a:xfrm>
            <a:custGeom>
              <a:avLst/>
              <a:gdLst/>
              <a:ahLst/>
              <a:cxnLst/>
              <a:rect l="l" t="t" r="r" b="b"/>
              <a:pathLst>
                <a:path w="3520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3" name="Google Shape;9459;p52">
              <a:extLst>
                <a:ext uri="{FF2B5EF4-FFF2-40B4-BE49-F238E27FC236}">
                  <a16:creationId xmlns:a16="http://schemas.microsoft.com/office/drawing/2014/main" id="{04C00E9E-2927-DF3F-83C6-A4A8D4920E59}"/>
                </a:ext>
              </a:extLst>
            </p:cNvPr>
            <p:cNvSpPr/>
            <p:nvPr/>
          </p:nvSpPr>
          <p:spPr>
            <a:xfrm>
              <a:off x="2532915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0" y="3446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4" name="Google Shape;9460;p52">
              <a:extLst>
                <a:ext uri="{FF2B5EF4-FFF2-40B4-BE49-F238E27FC236}">
                  <a16:creationId xmlns:a16="http://schemas.microsoft.com/office/drawing/2014/main" id="{7FBC18CD-BB39-4FAD-020D-254442E647D5}"/>
                </a:ext>
              </a:extLst>
            </p:cNvPr>
            <p:cNvSpPr/>
            <p:nvPr/>
          </p:nvSpPr>
          <p:spPr>
            <a:xfrm>
              <a:off x="2532370" y="2819764"/>
              <a:ext cx="54824" cy="54840"/>
            </a:xfrm>
            <a:custGeom>
              <a:avLst/>
              <a:gdLst/>
              <a:ahLst/>
              <a:cxnLst/>
              <a:rect l="l" t="t" r="r" b="b"/>
              <a:pathLst>
                <a:path w="3520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0" y="3520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5" name="Google Shape;9461;p52">
              <a:extLst>
                <a:ext uri="{FF2B5EF4-FFF2-40B4-BE49-F238E27FC236}">
                  <a16:creationId xmlns:a16="http://schemas.microsoft.com/office/drawing/2014/main" id="{C310C7DC-6DE5-FC67-9A10-00C3E43E4D5F}"/>
                </a:ext>
              </a:extLst>
            </p:cNvPr>
            <p:cNvSpPr/>
            <p:nvPr/>
          </p:nvSpPr>
          <p:spPr>
            <a:xfrm>
              <a:off x="2532915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6" name="Google Shape;9462;p52">
              <a:extLst>
                <a:ext uri="{FF2B5EF4-FFF2-40B4-BE49-F238E27FC236}">
                  <a16:creationId xmlns:a16="http://schemas.microsoft.com/office/drawing/2014/main" id="{CAF663DD-D85D-66A5-BBF4-2129F0D092B0}"/>
                </a:ext>
              </a:extLst>
            </p:cNvPr>
            <p:cNvSpPr/>
            <p:nvPr/>
          </p:nvSpPr>
          <p:spPr>
            <a:xfrm>
              <a:off x="2532370" y="2766015"/>
              <a:ext cx="54824" cy="54855"/>
            </a:xfrm>
            <a:custGeom>
              <a:avLst/>
              <a:gdLst/>
              <a:ahLst/>
              <a:cxnLst/>
              <a:rect l="l" t="t" r="r" b="b"/>
              <a:pathLst>
                <a:path w="3520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7" name="Google Shape;9463;p52">
              <a:extLst>
                <a:ext uri="{FF2B5EF4-FFF2-40B4-BE49-F238E27FC236}">
                  <a16:creationId xmlns:a16="http://schemas.microsoft.com/office/drawing/2014/main" id="{CEE7346F-06C0-4B31-3362-3422ED0C92CD}"/>
                </a:ext>
              </a:extLst>
            </p:cNvPr>
            <p:cNvSpPr/>
            <p:nvPr/>
          </p:nvSpPr>
          <p:spPr>
            <a:xfrm>
              <a:off x="2532915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8" name="Google Shape;9464;p52">
              <a:extLst>
                <a:ext uri="{FF2B5EF4-FFF2-40B4-BE49-F238E27FC236}">
                  <a16:creationId xmlns:a16="http://schemas.microsoft.com/office/drawing/2014/main" id="{329C1169-063D-4247-BF36-2B6DCBCDD0A4}"/>
                </a:ext>
              </a:extLst>
            </p:cNvPr>
            <p:cNvSpPr/>
            <p:nvPr/>
          </p:nvSpPr>
          <p:spPr>
            <a:xfrm>
              <a:off x="2532370" y="2712328"/>
              <a:ext cx="54824" cy="54808"/>
            </a:xfrm>
            <a:custGeom>
              <a:avLst/>
              <a:gdLst/>
              <a:ahLst/>
              <a:cxnLst/>
              <a:rect l="l" t="t" r="r" b="b"/>
              <a:pathLst>
                <a:path w="3520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9" name="Google Shape;9465;p52">
              <a:extLst>
                <a:ext uri="{FF2B5EF4-FFF2-40B4-BE49-F238E27FC236}">
                  <a16:creationId xmlns:a16="http://schemas.microsoft.com/office/drawing/2014/main" id="{124AEE46-6647-B057-4602-90A9AD7E4F51}"/>
                </a:ext>
              </a:extLst>
            </p:cNvPr>
            <p:cNvSpPr/>
            <p:nvPr/>
          </p:nvSpPr>
          <p:spPr>
            <a:xfrm>
              <a:off x="2532370" y="2658594"/>
              <a:ext cx="54824" cy="54840"/>
            </a:xfrm>
            <a:custGeom>
              <a:avLst/>
              <a:gdLst/>
              <a:ahLst/>
              <a:cxnLst/>
              <a:rect l="l" t="t" r="r" b="b"/>
              <a:pathLst>
                <a:path w="3520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0" name="Google Shape;9466;p52">
              <a:extLst>
                <a:ext uri="{FF2B5EF4-FFF2-40B4-BE49-F238E27FC236}">
                  <a16:creationId xmlns:a16="http://schemas.microsoft.com/office/drawing/2014/main" id="{3E516A01-8051-6345-D1F8-C93F5C5CB2A9}"/>
                </a:ext>
              </a:extLst>
            </p:cNvPr>
            <p:cNvSpPr/>
            <p:nvPr/>
          </p:nvSpPr>
          <p:spPr>
            <a:xfrm>
              <a:off x="2532915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1" name="Google Shape;9467;p52">
              <a:extLst>
                <a:ext uri="{FF2B5EF4-FFF2-40B4-BE49-F238E27FC236}">
                  <a16:creationId xmlns:a16="http://schemas.microsoft.com/office/drawing/2014/main" id="{1E301CD7-454E-9C54-6C90-FA25469F2FEF}"/>
                </a:ext>
              </a:extLst>
            </p:cNvPr>
            <p:cNvSpPr/>
            <p:nvPr/>
          </p:nvSpPr>
          <p:spPr>
            <a:xfrm>
              <a:off x="2478683" y="319579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2" name="Google Shape;9468;p52">
              <a:extLst>
                <a:ext uri="{FF2B5EF4-FFF2-40B4-BE49-F238E27FC236}">
                  <a16:creationId xmlns:a16="http://schemas.microsoft.com/office/drawing/2014/main" id="{E9CCD178-B391-8326-4EE9-547B7F4C98C9}"/>
                </a:ext>
              </a:extLst>
            </p:cNvPr>
            <p:cNvSpPr/>
            <p:nvPr/>
          </p:nvSpPr>
          <p:spPr>
            <a:xfrm>
              <a:off x="2479212" y="3196321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3" name="Google Shape;9469;p52">
              <a:extLst>
                <a:ext uri="{FF2B5EF4-FFF2-40B4-BE49-F238E27FC236}">
                  <a16:creationId xmlns:a16="http://schemas.microsoft.com/office/drawing/2014/main" id="{282D62B2-7B1A-B33F-05D2-97896E1BF547}"/>
                </a:ext>
              </a:extLst>
            </p:cNvPr>
            <p:cNvSpPr/>
            <p:nvPr/>
          </p:nvSpPr>
          <p:spPr>
            <a:xfrm>
              <a:off x="2478683" y="314212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4" name="Google Shape;9470;p52">
              <a:extLst>
                <a:ext uri="{FF2B5EF4-FFF2-40B4-BE49-F238E27FC236}">
                  <a16:creationId xmlns:a16="http://schemas.microsoft.com/office/drawing/2014/main" id="{32CCA7A9-2B61-4BB0-81D6-CE838B49C7D7}"/>
                </a:ext>
              </a:extLst>
            </p:cNvPr>
            <p:cNvSpPr/>
            <p:nvPr/>
          </p:nvSpPr>
          <p:spPr>
            <a:xfrm>
              <a:off x="2479212" y="3142649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5" name="Google Shape;9471;p52">
              <a:extLst>
                <a:ext uri="{FF2B5EF4-FFF2-40B4-BE49-F238E27FC236}">
                  <a16:creationId xmlns:a16="http://schemas.microsoft.com/office/drawing/2014/main" id="{E86F14B6-94BE-A9B3-78E5-798C2EFA7803}"/>
                </a:ext>
              </a:extLst>
            </p:cNvPr>
            <p:cNvSpPr/>
            <p:nvPr/>
          </p:nvSpPr>
          <p:spPr>
            <a:xfrm>
              <a:off x="2478683" y="3088355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6" name="Google Shape;9472;p52">
              <a:extLst>
                <a:ext uri="{FF2B5EF4-FFF2-40B4-BE49-F238E27FC236}">
                  <a16:creationId xmlns:a16="http://schemas.microsoft.com/office/drawing/2014/main" id="{65AF7F0E-5B35-2B40-E5C4-158814418C0C}"/>
                </a:ext>
              </a:extLst>
            </p:cNvPr>
            <p:cNvSpPr/>
            <p:nvPr/>
          </p:nvSpPr>
          <p:spPr>
            <a:xfrm>
              <a:off x="2478683" y="3034684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7" name="Google Shape;9473;p52">
              <a:extLst>
                <a:ext uri="{FF2B5EF4-FFF2-40B4-BE49-F238E27FC236}">
                  <a16:creationId xmlns:a16="http://schemas.microsoft.com/office/drawing/2014/main" id="{8D3FD8ED-D690-8013-569F-3EE49F88954C}"/>
                </a:ext>
              </a:extLst>
            </p:cNvPr>
            <p:cNvSpPr/>
            <p:nvPr/>
          </p:nvSpPr>
          <p:spPr>
            <a:xfrm>
              <a:off x="2479212" y="3035213"/>
              <a:ext cx="53718" cy="53703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8" name="Google Shape;9474;p52">
              <a:extLst>
                <a:ext uri="{FF2B5EF4-FFF2-40B4-BE49-F238E27FC236}">
                  <a16:creationId xmlns:a16="http://schemas.microsoft.com/office/drawing/2014/main" id="{4EF994FB-C525-5A50-2932-FE5F0CD21FFC}"/>
                </a:ext>
              </a:extLst>
            </p:cNvPr>
            <p:cNvSpPr/>
            <p:nvPr/>
          </p:nvSpPr>
          <p:spPr>
            <a:xfrm>
              <a:off x="2478683" y="2980919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9" name="Google Shape;9475;p52">
              <a:extLst>
                <a:ext uri="{FF2B5EF4-FFF2-40B4-BE49-F238E27FC236}">
                  <a16:creationId xmlns:a16="http://schemas.microsoft.com/office/drawing/2014/main" id="{4EFDAF3E-B1D2-F354-8DF9-9509DC8235DF}"/>
                </a:ext>
              </a:extLst>
            </p:cNvPr>
            <p:cNvSpPr/>
            <p:nvPr/>
          </p:nvSpPr>
          <p:spPr>
            <a:xfrm>
              <a:off x="2479212" y="298147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0" name="Google Shape;9476;p52">
              <a:extLst>
                <a:ext uri="{FF2B5EF4-FFF2-40B4-BE49-F238E27FC236}">
                  <a16:creationId xmlns:a16="http://schemas.microsoft.com/office/drawing/2014/main" id="{604A0733-200E-EA27-EA49-415402AD5765}"/>
                </a:ext>
              </a:extLst>
            </p:cNvPr>
            <p:cNvSpPr/>
            <p:nvPr/>
          </p:nvSpPr>
          <p:spPr>
            <a:xfrm>
              <a:off x="2478683" y="292718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1" name="Google Shape;9477;p52">
              <a:extLst>
                <a:ext uri="{FF2B5EF4-FFF2-40B4-BE49-F238E27FC236}">
                  <a16:creationId xmlns:a16="http://schemas.microsoft.com/office/drawing/2014/main" id="{BE0ADF44-CB11-8734-2D9A-69FA69BB748D}"/>
                </a:ext>
              </a:extLst>
            </p:cNvPr>
            <p:cNvSpPr/>
            <p:nvPr/>
          </p:nvSpPr>
          <p:spPr>
            <a:xfrm>
              <a:off x="2479212" y="2927730"/>
              <a:ext cx="53718" cy="53765"/>
            </a:xfrm>
            <a:custGeom>
              <a:avLst/>
              <a:gdLst/>
              <a:ahLst/>
              <a:cxnLst/>
              <a:rect l="l" t="t" r="r" b="b"/>
              <a:pathLst>
                <a:path w="3449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2" name="Google Shape;9478;p52">
              <a:extLst>
                <a:ext uri="{FF2B5EF4-FFF2-40B4-BE49-F238E27FC236}">
                  <a16:creationId xmlns:a16="http://schemas.microsoft.com/office/drawing/2014/main" id="{A45992DB-3052-8F8B-BFEA-382BA3BBDF99}"/>
                </a:ext>
              </a:extLst>
            </p:cNvPr>
            <p:cNvSpPr/>
            <p:nvPr/>
          </p:nvSpPr>
          <p:spPr>
            <a:xfrm>
              <a:off x="2478683" y="2873498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3" name="Google Shape;9479;p52">
              <a:extLst>
                <a:ext uri="{FF2B5EF4-FFF2-40B4-BE49-F238E27FC236}">
                  <a16:creationId xmlns:a16="http://schemas.microsoft.com/office/drawing/2014/main" id="{1821DDB6-CA44-E217-9FDF-1E9E09AD7CCD}"/>
                </a:ext>
              </a:extLst>
            </p:cNvPr>
            <p:cNvSpPr/>
            <p:nvPr/>
          </p:nvSpPr>
          <p:spPr>
            <a:xfrm>
              <a:off x="2479212" y="2874059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4" name="Google Shape;9480;p52">
              <a:extLst>
                <a:ext uri="{FF2B5EF4-FFF2-40B4-BE49-F238E27FC236}">
                  <a16:creationId xmlns:a16="http://schemas.microsoft.com/office/drawing/2014/main" id="{70F5D676-5A7A-2537-63C9-9B8973B4F9C3}"/>
                </a:ext>
              </a:extLst>
            </p:cNvPr>
            <p:cNvSpPr/>
            <p:nvPr/>
          </p:nvSpPr>
          <p:spPr>
            <a:xfrm>
              <a:off x="2478683" y="281976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5" name="Google Shape;9481;p52">
              <a:extLst>
                <a:ext uri="{FF2B5EF4-FFF2-40B4-BE49-F238E27FC236}">
                  <a16:creationId xmlns:a16="http://schemas.microsoft.com/office/drawing/2014/main" id="{29C51416-351E-7896-1358-1D26DBBE3715}"/>
                </a:ext>
              </a:extLst>
            </p:cNvPr>
            <p:cNvSpPr/>
            <p:nvPr/>
          </p:nvSpPr>
          <p:spPr>
            <a:xfrm>
              <a:off x="2479212" y="2820294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6" name="Google Shape;9482;p52">
              <a:extLst>
                <a:ext uri="{FF2B5EF4-FFF2-40B4-BE49-F238E27FC236}">
                  <a16:creationId xmlns:a16="http://schemas.microsoft.com/office/drawing/2014/main" id="{4A4C5A3D-250F-1F12-5737-29F32ACCFAB6}"/>
                </a:ext>
              </a:extLst>
            </p:cNvPr>
            <p:cNvSpPr/>
            <p:nvPr/>
          </p:nvSpPr>
          <p:spPr>
            <a:xfrm>
              <a:off x="2478683" y="276601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7" name="Google Shape;9483;p52">
              <a:extLst>
                <a:ext uri="{FF2B5EF4-FFF2-40B4-BE49-F238E27FC236}">
                  <a16:creationId xmlns:a16="http://schemas.microsoft.com/office/drawing/2014/main" id="{08B2C15B-4304-1E73-D932-4F4EC3AE7531}"/>
                </a:ext>
              </a:extLst>
            </p:cNvPr>
            <p:cNvSpPr/>
            <p:nvPr/>
          </p:nvSpPr>
          <p:spPr>
            <a:xfrm>
              <a:off x="2479212" y="2766560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8" name="Google Shape;9484;p52">
              <a:extLst>
                <a:ext uri="{FF2B5EF4-FFF2-40B4-BE49-F238E27FC236}">
                  <a16:creationId xmlns:a16="http://schemas.microsoft.com/office/drawing/2014/main" id="{4588173C-0CFB-4DAD-FE24-9F77BC3DCEF4}"/>
                </a:ext>
              </a:extLst>
            </p:cNvPr>
            <p:cNvSpPr/>
            <p:nvPr/>
          </p:nvSpPr>
          <p:spPr>
            <a:xfrm>
              <a:off x="2478683" y="2712328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9" name="Google Shape;9485;p52">
              <a:extLst>
                <a:ext uri="{FF2B5EF4-FFF2-40B4-BE49-F238E27FC236}">
                  <a16:creationId xmlns:a16="http://schemas.microsoft.com/office/drawing/2014/main" id="{418691D9-CE34-B377-3034-CCF3F0D3E00D}"/>
                </a:ext>
              </a:extLst>
            </p:cNvPr>
            <p:cNvSpPr/>
            <p:nvPr/>
          </p:nvSpPr>
          <p:spPr>
            <a:xfrm>
              <a:off x="2478683" y="265859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0" name="Google Shape;9486;p52">
              <a:extLst>
                <a:ext uri="{FF2B5EF4-FFF2-40B4-BE49-F238E27FC236}">
                  <a16:creationId xmlns:a16="http://schemas.microsoft.com/office/drawing/2014/main" id="{2CF99FF6-C339-2EB6-2F3B-7A541FB3C770}"/>
                </a:ext>
              </a:extLst>
            </p:cNvPr>
            <p:cNvSpPr/>
            <p:nvPr/>
          </p:nvSpPr>
          <p:spPr>
            <a:xfrm>
              <a:off x="2479212" y="2659124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1" name="Google Shape;9487;p52">
              <a:extLst>
                <a:ext uri="{FF2B5EF4-FFF2-40B4-BE49-F238E27FC236}">
                  <a16:creationId xmlns:a16="http://schemas.microsoft.com/office/drawing/2014/main" id="{A135CD6D-56FA-7227-DCE6-8BA89B4D339F}"/>
                </a:ext>
              </a:extLst>
            </p:cNvPr>
            <p:cNvSpPr/>
            <p:nvPr/>
          </p:nvSpPr>
          <p:spPr>
            <a:xfrm>
              <a:off x="2424949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2" name="Google Shape;9488;p52">
              <a:extLst>
                <a:ext uri="{FF2B5EF4-FFF2-40B4-BE49-F238E27FC236}">
                  <a16:creationId xmlns:a16="http://schemas.microsoft.com/office/drawing/2014/main" id="{0CB4653E-7BDA-4FA8-6EDB-96725A12A804}"/>
                </a:ext>
              </a:extLst>
            </p:cNvPr>
            <p:cNvSpPr/>
            <p:nvPr/>
          </p:nvSpPr>
          <p:spPr>
            <a:xfrm>
              <a:off x="2425479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3" name="Google Shape;9489;p52">
              <a:extLst>
                <a:ext uri="{FF2B5EF4-FFF2-40B4-BE49-F238E27FC236}">
                  <a16:creationId xmlns:a16="http://schemas.microsoft.com/office/drawing/2014/main" id="{D4552A79-E342-6123-0674-31332C6BD1E8}"/>
                </a:ext>
              </a:extLst>
            </p:cNvPr>
            <p:cNvSpPr/>
            <p:nvPr/>
          </p:nvSpPr>
          <p:spPr>
            <a:xfrm>
              <a:off x="2424949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4" name="Google Shape;9490;p52">
              <a:extLst>
                <a:ext uri="{FF2B5EF4-FFF2-40B4-BE49-F238E27FC236}">
                  <a16:creationId xmlns:a16="http://schemas.microsoft.com/office/drawing/2014/main" id="{85186B6E-330F-B820-E455-620D7E708DE1}"/>
                </a:ext>
              </a:extLst>
            </p:cNvPr>
            <p:cNvSpPr/>
            <p:nvPr/>
          </p:nvSpPr>
          <p:spPr>
            <a:xfrm>
              <a:off x="2425479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5" name="Google Shape;9491;p52">
              <a:extLst>
                <a:ext uri="{FF2B5EF4-FFF2-40B4-BE49-F238E27FC236}">
                  <a16:creationId xmlns:a16="http://schemas.microsoft.com/office/drawing/2014/main" id="{61B78351-4FAC-1580-4FF3-603E887EFAC2}"/>
                </a:ext>
              </a:extLst>
            </p:cNvPr>
            <p:cNvSpPr/>
            <p:nvPr/>
          </p:nvSpPr>
          <p:spPr>
            <a:xfrm>
              <a:off x="2424949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6" name="Google Shape;9492;p52">
              <a:extLst>
                <a:ext uri="{FF2B5EF4-FFF2-40B4-BE49-F238E27FC236}">
                  <a16:creationId xmlns:a16="http://schemas.microsoft.com/office/drawing/2014/main" id="{D8D30718-D1FF-CC30-1BC3-065595D38607}"/>
                </a:ext>
              </a:extLst>
            </p:cNvPr>
            <p:cNvSpPr/>
            <p:nvPr/>
          </p:nvSpPr>
          <p:spPr>
            <a:xfrm>
              <a:off x="2424949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7" name="Google Shape;9493;p52">
              <a:extLst>
                <a:ext uri="{FF2B5EF4-FFF2-40B4-BE49-F238E27FC236}">
                  <a16:creationId xmlns:a16="http://schemas.microsoft.com/office/drawing/2014/main" id="{CC8E5F74-0628-E01F-0DA9-8289D1DA109D}"/>
                </a:ext>
              </a:extLst>
            </p:cNvPr>
            <p:cNvSpPr/>
            <p:nvPr/>
          </p:nvSpPr>
          <p:spPr>
            <a:xfrm>
              <a:off x="2425479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8" name="Google Shape;9494;p52">
              <a:extLst>
                <a:ext uri="{FF2B5EF4-FFF2-40B4-BE49-F238E27FC236}">
                  <a16:creationId xmlns:a16="http://schemas.microsoft.com/office/drawing/2014/main" id="{92A6EEA1-97F0-8480-A96A-1EB947DF839A}"/>
                </a:ext>
              </a:extLst>
            </p:cNvPr>
            <p:cNvSpPr/>
            <p:nvPr/>
          </p:nvSpPr>
          <p:spPr>
            <a:xfrm>
              <a:off x="2424949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9" name="Google Shape;9495;p52">
              <a:extLst>
                <a:ext uri="{FF2B5EF4-FFF2-40B4-BE49-F238E27FC236}">
                  <a16:creationId xmlns:a16="http://schemas.microsoft.com/office/drawing/2014/main" id="{B27CEF03-B76D-C66E-E0BF-265659EA13FD}"/>
                </a:ext>
              </a:extLst>
            </p:cNvPr>
            <p:cNvSpPr/>
            <p:nvPr/>
          </p:nvSpPr>
          <p:spPr>
            <a:xfrm>
              <a:off x="2425479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0" name="Google Shape;9496;p52">
              <a:extLst>
                <a:ext uri="{FF2B5EF4-FFF2-40B4-BE49-F238E27FC236}">
                  <a16:creationId xmlns:a16="http://schemas.microsoft.com/office/drawing/2014/main" id="{E7C4D2B3-5E07-F00D-69B1-9824E526F4B5}"/>
                </a:ext>
              </a:extLst>
            </p:cNvPr>
            <p:cNvSpPr/>
            <p:nvPr/>
          </p:nvSpPr>
          <p:spPr>
            <a:xfrm>
              <a:off x="2424949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1" name="Google Shape;9497;p52">
              <a:extLst>
                <a:ext uri="{FF2B5EF4-FFF2-40B4-BE49-F238E27FC236}">
                  <a16:creationId xmlns:a16="http://schemas.microsoft.com/office/drawing/2014/main" id="{ED1B1E0E-1502-4C7B-708C-8ACA8267FA31}"/>
                </a:ext>
              </a:extLst>
            </p:cNvPr>
            <p:cNvSpPr/>
            <p:nvPr/>
          </p:nvSpPr>
          <p:spPr>
            <a:xfrm>
              <a:off x="2425479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2" name="Google Shape;9498;p52">
              <a:extLst>
                <a:ext uri="{FF2B5EF4-FFF2-40B4-BE49-F238E27FC236}">
                  <a16:creationId xmlns:a16="http://schemas.microsoft.com/office/drawing/2014/main" id="{8D2C8EC0-D862-7805-2B88-E7996BB2B88A}"/>
                </a:ext>
              </a:extLst>
            </p:cNvPr>
            <p:cNvSpPr/>
            <p:nvPr/>
          </p:nvSpPr>
          <p:spPr>
            <a:xfrm>
              <a:off x="2424949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3" name="Google Shape;9499;p52">
              <a:extLst>
                <a:ext uri="{FF2B5EF4-FFF2-40B4-BE49-F238E27FC236}">
                  <a16:creationId xmlns:a16="http://schemas.microsoft.com/office/drawing/2014/main" id="{46E50B65-7DED-1C1D-1283-75DE47B86D42}"/>
                </a:ext>
              </a:extLst>
            </p:cNvPr>
            <p:cNvSpPr/>
            <p:nvPr/>
          </p:nvSpPr>
          <p:spPr>
            <a:xfrm>
              <a:off x="2425479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4" name="Google Shape;9500;p52">
              <a:extLst>
                <a:ext uri="{FF2B5EF4-FFF2-40B4-BE49-F238E27FC236}">
                  <a16:creationId xmlns:a16="http://schemas.microsoft.com/office/drawing/2014/main" id="{CDE9EB68-3283-EF25-0B4B-548D8FC60174}"/>
                </a:ext>
              </a:extLst>
            </p:cNvPr>
            <p:cNvSpPr/>
            <p:nvPr/>
          </p:nvSpPr>
          <p:spPr>
            <a:xfrm>
              <a:off x="2424949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0" y="3520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5" name="Google Shape;9501;p52">
              <a:extLst>
                <a:ext uri="{FF2B5EF4-FFF2-40B4-BE49-F238E27FC236}">
                  <a16:creationId xmlns:a16="http://schemas.microsoft.com/office/drawing/2014/main" id="{937E4508-64FA-1A59-BC4C-83AFD68ADF65}"/>
                </a:ext>
              </a:extLst>
            </p:cNvPr>
            <p:cNvSpPr/>
            <p:nvPr/>
          </p:nvSpPr>
          <p:spPr>
            <a:xfrm>
              <a:off x="2425479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6" name="Google Shape;9502;p52">
              <a:extLst>
                <a:ext uri="{FF2B5EF4-FFF2-40B4-BE49-F238E27FC236}">
                  <a16:creationId xmlns:a16="http://schemas.microsoft.com/office/drawing/2014/main" id="{88A5E734-8191-8615-4177-A2B68B1C7E65}"/>
                </a:ext>
              </a:extLst>
            </p:cNvPr>
            <p:cNvSpPr/>
            <p:nvPr/>
          </p:nvSpPr>
          <p:spPr>
            <a:xfrm>
              <a:off x="2424949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7" name="Google Shape;9503;p52">
              <a:extLst>
                <a:ext uri="{FF2B5EF4-FFF2-40B4-BE49-F238E27FC236}">
                  <a16:creationId xmlns:a16="http://schemas.microsoft.com/office/drawing/2014/main" id="{7A879932-6F36-449F-D5D6-2683EBE8156A}"/>
                </a:ext>
              </a:extLst>
            </p:cNvPr>
            <p:cNvSpPr/>
            <p:nvPr/>
          </p:nvSpPr>
          <p:spPr>
            <a:xfrm>
              <a:off x="2425479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8" name="Google Shape;9504;p52">
              <a:extLst>
                <a:ext uri="{FF2B5EF4-FFF2-40B4-BE49-F238E27FC236}">
                  <a16:creationId xmlns:a16="http://schemas.microsoft.com/office/drawing/2014/main" id="{FCCC2E51-FC2F-93C0-FEDD-16F07A793C49}"/>
                </a:ext>
              </a:extLst>
            </p:cNvPr>
            <p:cNvSpPr/>
            <p:nvPr/>
          </p:nvSpPr>
          <p:spPr>
            <a:xfrm>
              <a:off x="2424949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9" name="Google Shape;9505;p52">
              <a:extLst>
                <a:ext uri="{FF2B5EF4-FFF2-40B4-BE49-F238E27FC236}">
                  <a16:creationId xmlns:a16="http://schemas.microsoft.com/office/drawing/2014/main" id="{41D2D017-9C4D-5CE1-7240-C03EA872BCA7}"/>
                </a:ext>
              </a:extLst>
            </p:cNvPr>
            <p:cNvSpPr/>
            <p:nvPr/>
          </p:nvSpPr>
          <p:spPr>
            <a:xfrm>
              <a:off x="2424949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0" name="Google Shape;9506;p52">
              <a:extLst>
                <a:ext uri="{FF2B5EF4-FFF2-40B4-BE49-F238E27FC236}">
                  <a16:creationId xmlns:a16="http://schemas.microsoft.com/office/drawing/2014/main" id="{D6510AC1-2E2A-4841-B8FF-CF85DF43408C}"/>
                </a:ext>
              </a:extLst>
            </p:cNvPr>
            <p:cNvSpPr/>
            <p:nvPr/>
          </p:nvSpPr>
          <p:spPr>
            <a:xfrm>
              <a:off x="2425479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1" name="Google Shape;9507;p52">
              <a:extLst>
                <a:ext uri="{FF2B5EF4-FFF2-40B4-BE49-F238E27FC236}">
                  <a16:creationId xmlns:a16="http://schemas.microsoft.com/office/drawing/2014/main" id="{EB49465D-ED37-4A1C-5D9E-EB48F9BA7FBC}"/>
                </a:ext>
              </a:extLst>
            </p:cNvPr>
            <p:cNvSpPr/>
            <p:nvPr/>
          </p:nvSpPr>
          <p:spPr>
            <a:xfrm>
              <a:off x="2371184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2" name="Google Shape;9508;p52">
              <a:extLst>
                <a:ext uri="{FF2B5EF4-FFF2-40B4-BE49-F238E27FC236}">
                  <a16:creationId xmlns:a16="http://schemas.microsoft.com/office/drawing/2014/main" id="{97A95484-4C21-7C6D-35BF-2475C60A0CF0}"/>
                </a:ext>
              </a:extLst>
            </p:cNvPr>
            <p:cNvSpPr/>
            <p:nvPr/>
          </p:nvSpPr>
          <p:spPr>
            <a:xfrm>
              <a:off x="2371745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3" name="Google Shape;9509;p52">
              <a:extLst>
                <a:ext uri="{FF2B5EF4-FFF2-40B4-BE49-F238E27FC236}">
                  <a16:creationId xmlns:a16="http://schemas.microsoft.com/office/drawing/2014/main" id="{58AA039A-7E03-2164-178C-CE2B8E49060C}"/>
                </a:ext>
              </a:extLst>
            </p:cNvPr>
            <p:cNvSpPr/>
            <p:nvPr/>
          </p:nvSpPr>
          <p:spPr>
            <a:xfrm>
              <a:off x="2371184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4" name="Google Shape;9510;p52">
              <a:extLst>
                <a:ext uri="{FF2B5EF4-FFF2-40B4-BE49-F238E27FC236}">
                  <a16:creationId xmlns:a16="http://schemas.microsoft.com/office/drawing/2014/main" id="{FDE57901-5966-99F9-44B9-7325700C6101}"/>
                </a:ext>
              </a:extLst>
            </p:cNvPr>
            <p:cNvSpPr/>
            <p:nvPr/>
          </p:nvSpPr>
          <p:spPr>
            <a:xfrm>
              <a:off x="2371745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5" name="Google Shape;9511;p52">
              <a:extLst>
                <a:ext uri="{FF2B5EF4-FFF2-40B4-BE49-F238E27FC236}">
                  <a16:creationId xmlns:a16="http://schemas.microsoft.com/office/drawing/2014/main" id="{FD65A43D-5C50-3BB9-24EE-98DB880205BB}"/>
                </a:ext>
              </a:extLst>
            </p:cNvPr>
            <p:cNvSpPr/>
            <p:nvPr/>
          </p:nvSpPr>
          <p:spPr>
            <a:xfrm>
              <a:off x="2371184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6" name="Google Shape;9512;p52">
              <a:extLst>
                <a:ext uri="{FF2B5EF4-FFF2-40B4-BE49-F238E27FC236}">
                  <a16:creationId xmlns:a16="http://schemas.microsoft.com/office/drawing/2014/main" id="{1B8977DC-1552-95AB-8867-9300107A9CDF}"/>
                </a:ext>
              </a:extLst>
            </p:cNvPr>
            <p:cNvSpPr/>
            <p:nvPr/>
          </p:nvSpPr>
          <p:spPr>
            <a:xfrm>
              <a:off x="2371184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7" name="Google Shape;9513;p52">
              <a:extLst>
                <a:ext uri="{FF2B5EF4-FFF2-40B4-BE49-F238E27FC236}">
                  <a16:creationId xmlns:a16="http://schemas.microsoft.com/office/drawing/2014/main" id="{B77AE92E-A58B-196F-E389-D3E6DB5658D1}"/>
                </a:ext>
              </a:extLst>
            </p:cNvPr>
            <p:cNvSpPr/>
            <p:nvPr/>
          </p:nvSpPr>
          <p:spPr>
            <a:xfrm>
              <a:off x="2371745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8" name="Google Shape;9514;p52">
              <a:extLst>
                <a:ext uri="{FF2B5EF4-FFF2-40B4-BE49-F238E27FC236}">
                  <a16:creationId xmlns:a16="http://schemas.microsoft.com/office/drawing/2014/main" id="{E2E212FD-51F4-9958-7E4D-4889B573BB8A}"/>
                </a:ext>
              </a:extLst>
            </p:cNvPr>
            <p:cNvSpPr/>
            <p:nvPr/>
          </p:nvSpPr>
          <p:spPr>
            <a:xfrm>
              <a:off x="2371184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9" name="Google Shape;9515;p52">
              <a:extLst>
                <a:ext uri="{FF2B5EF4-FFF2-40B4-BE49-F238E27FC236}">
                  <a16:creationId xmlns:a16="http://schemas.microsoft.com/office/drawing/2014/main" id="{C2F3A6FF-F5EB-D086-F97C-6C2E0377DC5F}"/>
                </a:ext>
              </a:extLst>
            </p:cNvPr>
            <p:cNvSpPr/>
            <p:nvPr/>
          </p:nvSpPr>
          <p:spPr>
            <a:xfrm>
              <a:off x="2371745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0" name="Google Shape;9516;p52">
              <a:extLst>
                <a:ext uri="{FF2B5EF4-FFF2-40B4-BE49-F238E27FC236}">
                  <a16:creationId xmlns:a16="http://schemas.microsoft.com/office/drawing/2014/main" id="{5DF89BEF-6750-8BF8-296C-093DD4A34674}"/>
                </a:ext>
              </a:extLst>
            </p:cNvPr>
            <p:cNvSpPr/>
            <p:nvPr/>
          </p:nvSpPr>
          <p:spPr>
            <a:xfrm>
              <a:off x="2371184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1" name="Google Shape;9517;p52">
              <a:extLst>
                <a:ext uri="{FF2B5EF4-FFF2-40B4-BE49-F238E27FC236}">
                  <a16:creationId xmlns:a16="http://schemas.microsoft.com/office/drawing/2014/main" id="{B4CA0596-C6CF-1131-2BE8-AFE256FDDF0F}"/>
                </a:ext>
              </a:extLst>
            </p:cNvPr>
            <p:cNvSpPr/>
            <p:nvPr/>
          </p:nvSpPr>
          <p:spPr>
            <a:xfrm>
              <a:off x="2371745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2" name="Google Shape;9518;p52">
              <a:extLst>
                <a:ext uri="{FF2B5EF4-FFF2-40B4-BE49-F238E27FC236}">
                  <a16:creationId xmlns:a16="http://schemas.microsoft.com/office/drawing/2014/main" id="{EDC87C69-D6C2-6B9A-879A-CF37784D3753}"/>
                </a:ext>
              </a:extLst>
            </p:cNvPr>
            <p:cNvSpPr/>
            <p:nvPr/>
          </p:nvSpPr>
          <p:spPr>
            <a:xfrm>
              <a:off x="2371184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3" name="Google Shape;9519;p52">
              <a:extLst>
                <a:ext uri="{FF2B5EF4-FFF2-40B4-BE49-F238E27FC236}">
                  <a16:creationId xmlns:a16="http://schemas.microsoft.com/office/drawing/2014/main" id="{7DA8572F-2B61-09AA-9EEF-5F98E52D41B8}"/>
                </a:ext>
              </a:extLst>
            </p:cNvPr>
            <p:cNvSpPr/>
            <p:nvPr/>
          </p:nvSpPr>
          <p:spPr>
            <a:xfrm>
              <a:off x="2371745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0" y="3446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4" name="Google Shape;9520;p52">
              <a:extLst>
                <a:ext uri="{FF2B5EF4-FFF2-40B4-BE49-F238E27FC236}">
                  <a16:creationId xmlns:a16="http://schemas.microsoft.com/office/drawing/2014/main" id="{9F7AEBB3-83E0-868B-E2A7-845287D0B420}"/>
                </a:ext>
              </a:extLst>
            </p:cNvPr>
            <p:cNvSpPr/>
            <p:nvPr/>
          </p:nvSpPr>
          <p:spPr>
            <a:xfrm>
              <a:off x="2371184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5" name="Google Shape;9521;p52">
              <a:extLst>
                <a:ext uri="{FF2B5EF4-FFF2-40B4-BE49-F238E27FC236}">
                  <a16:creationId xmlns:a16="http://schemas.microsoft.com/office/drawing/2014/main" id="{13E24673-5AB5-E785-D440-877841E152E8}"/>
                </a:ext>
              </a:extLst>
            </p:cNvPr>
            <p:cNvSpPr/>
            <p:nvPr/>
          </p:nvSpPr>
          <p:spPr>
            <a:xfrm>
              <a:off x="2371745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6" name="Google Shape;9522;p52">
              <a:extLst>
                <a:ext uri="{FF2B5EF4-FFF2-40B4-BE49-F238E27FC236}">
                  <a16:creationId xmlns:a16="http://schemas.microsoft.com/office/drawing/2014/main" id="{719BBA0A-34A3-7F3B-0947-FB18F1AA73EE}"/>
                </a:ext>
              </a:extLst>
            </p:cNvPr>
            <p:cNvSpPr/>
            <p:nvPr/>
          </p:nvSpPr>
          <p:spPr>
            <a:xfrm>
              <a:off x="2371184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7" name="Google Shape;9523;p52">
              <a:extLst>
                <a:ext uri="{FF2B5EF4-FFF2-40B4-BE49-F238E27FC236}">
                  <a16:creationId xmlns:a16="http://schemas.microsoft.com/office/drawing/2014/main" id="{E551E084-B494-EB47-2DA5-79DFADC7FD7C}"/>
                </a:ext>
              </a:extLst>
            </p:cNvPr>
            <p:cNvSpPr/>
            <p:nvPr/>
          </p:nvSpPr>
          <p:spPr>
            <a:xfrm>
              <a:off x="2371745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8" name="Google Shape;9524;p52">
              <a:extLst>
                <a:ext uri="{FF2B5EF4-FFF2-40B4-BE49-F238E27FC236}">
                  <a16:creationId xmlns:a16="http://schemas.microsoft.com/office/drawing/2014/main" id="{BD62006B-6B9E-83A9-F76F-1F6471D37C3B}"/>
                </a:ext>
              </a:extLst>
            </p:cNvPr>
            <p:cNvSpPr/>
            <p:nvPr/>
          </p:nvSpPr>
          <p:spPr>
            <a:xfrm>
              <a:off x="2371184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9" name="Google Shape;9525;p52">
              <a:extLst>
                <a:ext uri="{FF2B5EF4-FFF2-40B4-BE49-F238E27FC236}">
                  <a16:creationId xmlns:a16="http://schemas.microsoft.com/office/drawing/2014/main" id="{8BA2F236-6ADE-C938-D5BC-3A614D933B33}"/>
                </a:ext>
              </a:extLst>
            </p:cNvPr>
            <p:cNvSpPr/>
            <p:nvPr/>
          </p:nvSpPr>
          <p:spPr>
            <a:xfrm>
              <a:off x="2371184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0" name="Google Shape;9526;p52">
              <a:extLst>
                <a:ext uri="{FF2B5EF4-FFF2-40B4-BE49-F238E27FC236}">
                  <a16:creationId xmlns:a16="http://schemas.microsoft.com/office/drawing/2014/main" id="{AA508956-D62D-D810-7E3F-01F24BCC8CF9}"/>
                </a:ext>
              </a:extLst>
            </p:cNvPr>
            <p:cNvSpPr/>
            <p:nvPr/>
          </p:nvSpPr>
          <p:spPr>
            <a:xfrm>
              <a:off x="2371745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1" name="Google Shape;9527;p52">
              <a:extLst>
                <a:ext uri="{FF2B5EF4-FFF2-40B4-BE49-F238E27FC236}">
                  <a16:creationId xmlns:a16="http://schemas.microsoft.com/office/drawing/2014/main" id="{B5D35DAC-9E5D-9053-4F3B-78FCC61BBA1D}"/>
                </a:ext>
              </a:extLst>
            </p:cNvPr>
            <p:cNvSpPr/>
            <p:nvPr/>
          </p:nvSpPr>
          <p:spPr>
            <a:xfrm>
              <a:off x="2317513" y="319579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2" name="Google Shape;9528;p52">
              <a:extLst>
                <a:ext uri="{FF2B5EF4-FFF2-40B4-BE49-F238E27FC236}">
                  <a16:creationId xmlns:a16="http://schemas.microsoft.com/office/drawing/2014/main" id="{1D8E9CF8-FC9E-B376-DCBF-DD72ECD9E7E8}"/>
                </a:ext>
              </a:extLst>
            </p:cNvPr>
            <p:cNvSpPr/>
            <p:nvPr/>
          </p:nvSpPr>
          <p:spPr>
            <a:xfrm>
              <a:off x="2318042" y="3196321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3" name="Google Shape;9529;p52">
              <a:extLst>
                <a:ext uri="{FF2B5EF4-FFF2-40B4-BE49-F238E27FC236}">
                  <a16:creationId xmlns:a16="http://schemas.microsoft.com/office/drawing/2014/main" id="{69FCCCA5-D9FA-FCC2-6D35-084A8A54A5AC}"/>
                </a:ext>
              </a:extLst>
            </p:cNvPr>
            <p:cNvSpPr/>
            <p:nvPr/>
          </p:nvSpPr>
          <p:spPr>
            <a:xfrm>
              <a:off x="2317513" y="314212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4" name="Google Shape;9530;p52">
              <a:extLst>
                <a:ext uri="{FF2B5EF4-FFF2-40B4-BE49-F238E27FC236}">
                  <a16:creationId xmlns:a16="http://schemas.microsoft.com/office/drawing/2014/main" id="{DAB679B4-C06C-2BE0-F177-5B499888E192}"/>
                </a:ext>
              </a:extLst>
            </p:cNvPr>
            <p:cNvSpPr/>
            <p:nvPr/>
          </p:nvSpPr>
          <p:spPr>
            <a:xfrm>
              <a:off x="2318042" y="3142649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5" name="Google Shape;9531;p52">
              <a:extLst>
                <a:ext uri="{FF2B5EF4-FFF2-40B4-BE49-F238E27FC236}">
                  <a16:creationId xmlns:a16="http://schemas.microsoft.com/office/drawing/2014/main" id="{8C34768E-8AD1-4647-8D9A-323352B2538B}"/>
                </a:ext>
              </a:extLst>
            </p:cNvPr>
            <p:cNvSpPr/>
            <p:nvPr/>
          </p:nvSpPr>
          <p:spPr>
            <a:xfrm>
              <a:off x="2317513" y="3088355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6" name="Google Shape;9532;p52">
              <a:extLst>
                <a:ext uri="{FF2B5EF4-FFF2-40B4-BE49-F238E27FC236}">
                  <a16:creationId xmlns:a16="http://schemas.microsoft.com/office/drawing/2014/main" id="{5B09B3EE-6D1C-0174-D81E-4E411072CA6B}"/>
                </a:ext>
              </a:extLst>
            </p:cNvPr>
            <p:cNvSpPr/>
            <p:nvPr/>
          </p:nvSpPr>
          <p:spPr>
            <a:xfrm>
              <a:off x="2317513" y="3034684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7" name="Google Shape;9533;p52">
              <a:extLst>
                <a:ext uri="{FF2B5EF4-FFF2-40B4-BE49-F238E27FC236}">
                  <a16:creationId xmlns:a16="http://schemas.microsoft.com/office/drawing/2014/main" id="{3FEF3949-21A3-BE7D-56E8-DC585C6240F7}"/>
                </a:ext>
              </a:extLst>
            </p:cNvPr>
            <p:cNvSpPr/>
            <p:nvPr/>
          </p:nvSpPr>
          <p:spPr>
            <a:xfrm>
              <a:off x="2318042" y="3035213"/>
              <a:ext cx="53718" cy="53703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8" name="Google Shape;9534;p52">
              <a:extLst>
                <a:ext uri="{FF2B5EF4-FFF2-40B4-BE49-F238E27FC236}">
                  <a16:creationId xmlns:a16="http://schemas.microsoft.com/office/drawing/2014/main" id="{7F50BEB3-ABC6-DAC7-9692-529010E29029}"/>
                </a:ext>
              </a:extLst>
            </p:cNvPr>
            <p:cNvSpPr/>
            <p:nvPr/>
          </p:nvSpPr>
          <p:spPr>
            <a:xfrm>
              <a:off x="2317513" y="2980919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9" name="Google Shape;9535;p52">
              <a:extLst>
                <a:ext uri="{FF2B5EF4-FFF2-40B4-BE49-F238E27FC236}">
                  <a16:creationId xmlns:a16="http://schemas.microsoft.com/office/drawing/2014/main" id="{A5A87D62-3C4B-EE7E-81F0-CBAC83A596D9}"/>
                </a:ext>
              </a:extLst>
            </p:cNvPr>
            <p:cNvSpPr/>
            <p:nvPr/>
          </p:nvSpPr>
          <p:spPr>
            <a:xfrm>
              <a:off x="2318042" y="298147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0" name="Google Shape;9536;p52">
              <a:extLst>
                <a:ext uri="{FF2B5EF4-FFF2-40B4-BE49-F238E27FC236}">
                  <a16:creationId xmlns:a16="http://schemas.microsoft.com/office/drawing/2014/main" id="{E7DE9563-C74B-B4E9-558B-FB55A3387954}"/>
                </a:ext>
              </a:extLst>
            </p:cNvPr>
            <p:cNvSpPr/>
            <p:nvPr/>
          </p:nvSpPr>
          <p:spPr>
            <a:xfrm>
              <a:off x="2317513" y="292718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1" name="Google Shape;9537;p52">
              <a:extLst>
                <a:ext uri="{FF2B5EF4-FFF2-40B4-BE49-F238E27FC236}">
                  <a16:creationId xmlns:a16="http://schemas.microsoft.com/office/drawing/2014/main" id="{AB8B5BEE-A9C4-737A-03BC-6E789ABE3577}"/>
                </a:ext>
              </a:extLst>
            </p:cNvPr>
            <p:cNvSpPr/>
            <p:nvPr/>
          </p:nvSpPr>
          <p:spPr>
            <a:xfrm>
              <a:off x="2318042" y="2927730"/>
              <a:ext cx="53718" cy="53765"/>
            </a:xfrm>
            <a:custGeom>
              <a:avLst/>
              <a:gdLst/>
              <a:ahLst/>
              <a:cxnLst/>
              <a:rect l="l" t="t" r="r" b="b"/>
              <a:pathLst>
                <a:path w="3449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2" name="Google Shape;9538;p52">
              <a:extLst>
                <a:ext uri="{FF2B5EF4-FFF2-40B4-BE49-F238E27FC236}">
                  <a16:creationId xmlns:a16="http://schemas.microsoft.com/office/drawing/2014/main" id="{6B3007EE-11C0-5A96-1C21-4843DB78037E}"/>
                </a:ext>
              </a:extLst>
            </p:cNvPr>
            <p:cNvSpPr/>
            <p:nvPr/>
          </p:nvSpPr>
          <p:spPr>
            <a:xfrm>
              <a:off x="2317513" y="2873498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3" name="Google Shape;9539;p52">
              <a:extLst>
                <a:ext uri="{FF2B5EF4-FFF2-40B4-BE49-F238E27FC236}">
                  <a16:creationId xmlns:a16="http://schemas.microsoft.com/office/drawing/2014/main" id="{CB4B74FC-9A5F-DD38-8C39-9D4B92B6477F}"/>
                </a:ext>
              </a:extLst>
            </p:cNvPr>
            <p:cNvSpPr/>
            <p:nvPr/>
          </p:nvSpPr>
          <p:spPr>
            <a:xfrm>
              <a:off x="2318042" y="2874059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4" name="Google Shape;9540;p52">
              <a:extLst>
                <a:ext uri="{FF2B5EF4-FFF2-40B4-BE49-F238E27FC236}">
                  <a16:creationId xmlns:a16="http://schemas.microsoft.com/office/drawing/2014/main" id="{8C1B209E-CE79-8266-5A98-3FE2AFE84D16}"/>
                </a:ext>
              </a:extLst>
            </p:cNvPr>
            <p:cNvSpPr/>
            <p:nvPr/>
          </p:nvSpPr>
          <p:spPr>
            <a:xfrm>
              <a:off x="2317513" y="281976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5" name="Google Shape;9541;p52">
              <a:extLst>
                <a:ext uri="{FF2B5EF4-FFF2-40B4-BE49-F238E27FC236}">
                  <a16:creationId xmlns:a16="http://schemas.microsoft.com/office/drawing/2014/main" id="{539C4B7E-07E7-10C2-A79C-462D3194FFC2}"/>
                </a:ext>
              </a:extLst>
            </p:cNvPr>
            <p:cNvSpPr/>
            <p:nvPr/>
          </p:nvSpPr>
          <p:spPr>
            <a:xfrm>
              <a:off x="2318042" y="2820294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6" name="Google Shape;9542;p52">
              <a:extLst>
                <a:ext uri="{FF2B5EF4-FFF2-40B4-BE49-F238E27FC236}">
                  <a16:creationId xmlns:a16="http://schemas.microsoft.com/office/drawing/2014/main" id="{9B919028-4193-29AF-46F0-53341DA48E9B}"/>
                </a:ext>
              </a:extLst>
            </p:cNvPr>
            <p:cNvSpPr/>
            <p:nvPr/>
          </p:nvSpPr>
          <p:spPr>
            <a:xfrm>
              <a:off x="2317513" y="276601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7" name="Google Shape;9543;p52">
              <a:extLst>
                <a:ext uri="{FF2B5EF4-FFF2-40B4-BE49-F238E27FC236}">
                  <a16:creationId xmlns:a16="http://schemas.microsoft.com/office/drawing/2014/main" id="{9B3233F5-C89F-B446-FC4E-7832B532D481}"/>
                </a:ext>
              </a:extLst>
            </p:cNvPr>
            <p:cNvSpPr/>
            <p:nvPr/>
          </p:nvSpPr>
          <p:spPr>
            <a:xfrm>
              <a:off x="2318042" y="2766560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8" name="Google Shape;9544;p52">
              <a:extLst>
                <a:ext uri="{FF2B5EF4-FFF2-40B4-BE49-F238E27FC236}">
                  <a16:creationId xmlns:a16="http://schemas.microsoft.com/office/drawing/2014/main" id="{CDA5D377-0011-89C8-33A8-CD1D48914B5C}"/>
                </a:ext>
              </a:extLst>
            </p:cNvPr>
            <p:cNvSpPr/>
            <p:nvPr/>
          </p:nvSpPr>
          <p:spPr>
            <a:xfrm>
              <a:off x="2317513" y="2712328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9" name="Google Shape;9545;p52">
              <a:extLst>
                <a:ext uri="{FF2B5EF4-FFF2-40B4-BE49-F238E27FC236}">
                  <a16:creationId xmlns:a16="http://schemas.microsoft.com/office/drawing/2014/main" id="{657292DB-4E24-8F1B-F960-26C90733A96F}"/>
                </a:ext>
              </a:extLst>
            </p:cNvPr>
            <p:cNvSpPr/>
            <p:nvPr/>
          </p:nvSpPr>
          <p:spPr>
            <a:xfrm>
              <a:off x="2317513" y="265859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0" name="Google Shape;9546;p52">
              <a:extLst>
                <a:ext uri="{FF2B5EF4-FFF2-40B4-BE49-F238E27FC236}">
                  <a16:creationId xmlns:a16="http://schemas.microsoft.com/office/drawing/2014/main" id="{FC3F606A-C53D-F593-82C6-7525575FA3E7}"/>
                </a:ext>
              </a:extLst>
            </p:cNvPr>
            <p:cNvSpPr/>
            <p:nvPr/>
          </p:nvSpPr>
          <p:spPr>
            <a:xfrm>
              <a:off x="2318042" y="2659124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1" name="Google Shape;9547;p52">
              <a:extLst>
                <a:ext uri="{FF2B5EF4-FFF2-40B4-BE49-F238E27FC236}">
                  <a16:creationId xmlns:a16="http://schemas.microsoft.com/office/drawing/2014/main" id="{B6A6FEED-EE0F-3649-FDC6-673882FB959F}"/>
                </a:ext>
              </a:extLst>
            </p:cNvPr>
            <p:cNvSpPr/>
            <p:nvPr/>
          </p:nvSpPr>
          <p:spPr>
            <a:xfrm>
              <a:off x="2263748" y="319579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2" name="Google Shape;9548;p52">
              <a:extLst>
                <a:ext uri="{FF2B5EF4-FFF2-40B4-BE49-F238E27FC236}">
                  <a16:creationId xmlns:a16="http://schemas.microsoft.com/office/drawing/2014/main" id="{3F75F67C-84F9-C758-EF60-3C67B8B2C0E0}"/>
                </a:ext>
              </a:extLst>
            </p:cNvPr>
            <p:cNvSpPr/>
            <p:nvPr/>
          </p:nvSpPr>
          <p:spPr>
            <a:xfrm>
              <a:off x="2264308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3" name="Google Shape;9549;p52">
              <a:extLst>
                <a:ext uri="{FF2B5EF4-FFF2-40B4-BE49-F238E27FC236}">
                  <a16:creationId xmlns:a16="http://schemas.microsoft.com/office/drawing/2014/main" id="{62BE0A7D-71F5-912E-7483-E2738C3E7AD5}"/>
                </a:ext>
              </a:extLst>
            </p:cNvPr>
            <p:cNvSpPr/>
            <p:nvPr/>
          </p:nvSpPr>
          <p:spPr>
            <a:xfrm>
              <a:off x="2263748" y="314212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4" name="Google Shape;9550;p52">
              <a:extLst>
                <a:ext uri="{FF2B5EF4-FFF2-40B4-BE49-F238E27FC236}">
                  <a16:creationId xmlns:a16="http://schemas.microsoft.com/office/drawing/2014/main" id="{BBAD57A9-1271-4CFF-A5CE-4BCE97FC1BAC}"/>
                </a:ext>
              </a:extLst>
            </p:cNvPr>
            <p:cNvSpPr/>
            <p:nvPr/>
          </p:nvSpPr>
          <p:spPr>
            <a:xfrm>
              <a:off x="2264308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5" name="Google Shape;9551;p52">
              <a:extLst>
                <a:ext uri="{FF2B5EF4-FFF2-40B4-BE49-F238E27FC236}">
                  <a16:creationId xmlns:a16="http://schemas.microsoft.com/office/drawing/2014/main" id="{E22B70E4-0815-276C-65DC-A1D8A10C2882}"/>
                </a:ext>
              </a:extLst>
            </p:cNvPr>
            <p:cNvSpPr/>
            <p:nvPr/>
          </p:nvSpPr>
          <p:spPr>
            <a:xfrm>
              <a:off x="2263748" y="3088355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6" name="Google Shape;9552;p52">
              <a:extLst>
                <a:ext uri="{FF2B5EF4-FFF2-40B4-BE49-F238E27FC236}">
                  <a16:creationId xmlns:a16="http://schemas.microsoft.com/office/drawing/2014/main" id="{BBDBC1F6-2D9F-2C8D-96F8-CF5F41B639C5}"/>
                </a:ext>
              </a:extLst>
            </p:cNvPr>
            <p:cNvSpPr/>
            <p:nvPr/>
          </p:nvSpPr>
          <p:spPr>
            <a:xfrm>
              <a:off x="2263748" y="3034684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7" name="Google Shape;9553;p52">
              <a:extLst>
                <a:ext uri="{FF2B5EF4-FFF2-40B4-BE49-F238E27FC236}">
                  <a16:creationId xmlns:a16="http://schemas.microsoft.com/office/drawing/2014/main" id="{B02B4E07-F6FE-FD2E-0623-386CD8580A86}"/>
                </a:ext>
              </a:extLst>
            </p:cNvPr>
            <p:cNvSpPr/>
            <p:nvPr/>
          </p:nvSpPr>
          <p:spPr>
            <a:xfrm>
              <a:off x="2264308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8" name="Google Shape;9554;p52">
              <a:extLst>
                <a:ext uri="{FF2B5EF4-FFF2-40B4-BE49-F238E27FC236}">
                  <a16:creationId xmlns:a16="http://schemas.microsoft.com/office/drawing/2014/main" id="{7749823D-E178-282C-8D77-4CE57BEEDCEF}"/>
                </a:ext>
              </a:extLst>
            </p:cNvPr>
            <p:cNvSpPr/>
            <p:nvPr/>
          </p:nvSpPr>
          <p:spPr>
            <a:xfrm>
              <a:off x="2263748" y="2980919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9" name="Google Shape;9555;p52">
              <a:extLst>
                <a:ext uri="{FF2B5EF4-FFF2-40B4-BE49-F238E27FC236}">
                  <a16:creationId xmlns:a16="http://schemas.microsoft.com/office/drawing/2014/main" id="{6F642580-71D8-98ED-ECA8-52D9E8800DC6}"/>
                </a:ext>
              </a:extLst>
            </p:cNvPr>
            <p:cNvSpPr/>
            <p:nvPr/>
          </p:nvSpPr>
          <p:spPr>
            <a:xfrm>
              <a:off x="2264308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0" name="Google Shape;9556;p52">
              <a:extLst>
                <a:ext uri="{FF2B5EF4-FFF2-40B4-BE49-F238E27FC236}">
                  <a16:creationId xmlns:a16="http://schemas.microsoft.com/office/drawing/2014/main" id="{390124DF-E80F-01C9-2CB2-5ABF885E6136}"/>
                </a:ext>
              </a:extLst>
            </p:cNvPr>
            <p:cNvSpPr/>
            <p:nvPr/>
          </p:nvSpPr>
          <p:spPr>
            <a:xfrm>
              <a:off x="2263748" y="292718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1" name="Google Shape;9557;p52">
              <a:extLst>
                <a:ext uri="{FF2B5EF4-FFF2-40B4-BE49-F238E27FC236}">
                  <a16:creationId xmlns:a16="http://schemas.microsoft.com/office/drawing/2014/main" id="{BD8DC0BD-7F52-0D68-5403-430B95FAA5B4}"/>
                </a:ext>
              </a:extLst>
            </p:cNvPr>
            <p:cNvSpPr/>
            <p:nvPr/>
          </p:nvSpPr>
          <p:spPr>
            <a:xfrm>
              <a:off x="2264308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2" name="Google Shape;9558;p52">
              <a:extLst>
                <a:ext uri="{FF2B5EF4-FFF2-40B4-BE49-F238E27FC236}">
                  <a16:creationId xmlns:a16="http://schemas.microsoft.com/office/drawing/2014/main" id="{2A24EDF8-791F-1C72-120A-9A31C30B74CA}"/>
                </a:ext>
              </a:extLst>
            </p:cNvPr>
            <p:cNvSpPr/>
            <p:nvPr/>
          </p:nvSpPr>
          <p:spPr>
            <a:xfrm>
              <a:off x="2263748" y="2873498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3" name="Google Shape;9559;p52">
              <a:extLst>
                <a:ext uri="{FF2B5EF4-FFF2-40B4-BE49-F238E27FC236}">
                  <a16:creationId xmlns:a16="http://schemas.microsoft.com/office/drawing/2014/main" id="{A2019D77-5240-F1CA-E762-58A047CB231A}"/>
                </a:ext>
              </a:extLst>
            </p:cNvPr>
            <p:cNvSpPr/>
            <p:nvPr/>
          </p:nvSpPr>
          <p:spPr>
            <a:xfrm>
              <a:off x="2264308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4" name="Google Shape;9560;p52">
              <a:extLst>
                <a:ext uri="{FF2B5EF4-FFF2-40B4-BE49-F238E27FC236}">
                  <a16:creationId xmlns:a16="http://schemas.microsoft.com/office/drawing/2014/main" id="{173D5879-D7F6-0CBA-A4E3-55C7DFFE2B79}"/>
                </a:ext>
              </a:extLst>
            </p:cNvPr>
            <p:cNvSpPr/>
            <p:nvPr/>
          </p:nvSpPr>
          <p:spPr>
            <a:xfrm>
              <a:off x="2263748" y="281976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5" name="Google Shape;9561;p52">
              <a:extLst>
                <a:ext uri="{FF2B5EF4-FFF2-40B4-BE49-F238E27FC236}">
                  <a16:creationId xmlns:a16="http://schemas.microsoft.com/office/drawing/2014/main" id="{6C346C05-CA4F-E68B-49AF-47D846E64335}"/>
                </a:ext>
              </a:extLst>
            </p:cNvPr>
            <p:cNvSpPr/>
            <p:nvPr/>
          </p:nvSpPr>
          <p:spPr>
            <a:xfrm>
              <a:off x="2264308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6" name="Google Shape;9562;p52">
              <a:extLst>
                <a:ext uri="{FF2B5EF4-FFF2-40B4-BE49-F238E27FC236}">
                  <a16:creationId xmlns:a16="http://schemas.microsoft.com/office/drawing/2014/main" id="{7A89A3BF-5880-4925-5D91-1C75D78F978E}"/>
                </a:ext>
              </a:extLst>
            </p:cNvPr>
            <p:cNvSpPr/>
            <p:nvPr/>
          </p:nvSpPr>
          <p:spPr>
            <a:xfrm>
              <a:off x="2263748" y="276601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7" name="Google Shape;9563;p52">
              <a:extLst>
                <a:ext uri="{FF2B5EF4-FFF2-40B4-BE49-F238E27FC236}">
                  <a16:creationId xmlns:a16="http://schemas.microsoft.com/office/drawing/2014/main" id="{00A13F53-2022-A3DB-8F51-EEAA31F8F117}"/>
                </a:ext>
              </a:extLst>
            </p:cNvPr>
            <p:cNvSpPr/>
            <p:nvPr/>
          </p:nvSpPr>
          <p:spPr>
            <a:xfrm>
              <a:off x="2264308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8" name="Google Shape;9564;p52">
              <a:extLst>
                <a:ext uri="{FF2B5EF4-FFF2-40B4-BE49-F238E27FC236}">
                  <a16:creationId xmlns:a16="http://schemas.microsoft.com/office/drawing/2014/main" id="{79ADDEB4-70EF-2418-5F6C-52BCC8A3EEA2}"/>
                </a:ext>
              </a:extLst>
            </p:cNvPr>
            <p:cNvSpPr/>
            <p:nvPr/>
          </p:nvSpPr>
          <p:spPr>
            <a:xfrm>
              <a:off x="2263748" y="2712328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9" name="Google Shape;9565;p52">
              <a:extLst>
                <a:ext uri="{FF2B5EF4-FFF2-40B4-BE49-F238E27FC236}">
                  <a16:creationId xmlns:a16="http://schemas.microsoft.com/office/drawing/2014/main" id="{BAFB72D1-969A-A689-C5F0-847F843ADA9E}"/>
                </a:ext>
              </a:extLst>
            </p:cNvPr>
            <p:cNvSpPr/>
            <p:nvPr/>
          </p:nvSpPr>
          <p:spPr>
            <a:xfrm>
              <a:off x="2263748" y="265859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0" name="Google Shape;9566;p52">
              <a:extLst>
                <a:ext uri="{FF2B5EF4-FFF2-40B4-BE49-F238E27FC236}">
                  <a16:creationId xmlns:a16="http://schemas.microsoft.com/office/drawing/2014/main" id="{8ACBBD01-93F8-86B7-32F4-4CADAA34565C}"/>
                </a:ext>
              </a:extLst>
            </p:cNvPr>
            <p:cNvSpPr/>
            <p:nvPr/>
          </p:nvSpPr>
          <p:spPr>
            <a:xfrm>
              <a:off x="2264308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1" name="Google Shape;9567;p52">
              <a:extLst>
                <a:ext uri="{FF2B5EF4-FFF2-40B4-BE49-F238E27FC236}">
                  <a16:creationId xmlns:a16="http://schemas.microsoft.com/office/drawing/2014/main" id="{ED5673A8-F9F6-1FBD-83F9-AA0E58F95268}"/>
                </a:ext>
              </a:extLst>
            </p:cNvPr>
            <p:cNvSpPr/>
            <p:nvPr/>
          </p:nvSpPr>
          <p:spPr>
            <a:xfrm>
              <a:off x="2210076" y="319579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2" name="Google Shape;9568;p52">
              <a:extLst>
                <a:ext uri="{FF2B5EF4-FFF2-40B4-BE49-F238E27FC236}">
                  <a16:creationId xmlns:a16="http://schemas.microsoft.com/office/drawing/2014/main" id="{EC6F7ED3-2EFA-7A41-781F-77B4CDC96B3A}"/>
                </a:ext>
              </a:extLst>
            </p:cNvPr>
            <p:cNvSpPr/>
            <p:nvPr/>
          </p:nvSpPr>
          <p:spPr>
            <a:xfrm>
              <a:off x="2210621" y="3196321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3" name="Google Shape;9569;p52">
              <a:extLst>
                <a:ext uri="{FF2B5EF4-FFF2-40B4-BE49-F238E27FC236}">
                  <a16:creationId xmlns:a16="http://schemas.microsoft.com/office/drawing/2014/main" id="{3C867A23-0108-0672-1787-529F35354F63}"/>
                </a:ext>
              </a:extLst>
            </p:cNvPr>
            <p:cNvSpPr/>
            <p:nvPr/>
          </p:nvSpPr>
          <p:spPr>
            <a:xfrm>
              <a:off x="2210076" y="314212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4" name="Google Shape;9570;p52">
              <a:extLst>
                <a:ext uri="{FF2B5EF4-FFF2-40B4-BE49-F238E27FC236}">
                  <a16:creationId xmlns:a16="http://schemas.microsoft.com/office/drawing/2014/main" id="{2DFEE4D6-CA22-C216-86EE-AF538C8AF0F0}"/>
                </a:ext>
              </a:extLst>
            </p:cNvPr>
            <p:cNvSpPr/>
            <p:nvPr/>
          </p:nvSpPr>
          <p:spPr>
            <a:xfrm>
              <a:off x="2210621" y="3142649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5" name="Google Shape;9571;p52">
              <a:extLst>
                <a:ext uri="{FF2B5EF4-FFF2-40B4-BE49-F238E27FC236}">
                  <a16:creationId xmlns:a16="http://schemas.microsoft.com/office/drawing/2014/main" id="{EE5696CE-9B23-C4BC-92DD-098F11673C95}"/>
                </a:ext>
              </a:extLst>
            </p:cNvPr>
            <p:cNvSpPr/>
            <p:nvPr/>
          </p:nvSpPr>
          <p:spPr>
            <a:xfrm>
              <a:off x="2210076" y="3088355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6" name="Google Shape;9572;p52">
              <a:extLst>
                <a:ext uri="{FF2B5EF4-FFF2-40B4-BE49-F238E27FC236}">
                  <a16:creationId xmlns:a16="http://schemas.microsoft.com/office/drawing/2014/main" id="{33A21C3C-AEEC-8540-26AF-A8B06CFA9519}"/>
                </a:ext>
              </a:extLst>
            </p:cNvPr>
            <p:cNvSpPr/>
            <p:nvPr/>
          </p:nvSpPr>
          <p:spPr>
            <a:xfrm>
              <a:off x="2210076" y="3034684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7" name="Google Shape;9573;p52">
              <a:extLst>
                <a:ext uri="{FF2B5EF4-FFF2-40B4-BE49-F238E27FC236}">
                  <a16:creationId xmlns:a16="http://schemas.microsoft.com/office/drawing/2014/main" id="{8655A77E-4E0E-C24B-F532-BC0B40698336}"/>
                </a:ext>
              </a:extLst>
            </p:cNvPr>
            <p:cNvSpPr/>
            <p:nvPr/>
          </p:nvSpPr>
          <p:spPr>
            <a:xfrm>
              <a:off x="2210621" y="3035213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8" name="Google Shape;9574;p52">
              <a:extLst>
                <a:ext uri="{FF2B5EF4-FFF2-40B4-BE49-F238E27FC236}">
                  <a16:creationId xmlns:a16="http://schemas.microsoft.com/office/drawing/2014/main" id="{EA1B6DCB-9FC8-4944-43DD-F7E05F9CDA84}"/>
                </a:ext>
              </a:extLst>
            </p:cNvPr>
            <p:cNvSpPr/>
            <p:nvPr/>
          </p:nvSpPr>
          <p:spPr>
            <a:xfrm>
              <a:off x="2210076" y="2980919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9" name="Google Shape;9575;p52">
              <a:extLst>
                <a:ext uri="{FF2B5EF4-FFF2-40B4-BE49-F238E27FC236}">
                  <a16:creationId xmlns:a16="http://schemas.microsoft.com/office/drawing/2014/main" id="{56215FBE-E868-6492-BC5C-E74E759674B6}"/>
                </a:ext>
              </a:extLst>
            </p:cNvPr>
            <p:cNvSpPr/>
            <p:nvPr/>
          </p:nvSpPr>
          <p:spPr>
            <a:xfrm>
              <a:off x="2210621" y="2981479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0" name="Google Shape;9576;p52">
              <a:extLst>
                <a:ext uri="{FF2B5EF4-FFF2-40B4-BE49-F238E27FC236}">
                  <a16:creationId xmlns:a16="http://schemas.microsoft.com/office/drawing/2014/main" id="{672B8F59-114B-B664-851A-E3C90C897B23}"/>
                </a:ext>
              </a:extLst>
            </p:cNvPr>
            <p:cNvSpPr/>
            <p:nvPr/>
          </p:nvSpPr>
          <p:spPr>
            <a:xfrm>
              <a:off x="2210076" y="2927185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1" name="Google Shape;9577;p52">
              <a:extLst>
                <a:ext uri="{FF2B5EF4-FFF2-40B4-BE49-F238E27FC236}">
                  <a16:creationId xmlns:a16="http://schemas.microsoft.com/office/drawing/2014/main" id="{719AF491-27F1-4514-9D96-F8A339990044}"/>
                </a:ext>
              </a:extLst>
            </p:cNvPr>
            <p:cNvSpPr/>
            <p:nvPr/>
          </p:nvSpPr>
          <p:spPr>
            <a:xfrm>
              <a:off x="2210621" y="2927730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2" name="Google Shape;9578;p52">
              <a:extLst>
                <a:ext uri="{FF2B5EF4-FFF2-40B4-BE49-F238E27FC236}">
                  <a16:creationId xmlns:a16="http://schemas.microsoft.com/office/drawing/2014/main" id="{FFF9FDDB-DE30-2000-2B1E-EFB5C4B119D1}"/>
                </a:ext>
              </a:extLst>
            </p:cNvPr>
            <p:cNvSpPr/>
            <p:nvPr/>
          </p:nvSpPr>
          <p:spPr>
            <a:xfrm>
              <a:off x="2210076" y="2873498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3" name="Google Shape;9579;p52">
              <a:extLst>
                <a:ext uri="{FF2B5EF4-FFF2-40B4-BE49-F238E27FC236}">
                  <a16:creationId xmlns:a16="http://schemas.microsoft.com/office/drawing/2014/main" id="{6B64A182-ED0C-5287-39C1-80209DEC18F1}"/>
                </a:ext>
              </a:extLst>
            </p:cNvPr>
            <p:cNvSpPr/>
            <p:nvPr/>
          </p:nvSpPr>
          <p:spPr>
            <a:xfrm>
              <a:off x="2210621" y="2874059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4" name="Google Shape;9580;p52">
              <a:extLst>
                <a:ext uri="{FF2B5EF4-FFF2-40B4-BE49-F238E27FC236}">
                  <a16:creationId xmlns:a16="http://schemas.microsoft.com/office/drawing/2014/main" id="{05FC6477-012C-A7BF-453C-A2D178B3FC79}"/>
                </a:ext>
              </a:extLst>
            </p:cNvPr>
            <p:cNvSpPr/>
            <p:nvPr/>
          </p:nvSpPr>
          <p:spPr>
            <a:xfrm>
              <a:off x="2210076" y="2819764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5" name="Google Shape;9581;p52">
              <a:extLst>
                <a:ext uri="{FF2B5EF4-FFF2-40B4-BE49-F238E27FC236}">
                  <a16:creationId xmlns:a16="http://schemas.microsoft.com/office/drawing/2014/main" id="{AE5DF63D-AC6D-D0EE-BEC2-C0DED2497F02}"/>
                </a:ext>
              </a:extLst>
            </p:cNvPr>
            <p:cNvSpPr/>
            <p:nvPr/>
          </p:nvSpPr>
          <p:spPr>
            <a:xfrm>
              <a:off x="2210621" y="282029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6" name="Google Shape;9582;p52">
              <a:extLst>
                <a:ext uri="{FF2B5EF4-FFF2-40B4-BE49-F238E27FC236}">
                  <a16:creationId xmlns:a16="http://schemas.microsoft.com/office/drawing/2014/main" id="{41A44C34-2950-CFDB-61E3-72BB11556114}"/>
                </a:ext>
              </a:extLst>
            </p:cNvPr>
            <p:cNvSpPr/>
            <p:nvPr/>
          </p:nvSpPr>
          <p:spPr>
            <a:xfrm>
              <a:off x="2210076" y="2766015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7" name="Google Shape;9583;p52">
              <a:extLst>
                <a:ext uri="{FF2B5EF4-FFF2-40B4-BE49-F238E27FC236}">
                  <a16:creationId xmlns:a16="http://schemas.microsoft.com/office/drawing/2014/main" id="{188029BF-980A-2E07-0329-2615645DAEE8}"/>
                </a:ext>
              </a:extLst>
            </p:cNvPr>
            <p:cNvSpPr/>
            <p:nvPr/>
          </p:nvSpPr>
          <p:spPr>
            <a:xfrm>
              <a:off x="2210621" y="2766560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8" name="Google Shape;9584;p52">
              <a:extLst>
                <a:ext uri="{FF2B5EF4-FFF2-40B4-BE49-F238E27FC236}">
                  <a16:creationId xmlns:a16="http://schemas.microsoft.com/office/drawing/2014/main" id="{46E73240-D270-B4B8-613D-A7C8FB56E3AE}"/>
                </a:ext>
              </a:extLst>
            </p:cNvPr>
            <p:cNvSpPr/>
            <p:nvPr/>
          </p:nvSpPr>
          <p:spPr>
            <a:xfrm>
              <a:off x="2210076" y="2712328"/>
              <a:ext cx="54793" cy="54808"/>
            </a:xfrm>
            <a:custGeom>
              <a:avLst/>
              <a:gdLst/>
              <a:ahLst/>
              <a:cxnLst/>
              <a:rect l="l" t="t" r="r" b="b"/>
              <a:pathLst>
                <a:path w="3518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9" name="Google Shape;9585;p52">
              <a:extLst>
                <a:ext uri="{FF2B5EF4-FFF2-40B4-BE49-F238E27FC236}">
                  <a16:creationId xmlns:a16="http://schemas.microsoft.com/office/drawing/2014/main" id="{C79C8928-0171-3F9F-C5AF-A8E1DFBFD347}"/>
                </a:ext>
              </a:extLst>
            </p:cNvPr>
            <p:cNvSpPr/>
            <p:nvPr/>
          </p:nvSpPr>
          <p:spPr>
            <a:xfrm>
              <a:off x="2210076" y="2658594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0" name="Google Shape;9586;p52">
              <a:extLst>
                <a:ext uri="{FF2B5EF4-FFF2-40B4-BE49-F238E27FC236}">
                  <a16:creationId xmlns:a16="http://schemas.microsoft.com/office/drawing/2014/main" id="{2BF6EDBF-5915-8D19-E413-50ED73E9168D}"/>
                </a:ext>
              </a:extLst>
            </p:cNvPr>
            <p:cNvSpPr/>
            <p:nvPr/>
          </p:nvSpPr>
          <p:spPr>
            <a:xfrm>
              <a:off x="2210621" y="265912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1" name="Google Shape;9587;p52">
              <a:extLst>
                <a:ext uri="{FF2B5EF4-FFF2-40B4-BE49-F238E27FC236}">
                  <a16:creationId xmlns:a16="http://schemas.microsoft.com/office/drawing/2014/main" id="{8D71F7C1-5BC3-C928-8506-89FDF46E12CD}"/>
                </a:ext>
              </a:extLst>
            </p:cNvPr>
            <p:cNvSpPr/>
            <p:nvPr/>
          </p:nvSpPr>
          <p:spPr>
            <a:xfrm>
              <a:off x="2156343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2" name="Google Shape;9588;p52">
              <a:extLst>
                <a:ext uri="{FF2B5EF4-FFF2-40B4-BE49-F238E27FC236}">
                  <a16:creationId xmlns:a16="http://schemas.microsoft.com/office/drawing/2014/main" id="{B035ED29-E138-D935-FD42-7CB0009983D9}"/>
                </a:ext>
              </a:extLst>
            </p:cNvPr>
            <p:cNvSpPr/>
            <p:nvPr/>
          </p:nvSpPr>
          <p:spPr>
            <a:xfrm>
              <a:off x="2156872" y="3196321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3" name="Google Shape;9589;p52">
              <a:extLst>
                <a:ext uri="{FF2B5EF4-FFF2-40B4-BE49-F238E27FC236}">
                  <a16:creationId xmlns:a16="http://schemas.microsoft.com/office/drawing/2014/main" id="{B149F854-7AAA-D645-04D6-E035BBBFFEF9}"/>
                </a:ext>
              </a:extLst>
            </p:cNvPr>
            <p:cNvSpPr/>
            <p:nvPr/>
          </p:nvSpPr>
          <p:spPr>
            <a:xfrm>
              <a:off x="2156343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4" name="Google Shape;9590;p52">
              <a:extLst>
                <a:ext uri="{FF2B5EF4-FFF2-40B4-BE49-F238E27FC236}">
                  <a16:creationId xmlns:a16="http://schemas.microsoft.com/office/drawing/2014/main" id="{32E43623-6BE6-DB4E-6C14-A132A2AC0AF0}"/>
                </a:ext>
              </a:extLst>
            </p:cNvPr>
            <p:cNvSpPr/>
            <p:nvPr/>
          </p:nvSpPr>
          <p:spPr>
            <a:xfrm>
              <a:off x="2156872" y="3142649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5" name="Google Shape;9591;p52">
              <a:extLst>
                <a:ext uri="{FF2B5EF4-FFF2-40B4-BE49-F238E27FC236}">
                  <a16:creationId xmlns:a16="http://schemas.microsoft.com/office/drawing/2014/main" id="{F08A35BF-3664-E257-2E41-77E180405DB2}"/>
                </a:ext>
              </a:extLst>
            </p:cNvPr>
            <p:cNvSpPr/>
            <p:nvPr/>
          </p:nvSpPr>
          <p:spPr>
            <a:xfrm>
              <a:off x="2156343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6" name="Google Shape;9592;p52">
              <a:extLst>
                <a:ext uri="{FF2B5EF4-FFF2-40B4-BE49-F238E27FC236}">
                  <a16:creationId xmlns:a16="http://schemas.microsoft.com/office/drawing/2014/main" id="{4CA1709D-397A-D58E-91DC-26D813003AC0}"/>
                </a:ext>
              </a:extLst>
            </p:cNvPr>
            <p:cNvSpPr/>
            <p:nvPr/>
          </p:nvSpPr>
          <p:spPr>
            <a:xfrm>
              <a:off x="2156872" y="3088900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7" name="Google Shape;9593;p52">
              <a:extLst>
                <a:ext uri="{FF2B5EF4-FFF2-40B4-BE49-F238E27FC236}">
                  <a16:creationId xmlns:a16="http://schemas.microsoft.com/office/drawing/2014/main" id="{0F431D03-AC0F-0D49-D48B-A3508B66A8EE}"/>
                </a:ext>
              </a:extLst>
            </p:cNvPr>
            <p:cNvSpPr/>
            <p:nvPr/>
          </p:nvSpPr>
          <p:spPr>
            <a:xfrm>
              <a:off x="2156343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8" name="Google Shape;9594;p52">
              <a:extLst>
                <a:ext uri="{FF2B5EF4-FFF2-40B4-BE49-F238E27FC236}">
                  <a16:creationId xmlns:a16="http://schemas.microsoft.com/office/drawing/2014/main" id="{21C177D6-6D5D-B1DE-3A3C-0A0663925B2A}"/>
                </a:ext>
              </a:extLst>
            </p:cNvPr>
            <p:cNvSpPr/>
            <p:nvPr/>
          </p:nvSpPr>
          <p:spPr>
            <a:xfrm>
              <a:off x="2156343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9" name="Google Shape;9595;p52">
              <a:extLst>
                <a:ext uri="{FF2B5EF4-FFF2-40B4-BE49-F238E27FC236}">
                  <a16:creationId xmlns:a16="http://schemas.microsoft.com/office/drawing/2014/main" id="{D85B51CA-990B-896C-1D33-B1760007859F}"/>
                </a:ext>
              </a:extLst>
            </p:cNvPr>
            <p:cNvSpPr/>
            <p:nvPr/>
          </p:nvSpPr>
          <p:spPr>
            <a:xfrm>
              <a:off x="2156343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0" name="Google Shape;9596;p52">
              <a:extLst>
                <a:ext uri="{FF2B5EF4-FFF2-40B4-BE49-F238E27FC236}">
                  <a16:creationId xmlns:a16="http://schemas.microsoft.com/office/drawing/2014/main" id="{C98477B9-4221-DCD8-F0E2-155771940BB5}"/>
                </a:ext>
              </a:extLst>
            </p:cNvPr>
            <p:cNvSpPr/>
            <p:nvPr/>
          </p:nvSpPr>
          <p:spPr>
            <a:xfrm>
              <a:off x="2156343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1" name="Google Shape;9597;p52">
              <a:extLst>
                <a:ext uri="{FF2B5EF4-FFF2-40B4-BE49-F238E27FC236}">
                  <a16:creationId xmlns:a16="http://schemas.microsoft.com/office/drawing/2014/main" id="{A9657CCC-942F-E6E2-1168-860F420D5D1C}"/>
                </a:ext>
              </a:extLst>
            </p:cNvPr>
            <p:cNvSpPr/>
            <p:nvPr/>
          </p:nvSpPr>
          <p:spPr>
            <a:xfrm>
              <a:off x="2156343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2" name="Google Shape;9598;p52">
              <a:extLst>
                <a:ext uri="{FF2B5EF4-FFF2-40B4-BE49-F238E27FC236}">
                  <a16:creationId xmlns:a16="http://schemas.microsoft.com/office/drawing/2014/main" id="{5304A77C-3798-5B19-D63F-09A907A5648C}"/>
                </a:ext>
              </a:extLst>
            </p:cNvPr>
            <p:cNvSpPr/>
            <p:nvPr/>
          </p:nvSpPr>
          <p:spPr>
            <a:xfrm>
              <a:off x="2156343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3" name="Google Shape;9599;p52">
              <a:extLst>
                <a:ext uri="{FF2B5EF4-FFF2-40B4-BE49-F238E27FC236}">
                  <a16:creationId xmlns:a16="http://schemas.microsoft.com/office/drawing/2014/main" id="{DD79F83B-00D0-62F7-7816-4DB56C17CEDF}"/>
                </a:ext>
              </a:extLst>
            </p:cNvPr>
            <p:cNvSpPr/>
            <p:nvPr/>
          </p:nvSpPr>
          <p:spPr>
            <a:xfrm>
              <a:off x="2156343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4" name="Google Shape;9600;p52">
              <a:extLst>
                <a:ext uri="{FF2B5EF4-FFF2-40B4-BE49-F238E27FC236}">
                  <a16:creationId xmlns:a16="http://schemas.microsoft.com/office/drawing/2014/main" id="{03479D3C-6E47-A846-86E1-24D902A970AA}"/>
                </a:ext>
              </a:extLst>
            </p:cNvPr>
            <p:cNvSpPr/>
            <p:nvPr/>
          </p:nvSpPr>
          <p:spPr>
            <a:xfrm>
              <a:off x="2156872" y="2712857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5" name="Google Shape;9601;p52">
              <a:extLst>
                <a:ext uri="{FF2B5EF4-FFF2-40B4-BE49-F238E27FC236}">
                  <a16:creationId xmlns:a16="http://schemas.microsoft.com/office/drawing/2014/main" id="{CB85AC85-286F-A39A-740C-E410DA829765}"/>
                </a:ext>
              </a:extLst>
            </p:cNvPr>
            <p:cNvSpPr/>
            <p:nvPr/>
          </p:nvSpPr>
          <p:spPr>
            <a:xfrm>
              <a:off x="2156343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6" name="Google Shape;9602;p52">
              <a:extLst>
                <a:ext uri="{FF2B5EF4-FFF2-40B4-BE49-F238E27FC236}">
                  <a16:creationId xmlns:a16="http://schemas.microsoft.com/office/drawing/2014/main" id="{EF3B9804-B1E4-EFDD-FD84-EE99FC64FAA0}"/>
                </a:ext>
              </a:extLst>
            </p:cNvPr>
            <p:cNvSpPr/>
            <p:nvPr/>
          </p:nvSpPr>
          <p:spPr>
            <a:xfrm>
              <a:off x="2156872" y="2659124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7" name="Google Shape;9603;p52">
              <a:extLst>
                <a:ext uri="{FF2B5EF4-FFF2-40B4-BE49-F238E27FC236}">
                  <a16:creationId xmlns:a16="http://schemas.microsoft.com/office/drawing/2014/main" id="{54615171-5618-01E9-DF20-82D2932A14DD}"/>
                </a:ext>
              </a:extLst>
            </p:cNvPr>
            <p:cNvSpPr/>
            <p:nvPr/>
          </p:nvSpPr>
          <p:spPr>
            <a:xfrm>
              <a:off x="2102593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8" name="Google Shape;9604;p52">
              <a:extLst>
                <a:ext uri="{FF2B5EF4-FFF2-40B4-BE49-F238E27FC236}">
                  <a16:creationId xmlns:a16="http://schemas.microsoft.com/office/drawing/2014/main" id="{C73FBE37-E635-DCF1-5F89-C1C68121399E}"/>
                </a:ext>
              </a:extLst>
            </p:cNvPr>
            <p:cNvSpPr/>
            <p:nvPr/>
          </p:nvSpPr>
          <p:spPr>
            <a:xfrm>
              <a:off x="2102593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9" name="Google Shape;9605;p52">
              <a:extLst>
                <a:ext uri="{FF2B5EF4-FFF2-40B4-BE49-F238E27FC236}">
                  <a16:creationId xmlns:a16="http://schemas.microsoft.com/office/drawing/2014/main" id="{EF606A06-E8C6-F619-8076-2C89946F03A3}"/>
                </a:ext>
              </a:extLst>
            </p:cNvPr>
            <p:cNvSpPr/>
            <p:nvPr/>
          </p:nvSpPr>
          <p:spPr>
            <a:xfrm>
              <a:off x="2103138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0" name="Google Shape;9606;p52">
              <a:extLst>
                <a:ext uri="{FF2B5EF4-FFF2-40B4-BE49-F238E27FC236}">
                  <a16:creationId xmlns:a16="http://schemas.microsoft.com/office/drawing/2014/main" id="{ACB8C955-C678-4FF6-9C46-4A7261989A4D}"/>
                </a:ext>
              </a:extLst>
            </p:cNvPr>
            <p:cNvSpPr/>
            <p:nvPr/>
          </p:nvSpPr>
          <p:spPr>
            <a:xfrm>
              <a:off x="2102593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1" name="Google Shape;9607;p52">
              <a:extLst>
                <a:ext uri="{FF2B5EF4-FFF2-40B4-BE49-F238E27FC236}">
                  <a16:creationId xmlns:a16="http://schemas.microsoft.com/office/drawing/2014/main" id="{F4BE5B46-EA10-E994-9B4E-469835FD026E}"/>
                </a:ext>
              </a:extLst>
            </p:cNvPr>
            <p:cNvSpPr/>
            <p:nvPr/>
          </p:nvSpPr>
          <p:spPr>
            <a:xfrm>
              <a:off x="2103138" y="308890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2" name="Google Shape;9608;p52">
              <a:extLst>
                <a:ext uri="{FF2B5EF4-FFF2-40B4-BE49-F238E27FC236}">
                  <a16:creationId xmlns:a16="http://schemas.microsoft.com/office/drawing/2014/main" id="{4DD8E959-1997-988D-CC22-D4967B2FDF02}"/>
                </a:ext>
              </a:extLst>
            </p:cNvPr>
            <p:cNvSpPr/>
            <p:nvPr/>
          </p:nvSpPr>
          <p:spPr>
            <a:xfrm>
              <a:off x="2102593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3" name="Google Shape;9609;p52">
              <a:extLst>
                <a:ext uri="{FF2B5EF4-FFF2-40B4-BE49-F238E27FC236}">
                  <a16:creationId xmlns:a16="http://schemas.microsoft.com/office/drawing/2014/main" id="{23D0A39A-8F02-F18C-8527-7265033FE2AE}"/>
                </a:ext>
              </a:extLst>
            </p:cNvPr>
            <p:cNvSpPr/>
            <p:nvPr/>
          </p:nvSpPr>
          <p:spPr>
            <a:xfrm>
              <a:off x="2103138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4" name="Google Shape;9610;p52">
              <a:extLst>
                <a:ext uri="{FF2B5EF4-FFF2-40B4-BE49-F238E27FC236}">
                  <a16:creationId xmlns:a16="http://schemas.microsoft.com/office/drawing/2014/main" id="{F5045DCC-CA02-3B65-8EBF-83AF8D59D196}"/>
                </a:ext>
              </a:extLst>
            </p:cNvPr>
            <p:cNvSpPr/>
            <p:nvPr/>
          </p:nvSpPr>
          <p:spPr>
            <a:xfrm>
              <a:off x="2102593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5" name="Google Shape;9611;p52">
              <a:extLst>
                <a:ext uri="{FF2B5EF4-FFF2-40B4-BE49-F238E27FC236}">
                  <a16:creationId xmlns:a16="http://schemas.microsoft.com/office/drawing/2014/main" id="{403295F9-D68E-C336-13CA-37FFD2C6B93B}"/>
                </a:ext>
              </a:extLst>
            </p:cNvPr>
            <p:cNvSpPr/>
            <p:nvPr/>
          </p:nvSpPr>
          <p:spPr>
            <a:xfrm>
              <a:off x="2103138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6" name="Google Shape;9612;p52">
              <a:extLst>
                <a:ext uri="{FF2B5EF4-FFF2-40B4-BE49-F238E27FC236}">
                  <a16:creationId xmlns:a16="http://schemas.microsoft.com/office/drawing/2014/main" id="{715E6A11-190A-C32B-C46D-0D094FF536A4}"/>
                </a:ext>
              </a:extLst>
            </p:cNvPr>
            <p:cNvSpPr/>
            <p:nvPr/>
          </p:nvSpPr>
          <p:spPr>
            <a:xfrm>
              <a:off x="2102593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7" name="Google Shape;9613;p52">
              <a:extLst>
                <a:ext uri="{FF2B5EF4-FFF2-40B4-BE49-F238E27FC236}">
                  <a16:creationId xmlns:a16="http://schemas.microsoft.com/office/drawing/2014/main" id="{A00442AD-6416-EFFB-D901-E3D355865760}"/>
                </a:ext>
              </a:extLst>
            </p:cNvPr>
            <p:cNvSpPr/>
            <p:nvPr/>
          </p:nvSpPr>
          <p:spPr>
            <a:xfrm>
              <a:off x="2103138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8" name="Google Shape;9614;p52">
              <a:extLst>
                <a:ext uri="{FF2B5EF4-FFF2-40B4-BE49-F238E27FC236}">
                  <a16:creationId xmlns:a16="http://schemas.microsoft.com/office/drawing/2014/main" id="{D78A84A8-3ACD-A42F-9EAA-CFD8821C8FCC}"/>
                </a:ext>
              </a:extLst>
            </p:cNvPr>
            <p:cNvSpPr/>
            <p:nvPr/>
          </p:nvSpPr>
          <p:spPr>
            <a:xfrm>
              <a:off x="2102593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9" name="Google Shape;9615;p52">
              <a:extLst>
                <a:ext uri="{FF2B5EF4-FFF2-40B4-BE49-F238E27FC236}">
                  <a16:creationId xmlns:a16="http://schemas.microsoft.com/office/drawing/2014/main" id="{4C692DB9-08B8-B02F-BEAA-F481F35F0BB2}"/>
                </a:ext>
              </a:extLst>
            </p:cNvPr>
            <p:cNvSpPr/>
            <p:nvPr/>
          </p:nvSpPr>
          <p:spPr>
            <a:xfrm>
              <a:off x="2103138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0" name="Google Shape;9616;p52">
              <a:extLst>
                <a:ext uri="{FF2B5EF4-FFF2-40B4-BE49-F238E27FC236}">
                  <a16:creationId xmlns:a16="http://schemas.microsoft.com/office/drawing/2014/main" id="{6D7731C8-64E2-1FCC-469B-8D442E1EFF81}"/>
                </a:ext>
              </a:extLst>
            </p:cNvPr>
            <p:cNvSpPr/>
            <p:nvPr/>
          </p:nvSpPr>
          <p:spPr>
            <a:xfrm>
              <a:off x="2102593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0" y="3520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1" name="Google Shape;9617;p52">
              <a:extLst>
                <a:ext uri="{FF2B5EF4-FFF2-40B4-BE49-F238E27FC236}">
                  <a16:creationId xmlns:a16="http://schemas.microsoft.com/office/drawing/2014/main" id="{054FEDDF-25B8-2517-9146-B058DFBBF88F}"/>
                </a:ext>
              </a:extLst>
            </p:cNvPr>
            <p:cNvSpPr/>
            <p:nvPr/>
          </p:nvSpPr>
          <p:spPr>
            <a:xfrm>
              <a:off x="2103138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2" name="Google Shape;9618;p52">
              <a:extLst>
                <a:ext uri="{FF2B5EF4-FFF2-40B4-BE49-F238E27FC236}">
                  <a16:creationId xmlns:a16="http://schemas.microsoft.com/office/drawing/2014/main" id="{864C3F2B-6DBF-15BC-5578-19CECF74FF6F}"/>
                </a:ext>
              </a:extLst>
            </p:cNvPr>
            <p:cNvSpPr/>
            <p:nvPr/>
          </p:nvSpPr>
          <p:spPr>
            <a:xfrm>
              <a:off x="2102593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3" name="Google Shape;9619;p52">
              <a:extLst>
                <a:ext uri="{FF2B5EF4-FFF2-40B4-BE49-F238E27FC236}">
                  <a16:creationId xmlns:a16="http://schemas.microsoft.com/office/drawing/2014/main" id="{955B888C-8CC2-E456-1DF5-409C2B8FA47A}"/>
                </a:ext>
              </a:extLst>
            </p:cNvPr>
            <p:cNvSpPr/>
            <p:nvPr/>
          </p:nvSpPr>
          <p:spPr>
            <a:xfrm>
              <a:off x="2103138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4" name="Google Shape;9620;p52">
              <a:extLst>
                <a:ext uri="{FF2B5EF4-FFF2-40B4-BE49-F238E27FC236}">
                  <a16:creationId xmlns:a16="http://schemas.microsoft.com/office/drawing/2014/main" id="{B74FD9AE-9153-F49B-7313-7625E997D8E6}"/>
                </a:ext>
              </a:extLst>
            </p:cNvPr>
            <p:cNvSpPr/>
            <p:nvPr/>
          </p:nvSpPr>
          <p:spPr>
            <a:xfrm>
              <a:off x="2102593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5" name="Google Shape;9621;p52">
              <a:extLst>
                <a:ext uri="{FF2B5EF4-FFF2-40B4-BE49-F238E27FC236}">
                  <a16:creationId xmlns:a16="http://schemas.microsoft.com/office/drawing/2014/main" id="{FBE52D5C-CD21-E502-5FBA-3D3DA8D7869F}"/>
                </a:ext>
              </a:extLst>
            </p:cNvPr>
            <p:cNvSpPr/>
            <p:nvPr/>
          </p:nvSpPr>
          <p:spPr>
            <a:xfrm>
              <a:off x="2103138" y="2712857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6" name="Google Shape;9622;p52">
              <a:extLst>
                <a:ext uri="{FF2B5EF4-FFF2-40B4-BE49-F238E27FC236}">
                  <a16:creationId xmlns:a16="http://schemas.microsoft.com/office/drawing/2014/main" id="{AE1239E9-94EB-0D1B-9E87-6F1444159CF9}"/>
                </a:ext>
              </a:extLst>
            </p:cNvPr>
            <p:cNvSpPr/>
            <p:nvPr/>
          </p:nvSpPr>
          <p:spPr>
            <a:xfrm>
              <a:off x="2102593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7" name="Google Shape;9623;p52">
              <a:extLst>
                <a:ext uri="{FF2B5EF4-FFF2-40B4-BE49-F238E27FC236}">
                  <a16:creationId xmlns:a16="http://schemas.microsoft.com/office/drawing/2014/main" id="{EB09FB9B-7DEB-D65A-088D-63C3E66ADFE6}"/>
                </a:ext>
              </a:extLst>
            </p:cNvPr>
            <p:cNvSpPr/>
            <p:nvPr/>
          </p:nvSpPr>
          <p:spPr>
            <a:xfrm>
              <a:off x="2048906" y="319579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8" name="Google Shape;9624;p52">
              <a:extLst>
                <a:ext uri="{FF2B5EF4-FFF2-40B4-BE49-F238E27FC236}">
                  <a16:creationId xmlns:a16="http://schemas.microsoft.com/office/drawing/2014/main" id="{E400521D-57B2-CDF6-70D7-BAFFADC46596}"/>
                </a:ext>
              </a:extLst>
            </p:cNvPr>
            <p:cNvSpPr/>
            <p:nvPr/>
          </p:nvSpPr>
          <p:spPr>
            <a:xfrm>
              <a:off x="2049451" y="3196321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9" name="Google Shape;9625;p52">
              <a:extLst>
                <a:ext uri="{FF2B5EF4-FFF2-40B4-BE49-F238E27FC236}">
                  <a16:creationId xmlns:a16="http://schemas.microsoft.com/office/drawing/2014/main" id="{1AD3AF54-FFAD-06D1-468B-69F091F65493}"/>
                </a:ext>
              </a:extLst>
            </p:cNvPr>
            <p:cNvSpPr/>
            <p:nvPr/>
          </p:nvSpPr>
          <p:spPr>
            <a:xfrm>
              <a:off x="2048906" y="314212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0" name="Google Shape;9626;p52">
              <a:extLst>
                <a:ext uri="{FF2B5EF4-FFF2-40B4-BE49-F238E27FC236}">
                  <a16:creationId xmlns:a16="http://schemas.microsoft.com/office/drawing/2014/main" id="{055CB51B-AA50-63FF-1E3F-F7B04445B839}"/>
                </a:ext>
              </a:extLst>
            </p:cNvPr>
            <p:cNvSpPr/>
            <p:nvPr/>
          </p:nvSpPr>
          <p:spPr>
            <a:xfrm>
              <a:off x="2048906" y="3088355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1" name="Google Shape;9627;p52">
              <a:extLst>
                <a:ext uri="{FF2B5EF4-FFF2-40B4-BE49-F238E27FC236}">
                  <a16:creationId xmlns:a16="http://schemas.microsoft.com/office/drawing/2014/main" id="{2A2D56AA-29D3-2519-D246-902D7C8DE31F}"/>
                </a:ext>
              </a:extLst>
            </p:cNvPr>
            <p:cNvSpPr/>
            <p:nvPr/>
          </p:nvSpPr>
          <p:spPr>
            <a:xfrm>
              <a:off x="2049451" y="3088900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2" name="Google Shape;9628;p52">
              <a:extLst>
                <a:ext uri="{FF2B5EF4-FFF2-40B4-BE49-F238E27FC236}">
                  <a16:creationId xmlns:a16="http://schemas.microsoft.com/office/drawing/2014/main" id="{0ECFB158-98A5-3AE9-F46C-FD22BD927030}"/>
                </a:ext>
              </a:extLst>
            </p:cNvPr>
            <p:cNvSpPr/>
            <p:nvPr/>
          </p:nvSpPr>
          <p:spPr>
            <a:xfrm>
              <a:off x="2048906" y="3034684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3" name="Google Shape;9629;p52">
              <a:extLst>
                <a:ext uri="{FF2B5EF4-FFF2-40B4-BE49-F238E27FC236}">
                  <a16:creationId xmlns:a16="http://schemas.microsoft.com/office/drawing/2014/main" id="{440A0DA2-0AF0-80D9-F17C-B49CC754AA9C}"/>
                </a:ext>
              </a:extLst>
            </p:cNvPr>
            <p:cNvSpPr/>
            <p:nvPr/>
          </p:nvSpPr>
          <p:spPr>
            <a:xfrm>
              <a:off x="2049451" y="3035213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4" name="Google Shape;9630;p52">
              <a:extLst>
                <a:ext uri="{FF2B5EF4-FFF2-40B4-BE49-F238E27FC236}">
                  <a16:creationId xmlns:a16="http://schemas.microsoft.com/office/drawing/2014/main" id="{B7F7EEAD-2BC6-E60C-92C8-DE20C9B9591D}"/>
                </a:ext>
              </a:extLst>
            </p:cNvPr>
            <p:cNvSpPr/>
            <p:nvPr/>
          </p:nvSpPr>
          <p:spPr>
            <a:xfrm>
              <a:off x="2048906" y="2980919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5" name="Google Shape;9631;p52">
              <a:extLst>
                <a:ext uri="{FF2B5EF4-FFF2-40B4-BE49-F238E27FC236}">
                  <a16:creationId xmlns:a16="http://schemas.microsoft.com/office/drawing/2014/main" id="{5DEDEFB9-104A-CF9E-ED81-F98B7CFB5AB1}"/>
                </a:ext>
              </a:extLst>
            </p:cNvPr>
            <p:cNvSpPr/>
            <p:nvPr/>
          </p:nvSpPr>
          <p:spPr>
            <a:xfrm>
              <a:off x="2049451" y="2981479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6" name="Google Shape;9632;p52">
              <a:extLst>
                <a:ext uri="{FF2B5EF4-FFF2-40B4-BE49-F238E27FC236}">
                  <a16:creationId xmlns:a16="http://schemas.microsoft.com/office/drawing/2014/main" id="{38E55687-211F-2E40-5DA0-6FCA74566F53}"/>
                </a:ext>
              </a:extLst>
            </p:cNvPr>
            <p:cNvSpPr/>
            <p:nvPr/>
          </p:nvSpPr>
          <p:spPr>
            <a:xfrm>
              <a:off x="2048906" y="2927185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7" name="Google Shape;9633;p52">
              <a:extLst>
                <a:ext uri="{FF2B5EF4-FFF2-40B4-BE49-F238E27FC236}">
                  <a16:creationId xmlns:a16="http://schemas.microsoft.com/office/drawing/2014/main" id="{490B67BA-1991-66D7-E42D-6C4D22B72981}"/>
                </a:ext>
              </a:extLst>
            </p:cNvPr>
            <p:cNvSpPr/>
            <p:nvPr/>
          </p:nvSpPr>
          <p:spPr>
            <a:xfrm>
              <a:off x="2048906" y="2873498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8" name="Google Shape;9634;p52">
              <a:extLst>
                <a:ext uri="{FF2B5EF4-FFF2-40B4-BE49-F238E27FC236}">
                  <a16:creationId xmlns:a16="http://schemas.microsoft.com/office/drawing/2014/main" id="{6EE97B3E-033C-138E-B9B9-4D80503B6234}"/>
                </a:ext>
              </a:extLst>
            </p:cNvPr>
            <p:cNvSpPr/>
            <p:nvPr/>
          </p:nvSpPr>
          <p:spPr>
            <a:xfrm>
              <a:off x="2049451" y="2874059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9" name="Google Shape;9635;p52">
              <a:extLst>
                <a:ext uri="{FF2B5EF4-FFF2-40B4-BE49-F238E27FC236}">
                  <a16:creationId xmlns:a16="http://schemas.microsoft.com/office/drawing/2014/main" id="{C9BFE58F-2EC3-0AD0-16C8-D26860D96159}"/>
                </a:ext>
              </a:extLst>
            </p:cNvPr>
            <p:cNvSpPr/>
            <p:nvPr/>
          </p:nvSpPr>
          <p:spPr>
            <a:xfrm>
              <a:off x="2048906" y="2819764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0" name="Google Shape;9636;p52">
              <a:extLst>
                <a:ext uri="{FF2B5EF4-FFF2-40B4-BE49-F238E27FC236}">
                  <a16:creationId xmlns:a16="http://schemas.microsoft.com/office/drawing/2014/main" id="{C7C21BBB-7DCD-B7A0-6999-47F77C20ED72}"/>
                </a:ext>
              </a:extLst>
            </p:cNvPr>
            <p:cNvSpPr/>
            <p:nvPr/>
          </p:nvSpPr>
          <p:spPr>
            <a:xfrm>
              <a:off x="2049451" y="282029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1" name="Google Shape;9637;p52">
              <a:extLst>
                <a:ext uri="{FF2B5EF4-FFF2-40B4-BE49-F238E27FC236}">
                  <a16:creationId xmlns:a16="http://schemas.microsoft.com/office/drawing/2014/main" id="{8D004C67-86C2-C94B-1E0B-72743560EF6C}"/>
                </a:ext>
              </a:extLst>
            </p:cNvPr>
            <p:cNvSpPr/>
            <p:nvPr/>
          </p:nvSpPr>
          <p:spPr>
            <a:xfrm>
              <a:off x="2048906" y="2766015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2" name="Google Shape;9638;p52">
              <a:extLst>
                <a:ext uri="{FF2B5EF4-FFF2-40B4-BE49-F238E27FC236}">
                  <a16:creationId xmlns:a16="http://schemas.microsoft.com/office/drawing/2014/main" id="{29059B98-5E2A-FF47-E13E-97CE6E7E72D9}"/>
                </a:ext>
              </a:extLst>
            </p:cNvPr>
            <p:cNvSpPr/>
            <p:nvPr/>
          </p:nvSpPr>
          <p:spPr>
            <a:xfrm>
              <a:off x="2049451" y="2766560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3" name="Google Shape;9639;p52">
              <a:extLst>
                <a:ext uri="{FF2B5EF4-FFF2-40B4-BE49-F238E27FC236}">
                  <a16:creationId xmlns:a16="http://schemas.microsoft.com/office/drawing/2014/main" id="{D8C9F7E7-23F7-821A-A5D9-6B7D13BA69CA}"/>
                </a:ext>
              </a:extLst>
            </p:cNvPr>
            <p:cNvSpPr/>
            <p:nvPr/>
          </p:nvSpPr>
          <p:spPr>
            <a:xfrm>
              <a:off x="2048906" y="2712328"/>
              <a:ext cx="54793" cy="54808"/>
            </a:xfrm>
            <a:custGeom>
              <a:avLst/>
              <a:gdLst/>
              <a:ahLst/>
              <a:cxnLst/>
              <a:rect l="l" t="t" r="r" b="b"/>
              <a:pathLst>
                <a:path w="3518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4" name="Google Shape;9640;p52">
              <a:extLst>
                <a:ext uri="{FF2B5EF4-FFF2-40B4-BE49-F238E27FC236}">
                  <a16:creationId xmlns:a16="http://schemas.microsoft.com/office/drawing/2014/main" id="{E19925C1-B5F5-31BA-A0AA-4479AB6A2CE1}"/>
                </a:ext>
              </a:extLst>
            </p:cNvPr>
            <p:cNvSpPr/>
            <p:nvPr/>
          </p:nvSpPr>
          <p:spPr>
            <a:xfrm>
              <a:off x="2048906" y="2658594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5" name="Google Shape;9641;p52">
              <a:extLst>
                <a:ext uri="{FF2B5EF4-FFF2-40B4-BE49-F238E27FC236}">
                  <a16:creationId xmlns:a16="http://schemas.microsoft.com/office/drawing/2014/main" id="{A9F686DA-A3E7-4490-0FF1-50614B4AF067}"/>
                </a:ext>
              </a:extLst>
            </p:cNvPr>
            <p:cNvSpPr/>
            <p:nvPr/>
          </p:nvSpPr>
          <p:spPr>
            <a:xfrm>
              <a:off x="2049451" y="265912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6" name="Google Shape;9642;p52">
              <a:extLst>
                <a:ext uri="{FF2B5EF4-FFF2-40B4-BE49-F238E27FC236}">
                  <a16:creationId xmlns:a16="http://schemas.microsoft.com/office/drawing/2014/main" id="{67802B90-DF10-3124-6FDC-ABC430224386}"/>
                </a:ext>
              </a:extLst>
            </p:cNvPr>
            <p:cNvSpPr/>
            <p:nvPr/>
          </p:nvSpPr>
          <p:spPr>
            <a:xfrm>
              <a:off x="1995157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7" name="Google Shape;9643;p52">
              <a:extLst>
                <a:ext uri="{FF2B5EF4-FFF2-40B4-BE49-F238E27FC236}">
                  <a16:creationId xmlns:a16="http://schemas.microsoft.com/office/drawing/2014/main" id="{CE666DC0-D8A2-55F6-7DB4-98FA983E5CF5}"/>
                </a:ext>
              </a:extLst>
            </p:cNvPr>
            <p:cNvSpPr/>
            <p:nvPr/>
          </p:nvSpPr>
          <p:spPr>
            <a:xfrm>
              <a:off x="1995718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8" name="Google Shape;9644;p52">
              <a:extLst>
                <a:ext uri="{FF2B5EF4-FFF2-40B4-BE49-F238E27FC236}">
                  <a16:creationId xmlns:a16="http://schemas.microsoft.com/office/drawing/2014/main" id="{0B6E2213-31A4-A013-4B84-CC58FF0B392E}"/>
                </a:ext>
              </a:extLst>
            </p:cNvPr>
            <p:cNvSpPr/>
            <p:nvPr/>
          </p:nvSpPr>
          <p:spPr>
            <a:xfrm>
              <a:off x="1995157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9" name="Google Shape;9645;p52">
              <a:extLst>
                <a:ext uri="{FF2B5EF4-FFF2-40B4-BE49-F238E27FC236}">
                  <a16:creationId xmlns:a16="http://schemas.microsoft.com/office/drawing/2014/main" id="{E298C5DD-2C55-EA89-DD20-D8D1634D3A9F}"/>
                </a:ext>
              </a:extLst>
            </p:cNvPr>
            <p:cNvSpPr/>
            <p:nvPr/>
          </p:nvSpPr>
          <p:spPr>
            <a:xfrm>
              <a:off x="1995718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0" name="Google Shape;9646;p52">
              <a:extLst>
                <a:ext uri="{FF2B5EF4-FFF2-40B4-BE49-F238E27FC236}">
                  <a16:creationId xmlns:a16="http://schemas.microsoft.com/office/drawing/2014/main" id="{3D227357-1CDE-3C6D-22C0-DC3B0006BA4C}"/>
                </a:ext>
              </a:extLst>
            </p:cNvPr>
            <p:cNvSpPr/>
            <p:nvPr/>
          </p:nvSpPr>
          <p:spPr>
            <a:xfrm>
              <a:off x="1995157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1" name="Google Shape;9647;p52">
              <a:extLst>
                <a:ext uri="{FF2B5EF4-FFF2-40B4-BE49-F238E27FC236}">
                  <a16:creationId xmlns:a16="http://schemas.microsoft.com/office/drawing/2014/main" id="{F6781C57-4296-1132-828F-1AE2DEB131F2}"/>
                </a:ext>
              </a:extLst>
            </p:cNvPr>
            <p:cNvSpPr/>
            <p:nvPr/>
          </p:nvSpPr>
          <p:spPr>
            <a:xfrm>
              <a:off x="1995157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2" name="Google Shape;9648;p52">
              <a:extLst>
                <a:ext uri="{FF2B5EF4-FFF2-40B4-BE49-F238E27FC236}">
                  <a16:creationId xmlns:a16="http://schemas.microsoft.com/office/drawing/2014/main" id="{4F439C5F-3307-6382-A739-05E2CB3DB8DA}"/>
                </a:ext>
              </a:extLst>
            </p:cNvPr>
            <p:cNvSpPr/>
            <p:nvPr/>
          </p:nvSpPr>
          <p:spPr>
            <a:xfrm>
              <a:off x="1995157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3" name="Google Shape;9649;p52">
              <a:extLst>
                <a:ext uri="{FF2B5EF4-FFF2-40B4-BE49-F238E27FC236}">
                  <a16:creationId xmlns:a16="http://schemas.microsoft.com/office/drawing/2014/main" id="{BEE6FD40-6AA3-74F0-B18F-FD19F5BDED64}"/>
                </a:ext>
              </a:extLst>
            </p:cNvPr>
            <p:cNvSpPr/>
            <p:nvPr/>
          </p:nvSpPr>
          <p:spPr>
            <a:xfrm>
              <a:off x="1995157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4" name="Google Shape;9650;p52">
              <a:extLst>
                <a:ext uri="{FF2B5EF4-FFF2-40B4-BE49-F238E27FC236}">
                  <a16:creationId xmlns:a16="http://schemas.microsoft.com/office/drawing/2014/main" id="{28694493-B3BD-A0C8-5719-D44AF6CAB0AD}"/>
                </a:ext>
              </a:extLst>
            </p:cNvPr>
            <p:cNvSpPr/>
            <p:nvPr/>
          </p:nvSpPr>
          <p:spPr>
            <a:xfrm>
              <a:off x="1995718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5" name="Google Shape;9651;p52">
              <a:extLst>
                <a:ext uri="{FF2B5EF4-FFF2-40B4-BE49-F238E27FC236}">
                  <a16:creationId xmlns:a16="http://schemas.microsoft.com/office/drawing/2014/main" id="{E4BEC0C4-BE4D-56AD-6420-A0538E3BA1DC}"/>
                </a:ext>
              </a:extLst>
            </p:cNvPr>
            <p:cNvSpPr/>
            <p:nvPr/>
          </p:nvSpPr>
          <p:spPr>
            <a:xfrm>
              <a:off x="1995157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6" name="Google Shape;9652;p52">
              <a:extLst>
                <a:ext uri="{FF2B5EF4-FFF2-40B4-BE49-F238E27FC236}">
                  <a16:creationId xmlns:a16="http://schemas.microsoft.com/office/drawing/2014/main" id="{5DAE578E-8B8D-A2CD-FF79-9C833490BEB2}"/>
                </a:ext>
              </a:extLst>
            </p:cNvPr>
            <p:cNvSpPr/>
            <p:nvPr/>
          </p:nvSpPr>
          <p:spPr>
            <a:xfrm>
              <a:off x="1995157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7" name="Google Shape;9653;p52">
              <a:extLst>
                <a:ext uri="{FF2B5EF4-FFF2-40B4-BE49-F238E27FC236}">
                  <a16:creationId xmlns:a16="http://schemas.microsoft.com/office/drawing/2014/main" id="{4118705C-C3ED-9639-F677-2EB3CB0CF9A2}"/>
                </a:ext>
              </a:extLst>
            </p:cNvPr>
            <p:cNvSpPr/>
            <p:nvPr/>
          </p:nvSpPr>
          <p:spPr>
            <a:xfrm>
              <a:off x="1995718" y="2712857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8" name="Google Shape;9654;p52">
              <a:extLst>
                <a:ext uri="{FF2B5EF4-FFF2-40B4-BE49-F238E27FC236}">
                  <a16:creationId xmlns:a16="http://schemas.microsoft.com/office/drawing/2014/main" id="{F8C61097-CE9F-CFD7-E190-E43F4DDF1C21}"/>
                </a:ext>
              </a:extLst>
            </p:cNvPr>
            <p:cNvSpPr/>
            <p:nvPr/>
          </p:nvSpPr>
          <p:spPr>
            <a:xfrm>
              <a:off x="1995157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9" name="Google Shape;9655;p52">
              <a:extLst>
                <a:ext uri="{FF2B5EF4-FFF2-40B4-BE49-F238E27FC236}">
                  <a16:creationId xmlns:a16="http://schemas.microsoft.com/office/drawing/2014/main" id="{0221E2DC-8BB6-176B-BB25-2791BB4392F4}"/>
                </a:ext>
              </a:extLst>
            </p:cNvPr>
            <p:cNvSpPr/>
            <p:nvPr/>
          </p:nvSpPr>
          <p:spPr>
            <a:xfrm>
              <a:off x="1941423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0" name="Google Shape;9656;p52">
              <a:extLst>
                <a:ext uri="{FF2B5EF4-FFF2-40B4-BE49-F238E27FC236}">
                  <a16:creationId xmlns:a16="http://schemas.microsoft.com/office/drawing/2014/main" id="{5F9BE980-810B-A411-DDB8-564864A8993A}"/>
                </a:ext>
              </a:extLst>
            </p:cNvPr>
            <p:cNvSpPr/>
            <p:nvPr/>
          </p:nvSpPr>
          <p:spPr>
            <a:xfrm>
              <a:off x="1941953" y="3142649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1" name="Google Shape;9657;p52">
              <a:extLst>
                <a:ext uri="{FF2B5EF4-FFF2-40B4-BE49-F238E27FC236}">
                  <a16:creationId xmlns:a16="http://schemas.microsoft.com/office/drawing/2014/main" id="{1FB82023-E2D6-E9A7-EB9E-8092755196FE}"/>
                </a:ext>
              </a:extLst>
            </p:cNvPr>
            <p:cNvSpPr/>
            <p:nvPr/>
          </p:nvSpPr>
          <p:spPr>
            <a:xfrm>
              <a:off x="1941423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2" name="Google Shape;9658;p52">
              <a:extLst>
                <a:ext uri="{FF2B5EF4-FFF2-40B4-BE49-F238E27FC236}">
                  <a16:creationId xmlns:a16="http://schemas.microsoft.com/office/drawing/2014/main" id="{19BB94FF-B7E3-B9DA-7CCD-D4CA5D65FA7E}"/>
                </a:ext>
              </a:extLst>
            </p:cNvPr>
            <p:cNvSpPr/>
            <p:nvPr/>
          </p:nvSpPr>
          <p:spPr>
            <a:xfrm>
              <a:off x="1941953" y="3035213"/>
              <a:ext cx="53780" cy="53703"/>
            </a:xfrm>
            <a:custGeom>
              <a:avLst/>
              <a:gdLst/>
              <a:ahLst/>
              <a:cxnLst/>
              <a:rect l="l" t="t" r="r" b="b"/>
              <a:pathLst>
                <a:path w="3453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3" name="Google Shape;9659;p52">
              <a:extLst>
                <a:ext uri="{FF2B5EF4-FFF2-40B4-BE49-F238E27FC236}">
                  <a16:creationId xmlns:a16="http://schemas.microsoft.com/office/drawing/2014/main" id="{15D4AAE2-7EF2-E958-7758-C6DAF826CD09}"/>
                </a:ext>
              </a:extLst>
            </p:cNvPr>
            <p:cNvSpPr/>
            <p:nvPr/>
          </p:nvSpPr>
          <p:spPr>
            <a:xfrm>
              <a:off x="1941423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4" name="Google Shape;9660;p52">
              <a:extLst>
                <a:ext uri="{FF2B5EF4-FFF2-40B4-BE49-F238E27FC236}">
                  <a16:creationId xmlns:a16="http://schemas.microsoft.com/office/drawing/2014/main" id="{D3FE2D33-4437-CA29-40ED-50C8F985F08A}"/>
                </a:ext>
              </a:extLst>
            </p:cNvPr>
            <p:cNvSpPr/>
            <p:nvPr/>
          </p:nvSpPr>
          <p:spPr>
            <a:xfrm>
              <a:off x="1941953" y="2981479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5" name="Google Shape;9661;p52">
              <a:extLst>
                <a:ext uri="{FF2B5EF4-FFF2-40B4-BE49-F238E27FC236}">
                  <a16:creationId xmlns:a16="http://schemas.microsoft.com/office/drawing/2014/main" id="{AD39C284-0C4A-552D-552C-BC93CC2528EA}"/>
                </a:ext>
              </a:extLst>
            </p:cNvPr>
            <p:cNvSpPr/>
            <p:nvPr/>
          </p:nvSpPr>
          <p:spPr>
            <a:xfrm>
              <a:off x="1941423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6" name="Google Shape;9662;p52">
              <a:extLst>
                <a:ext uri="{FF2B5EF4-FFF2-40B4-BE49-F238E27FC236}">
                  <a16:creationId xmlns:a16="http://schemas.microsoft.com/office/drawing/2014/main" id="{0520F740-CBA2-F5E2-6D9F-A04343B6E9C9}"/>
                </a:ext>
              </a:extLst>
            </p:cNvPr>
            <p:cNvSpPr/>
            <p:nvPr/>
          </p:nvSpPr>
          <p:spPr>
            <a:xfrm>
              <a:off x="1941423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7" name="Google Shape;9663;p52">
              <a:extLst>
                <a:ext uri="{FF2B5EF4-FFF2-40B4-BE49-F238E27FC236}">
                  <a16:creationId xmlns:a16="http://schemas.microsoft.com/office/drawing/2014/main" id="{1141EDA7-BBD9-A39B-65E3-2FC1EF5E7FB3}"/>
                </a:ext>
              </a:extLst>
            </p:cNvPr>
            <p:cNvSpPr/>
            <p:nvPr/>
          </p:nvSpPr>
          <p:spPr>
            <a:xfrm>
              <a:off x="1941953" y="2874059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8" name="Google Shape;9664;p52">
              <a:extLst>
                <a:ext uri="{FF2B5EF4-FFF2-40B4-BE49-F238E27FC236}">
                  <a16:creationId xmlns:a16="http://schemas.microsoft.com/office/drawing/2014/main" id="{5F5D728B-0899-6D5A-1320-90D248A96D96}"/>
                </a:ext>
              </a:extLst>
            </p:cNvPr>
            <p:cNvSpPr/>
            <p:nvPr/>
          </p:nvSpPr>
          <p:spPr>
            <a:xfrm>
              <a:off x="1941423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9" name="Google Shape;9665;p52">
              <a:extLst>
                <a:ext uri="{FF2B5EF4-FFF2-40B4-BE49-F238E27FC236}">
                  <a16:creationId xmlns:a16="http://schemas.microsoft.com/office/drawing/2014/main" id="{A09421B5-DEAE-5C6F-55FD-78A21CF28BD8}"/>
                </a:ext>
              </a:extLst>
            </p:cNvPr>
            <p:cNvSpPr/>
            <p:nvPr/>
          </p:nvSpPr>
          <p:spPr>
            <a:xfrm>
              <a:off x="1941953" y="2820294"/>
              <a:ext cx="53780" cy="53780"/>
            </a:xfrm>
            <a:custGeom>
              <a:avLst/>
              <a:gdLst/>
              <a:ahLst/>
              <a:cxnLst/>
              <a:rect l="l" t="t" r="r" b="b"/>
              <a:pathLst>
                <a:path w="3453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0" name="Google Shape;9666;p52">
              <a:extLst>
                <a:ext uri="{FF2B5EF4-FFF2-40B4-BE49-F238E27FC236}">
                  <a16:creationId xmlns:a16="http://schemas.microsoft.com/office/drawing/2014/main" id="{02215C63-BD87-FFAE-D816-2C1B50B25148}"/>
                </a:ext>
              </a:extLst>
            </p:cNvPr>
            <p:cNvSpPr/>
            <p:nvPr/>
          </p:nvSpPr>
          <p:spPr>
            <a:xfrm>
              <a:off x="1941423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1" name="Google Shape;9667;p52">
              <a:extLst>
                <a:ext uri="{FF2B5EF4-FFF2-40B4-BE49-F238E27FC236}">
                  <a16:creationId xmlns:a16="http://schemas.microsoft.com/office/drawing/2014/main" id="{FADAA4C6-119A-6414-6959-1B1084E2F6AF}"/>
                </a:ext>
              </a:extLst>
            </p:cNvPr>
            <p:cNvSpPr/>
            <p:nvPr/>
          </p:nvSpPr>
          <p:spPr>
            <a:xfrm>
              <a:off x="1941423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2" name="Google Shape;9668;p52">
              <a:extLst>
                <a:ext uri="{FF2B5EF4-FFF2-40B4-BE49-F238E27FC236}">
                  <a16:creationId xmlns:a16="http://schemas.microsoft.com/office/drawing/2014/main" id="{90AF3DBF-06B2-B3A8-BA60-8090C5380E9F}"/>
                </a:ext>
              </a:extLst>
            </p:cNvPr>
            <p:cNvSpPr/>
            <p:nvPr/>
          </p:nvSpPr>
          <p:spPr>
            <a:xfrm>
              <a:off x="1941953" y="2712857"/>
              <a:ext cx="53780" cy="53718"/>
            </a:xfrm>
            <a:custGeom>
              <a:avLst/>
              <a:gdLst/>
              <a:ahLst/>
              <a:cxnLst/>
              <a:rect l="l" t="t" r="r" b="b"/>
              <a:pathLst>
                <a:path w="3453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2" y="3448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3" name="Google Shape;9669;p52">
              <a:extLst>
                <a:ext uri="{FF2B5EF4-FFF2-40B4-BE49-F238E27FC236}">
                  <a16:creationId xmlns:a16="http://schemas.microsoft.com/office/drawing/2014/main" id="{FE50396E-3806-93FB-B63F-8BB362E271C8}"/>
                </a:ext>
              </a:extLst>
            </p:cNvPr>
            <p:cNvSpPr/>
            <p:nvPr/>
          </p:nvSpPr>
          <p:spPr>
            <a:xfrm>
              <a:off x="1941423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4" name="Google Shape;9670;p52">
              <a:extLst>
                <a:ext uri="{FF2B5EF4-FFF2-40B4-BE49-F238E27FC236}">
                  <a16:creationId xmlns:a16="http://schemas.microsoft.com/office/drawing/2014/main" id="{75727FC2-4AF7-8208-D8CB-2C6A7AAB4A3F}"/>
                </a:ext>
              </a:extLst>
            </p:cNvPr>
            <p:cNvSpPr/>
            <p:nvPr/>
          </p:nvSpPr>
          <p:spPr>
            <a:xfrm>
              <a:off x="1887752" y="314212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5" name="Google Shape;9671;p52">
              <a:extLst>
                <a:ext uri="{FF2B5EF4-FFF2-40B4-BE49-F238E27FC236}">
                  <a16:creationId xmlns:a16="http://schemas.microsoft.com/office/drawing/2014/main" id="{FDCAEC10-E627-4C37-D5E9-4572E4854123}"/>
                </a:ext>
              </a:extLst>
            </p:cNvPr>
            <p:cNvSpPr/>
            <p:nvPr/>
          </p:nvSpPr>
          <p:spPr>
            <a:xfrm>
              <a:off x="1887752" y="3034684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6" name="Google Shape;9672;p52">
              <a:extLst>
                <a:ext uri="{FF2B5EF4-FFF2-40B4-BE49-F238E27FC236}">
                  <a16:creationId xmlns:a16="http://schemas.microsoft.com/office/drawing/2014/main" id="{5B9E1374-EBA5-B617-56B1-90A110330B86}"/>
                </a:ext>
              </a:extLst>
            </p:cNvPr>
            <p:cNvSpPr/>
            <p:nvPr/>
          </p:nvSpPr>
          <p:spPr>
            <a:xfrm>
              <a:off x="1888281" y="3035213"/>
              <a:ext cx="53687" cy="53703"/>
            </a:xfrm>
            <a:custGeom>
              <a:avLst/>
              <a:gdLst/>
              <a:ahLst/>
              <a:cxnLst/>
              <a:rect l="l" t="t" r="r" b="b"/>
              <a:pathLst>
                <a:path w="3447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47" y="3447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7" name="Google Shape;9673;p52">
              <a:extLst>
                <a:ext uri="{FF2B5EF4-FFF2-40B4-BE49-F238E27FC236}">
                  <a16:creationId xmlns:a16="http://schemas.microsoft.com/office/drawing/2014/main" id="{765F91B7-9058-14A7-5E8F-DA5FA44BAD1B}"/>
                </a:ext>
              </a:extLst>
            </p:cNvPr>
            <p:cNvSpPr/>
            <p:nvPr/>
          </p:nvSpPr>
          <p:spPr>
            <a:xfrm>
              <a:off x="1887752" y="2980919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8" name="Google Shape;9674;p52">
              <a:extLst>
                <a:ext uri="{FF2B5EF4-FFF2-40B4-BE49-F238E27FC236}">
                  <a16:creationId xmlns:a16="http://schemas.microsoft.com/office/drawing/2014/main" id="{2126C80C-B083-4AC1-6EEA-52542ACC316A}"/>
                </a:ext>
              </a:extLst>
            </p:cNvPr>
            <p:cNvSpPr/>
            <p:nvPr/>
          </p:nvSpPr>
          <p:spPr>
            <a:xfrm>
              <a:off x="1888281" y="2981479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47" y="3451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9" name="Google Shape;9675;p52">
              <a:extLst>
                <a:ext uri="{FF2B5EF4-FFF2-40B4-BE49-F238E27FC236}">
                  <a16:creationId xmlns:a16="http://schemas.microsoft.com/office/drawing/2014/main" id="{68B15751-7B45-760A-15E3-874939B8F920}"/>
                </a:ext>
              </a:extLst>
            </p:cNvPr>
            <p:cNvSpPr/>
            <p:nvPr/>
          </p:nvSpPr>
          <p:spPr>
            <a:xfrm>
              <a:off x="1887752" y="292718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0" name="Google Shape;9676;p52">
              <a:extLst>
                <a:ext uri="{FF2B5EF4-FFF2-40B4-BE49-F238E27FC236}">
                  <a16:creationId xmlns:a16="http://schemas.microsoft.com/office/drawing/2014/main" id="{30A931FA-9F6A-A4C0-4495-7A9792004429}"/>
                </a:ext>
              </a:extLst>
            </p:cNvPr>
            <p:cNvSpPr/>
            <p:nvPr/>
          </p:nvSpPr>
          <p:spPr>
            <a:xfrm>
              <a:off x="1888281" y="2927730"/>
              <a:ext cx="53687" cy="53765"/>
            </a:xfrm>
            <a:custGeom>
              <a:avLst/>
              <a:gdLst/>
              <a:ahLst/>
              <a:cxnLst/>
              <a:rect l="l" t="t" r="r" b="b"/>
              <a:pathLst>
                <a:path w="3447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7" y="3452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1" name="Google Shape;9677;p52">
              <a:extLst>
                <a:ext uri="{FF2B5EF4-FFF2-40B4-BE49-F238E27FC236}">
                  <a16:creationId xmlns:a16="http://schemas.microsoft.com/office/drawing/2014/main" id="{2B43104F-AE4E-A8CF-C209-B3ED8CF8C255}"/>
                </a:ext>
              </a:extLst>
            </p:cNvPr>
            <p:cNvSpPr/>
            <p:nvPr/>
          </p:nvSpPr>
          <p:spPr>
            <a:xfrm>
              <a:off x="1887752" y="2873498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2" name="Google Shape;9678;p52">
              <a:extLst>
                <a:ext uri="{FF2B5EF4-FFF2-40B4-BE49-F238E27FC236}">
                  <a16:creationId xmlns:a16="http://schemas.microsoft.com/office/drawing/2014/main" id="{B3FC3ACC-4BFB-3443-2376-1AA7A8C9FA8D}"/>
                </a:ext>
              </a:extLst>
            </p:cNvPr>
            <p:cNvSpPr/>
            <p:nvPr/>
          </p:nvSpPr>
          <p:spPr>
            <a:xfrm>
              <a:off x="1888281" y="2874059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47" y="3446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3" name="Google Shape;9679;p52">
              <a:extLst>
                <a:ext uri="{FF2B5EF4-FFF2-40B4-BE49-F238E27FC236}">
                  <a16:creationId xmlns:a16="http://schemas.microsoft.com/office/drawing/2014/main" id="{4C52FA30-57C2-71DE-A1F2-8A9A8A5A7C16}"/>
                </a:ext>
              </a:extLst>
            </p:cNvPr>
            <p:cNvSpPr/>
            <p:nvPr/>
          </p:nvSpPr>
          <p:spPr>
            <a:xfrm>
              <a:off x="1887752" y="281976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6" y="3520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4" name="Google Shape;9680;p52">
              <a:extLst>
                <a:ext uri="{FF2B5EF4-FFF2-40B4-BE49-F238E27FC236}">
                  <a16:creationId xmlns:a16="http://schemas.microsoft.com/office/drawing/2014/main" id="{DEFC54D6-8D6C-51AD-0E67-3C7B87F43489}"/>
                </a:ext>
              </a:extLst>
            </p:cNvPr>
            <p:cNvSpPr/>
            <p:nvPr/>
          </p:nvSpPr>
          <p:spPr>
            <a:xfrm>
              <a:off x="1888281" y="2820294"/>
              <a:ext cx="53687" cy="53780"/>
            </a:xfrm>
            <a:custGeom>
              <a:avLst/>
              <a:gdLst/>
              <a:ahLst/>
              <a:cxnLst/>
              <a:rect l="l" t="t" r="r" b="b"/>
              <a:pathLst>
                <a:path w="3447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7" y="3452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5" name="Google Shape;9681;p52">
              <a:extLst>
                <a:ext uri="{FF2B5EF4-FFF2-40B4-BE49-F238E27FC236}">
                  <a16:creationId xmlns:a16="http://schemas.microsoft.com/office/drawing/2014/main" id="{32D81436-7C09-719F-9304-FE45F1F4D518}"/>
                </a:ext>
              </a:extLst>
            </p:cNvPr>
            <p:cNvSpPr/>
            <p:nvPr/>
          </p:nvSpPr>
          <p:spPr>
            <a:xfrm>
              <a:off x="1887752" y="276601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6" name="Google Shape;9682;p52">
              <a:extLst>
                <a:ext uri="{FF2B5EF4-FFF2-40B4-BE49-F238E27FC236}">
                  <a16:creationId xmlns:a16="http://schemas.microsoft.com/office/drawing/2014/main" id="{61AA4B15-A229-A273-4E80-4F6AA2A48508}"/>
                </a:ext>
              </a:extLst>
            </p:cNvPr>
            <p:cNvSpPr/>
            <p:nvPr/>
          </p:nvSpPr>
          <p:spPr>
            <a:xfrm>
              <a:off x="1887752" y="2712328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27" name="Google Shape;9683;p52">
              <a:extLst>
                <a:ext uri="{FF2B5EF4-FFF2-40B4-BE49-F238E27FC236}">
                  <a16:creationId xmlns:a16="http://schemas.microsoft.com/office/drawing/2014/main" id="{098CED77-09BE-1E59-9836-20E88E2138F0}"/>
                </a:ext>
              </a:extLst>
            </p:cNvPr>
            <p:cNvGrpSpPr/>
            <p:nvPr/>
          </p:nvGrpSpPr>
          <p:grpSpPr>
            <a:xfrm>
              <a:off x="1833987" y="2604860"/>
              <a:ext cx="1182999" cy="699504"/>
              <a:chOff x="1833987" y="2604860"/>
              <a:chExt cx="1182999" cy="699504"/>
            </a:xfrm>
          </p:grpSpPr>
          <p:sp>
            <p:nvSpPr>
              <p:cNvPr id="7528" name="Google Shape;9684;p52">
                <a:extLst>
                  <a:ext uri="{FF2B5EF4-FFF2-40B4-BE49-F238E27FC236}">
                    <a16:creationId xmlns:a16="http://schemas.microsoft.com/office/drawing/2014/main" id="{46372EC7-19D4-F434-A900-862CDD1D1FA3}"/>
                  </a:ext>
                </a:extLst>
              </p:cNvPr>
              <p:cNvSpPr/>
              <p:nvPr/>
            </p:nvSpPr>
            <p:spPr>
              <a:xfrm>
                <a:off x="2962178" y="3088355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9" name="Google Shape;9685;p52">
                <a:extLst>
                  <a:ext uri="{FF2B5EF4-FFF2-40B4-BE49-F238E27FC236}">
                    <a16:creationId xmlns:a16="http://schemas.microsoft.com/office/drawing/2014/main" id="{59CC4D34-7D5B-EE9A-2C3C-AA0912510282}"/>
                  </a:ext>
                </a:extLst>
              </p:cNvPr>
              <p:cNvSpPr/>
              <p:nvPr/>
            </p:nvSpPr>
            <p:spPr>
              <a:xfrm>
                <a:off x="2962738" y="308890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0" name="Google Shape;9686;p52">
                <a:extLst>
                  <a:ext uri="{FF2B5EF4-FFF2-40B4-BE49-F238E27FC236}">
                    <a16:creationId xmlns:a16="http://schemas.microsoft.com/office/drawing/2014/main" id="{06091DAE-57B6-7C20-4B4E-1528A684E7F0}"/>
                  </a:ext>
                </a:extLst>
              </p:cNvPr>
              <p:cNvSpPr/>
              <p:nvPr/>
            </p:nvSpPr>
            <p:spPr>
              <a:xfrm>
                <a:off x="2962178" y="3034684"/>
                <a:ext cx="54808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18" y="3517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1" name="Google Shape;9687;p52">
                <a:extLst>
                  <a:ext uri="{FF2B5EF4-FFF2-40B4-BE49-F238E27FC236}">
                    <a16:creationId xmlns:a16="http://schemas.microsoft.com/office/drawing/2014/main" id="{6D0AF274-61C3-5E0F-355D-E1E7E5B65952}"/>
                  </a:ext>
                </a:extLst>
              </p:cNvPr>
              <p:cNvSpPr/>
              <p:nvPr/>
            </p:nvSpPr>
            <p:spPr>
              <a:xfrm>
                <a:off x="2962738" y="3035213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2" name="Google Shape;9688;p52">
                <a:extLst>
                  <a:ext uri="{FF2B5EF4-FFF2-40B4-BE49-F238E27FC236}">
                    <a16:creationId xmlns:a16="http://schemas.microsoft.com/office/drawing/2014/main" id="{490F44D4-69D4-3F89-6DC0-23F23E86483D}"/>
                  </a:ext>
                </a:extLst>
              </p:cNvPr>
              <p:cNvSpPr/>
              <p:nvPr/>
            </p:nvSpPr>
            <p:spPr>
              <a:xfrm>
                <a:off x="2962178" y="2980919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3" name="Google Shape;9689;p52">
                <a:extLst>
                  <a:ext uri="{FF2B5EF4-FFF2-40B4-BE49-F238E27FC236}">
                    <a16:creationId xmlns:a16="http://schemas.microsoft.com/office/drawing/2014/main" id="{D7487B6A-8B35-DB05-A2F7-55A665BD633D}"/>
                  </a:ext>
                </a:extLst>
              </p:cNvPr>
              <p:cNvSpPr/>
              <p:nvPr/>
            </p:nvSpPr>
            <p:spPr>
              <a:xfrm>
                <a:off x="2962738" y="2981479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4" name="Google Shape;9690;p52">
                <a:extLst>
                  <a:ext uri="{FF2B5EF4-FFF2-40B4-BE49-F238E27FC236}">
                    <a16:creationId xmlns:a16="http://schemas.microsoft.com/office/drawing/2014/main" id="{4357DCF0-74C1-3245-F183-23B9F57AA7FE}"/>
                  </a:ext>
                </a:extLst>
              </p:cNvPr>
              <p:cNvSpPr/>
              <p:nvPr/>
            </p:nvSpPr>
            <p:spPr>
              <a:xfrm>
                <a:off x="2962178" y="2927185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5" name="Google Shape;9691;p52">
                <a:extLst>
                  <a:ext uri="{FF2B5EF4-FFF2-40B4-BE49-F238E27FC236}">
                    <a16:creationId xmlns:a16="http://schemas.microsoft.com/office/drawing/2014/main" id="{BAFB02C6-FC3B-06D1-4CC7-1B6ABB6C0142}"/>
                  </a:ext>
                </a:extLst>
              </p:cNvPr>
              <p:cNvSpPr/>
              <p:nvPr/>
            </p:nvSpPr>
            <p:spPr>
              <a:xfrm>
                <a:off x="2962738" y="292773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6" name="Google Shape;9692;p52">
                <a:extLst>
                  <a:ext uri="{FF2B5EF4-FFF2-40B4-BE49-F238E27FC236}">
                    <a16:creationId xmlns:a16="http://schemas.microsoft.com/office/drawing/2014/main" id="{71C58ADA-C200-709C-5CB0-E8586D4DC714}"/>
                  </a:ext>
                </a:extLst>
              </p:cNvPr>
              <p:cNvSpPr/>
              <p:nvPr/>
            </p:nvSpPr>
            <p:spPr>
              <a:xfrm>
                <a:off x="2962178" y="2873498"/>
                <a:ext cx="54808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18" y="3518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7" name="Google Shape;9693;p52">
                <a:extLst>
                  <a:ext uri="{FF2B5EF4-FFF2-40B4-BE49-F238E27FC236}">
                    <a16:creationId xmlns:a16="http://schemas.microsoft.com/office/drawing/2014/main" id="{9F8E52AF-C4C6-15EC-ADB7-3276A16ECA79}"/>
                  </a:ext>
                </a:extLst>
              </p:cNvPr>
              <p:cNvSpPr/>
              <p:nvPr/>
            </p:nvSpPr>
            <p:spPr>
              <a:xfrm>
                <a:off x="2962738" y="2874059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0" y="0"/>
                    </a:moveTo>
                    <a:lnTo>
                      <a:pt x="0" y="3446"/>
                    </a:lnTo>
                    <a:lnTo>
                      <a:pt x="3447" y="3446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8" name="Google Shape;9694;p52">
                <a:extLst>
                  <a:ext uri="{FF2B5EF4-FFF2-40B4-BE49-F238E27FC236}">
                    <a16:creationId xmlns:a16="http://schemas.microsoft.com/office/drawing/2014/main" id="{A06AED7F-6B3E-0640-E599-887D5326CDFC}"/>
                  </a:ext>
                </a:extLst>
              </p:cNvPr>
              <p:cNvSpPr/>
              <p:nvPr/>
            </p:nvSpPr>
            <p:spPr>
              <a:xfrm>
                <a:off x="2962178" y="2819764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18" y="3520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9" name="Google Shape;9695;p52">
                <a:extLst>
                  <a:ext uri="{FF2B5EF4-FFF2-40B4-BE49-F238E27FC236}">
                    <a16:creationId xmlns:a16="http://schemas.microsoft.com/office/drawing/2014/main" id="{06C88875-7ABB-7044-9BC0-7E3E398908CB}"/>
                  </a:ext>
                </a:extLst>
              </p:cNvPr>
              <p:cNvSpPr/>
              <p:nvPr/>
            </p:nvSpPr>
            <p:spPr>
              <a:xfrm>
                <a:off x="2962738" y="2820294"/>
                <a:ext cx="53687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7" y="3452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0" name="Google Shape;9696;p52">
                <a:extLst>
                  <a:ext uri="{FF2B5EF4-FFF2-40B4-BE49-F238E27FC236}">
                    <a16:creationId xmlns:a16="http://schemas.microsoft.com/office/drawing/2014/main" id="{5E515666-0C19-AE17-55FB-9B0A3B61AC2E}"/>
                  </a:ext>
                </a:extLst>
              </p:cNvPr>
              <p:cNvSpPr/>
              <p:nvPr/>
            </p:nvSpPr>
            <p:spPr>
              <a:xfrm>
                <a:off x="2962178" y="2766015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1" name="Google Shape;9697;p52">
                <a:extLst>
                  <a:ext uri="{FF2B5EF4-FFF2-40B4-BE49-F238E27FC236}">
                    <a16:creationId xmlns:a16="http://schemas.microsoft.com/office/drawing/2014/main" id="{C43C99BB-C3E5-AE59-54F4-AADC3F6EAE30}"/>
                  </a:ext>
                </a:extLst>
              </p:cNvPr>
              <p:cNvSpPr/>
              <p:nvPr/>
            </p:nvSpPr>
            <p:spPr>
              <a:xfrm>
                <a:off x="2962738" y="2766560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2" name="Google Shape;9698;p52">
                <a:extLst>
                  <a:ext uri="{FF2B5EF4-FFF2-40B4-BE49-F238E27FC236}">
                    <a16:creationId xmlns:a16="http://schemas.microsoft.com/office/drawing/2014/main" id="{CF118539-DE6A-9338-D016-00B674539965}"/>
                  </a:ext>
                </a:extLst>
              </p:cNvPr>
              <p:cNvSpPr/>
              <p:nvPr/>
            </p:nvSpPr>
            <p:spPr>
              <a:xfrm>
                <a:off x="2908444" y="314212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3" name="Google Shape;9699;p52">
                <a:extLst>
                  <a:ext uri="{FF2B5EF4-FFF2-40B4-BE49-F238E27FC236}">
                    <a16:creationId xmlns:a16="http://schemas.microsoft.com/office/drawing/2014/main" id="{0F6E0DAC-7BDE-1928-6FE7-1830D4FEDF25}"/>
                  </a:ext>
                </a:extLst>
              </p:cNvPr>
              <p:cNvSpPr/>
              <p:nvPr/>
            </p:nvSpPr>
            <p:spPr>
              <a:xfrm>
                <a:off x="2908973" y="3142649"/>
                <a:ext cx="53780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4" name="Google Shape;9700;p52">
                <a:extLst>
                  <a:ext uri="{FF2B5EF4-FFF2-40B4-BE49-F238E27FC236}">
                    <a16:creationId xmlns:a16="http://schemas.microsoft.com/office/drawing/2014/main" id="{E8CB5DA5-5F12-CAF1-A372-1D4F81C74427}"/>
                  </a:ext>
                </a:extLst>
              </p:cNvPr>
              <p:cNvSpPr/>
              <p:nvPr/>
            </p:nvSpPr>
            <p:spPr>
              <a:xfrm>
                <a:off x="2908973" y="3088900"/>
                <a:ext cx="53780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5" name="Google Shape;9701;p52">
                <a:extLst>
                  <a:ext uri="{FF2B5EF4-FFF2-40B4-BE49-F238E27FC236}">
                    <a16:creationId xmlns:a16="http://schemas.microsoft.com/office/drawing/2014/main" id="{92880C23-151B-5B89-AAAF-964E895088F5}"/>
                  </a:ext>
                </a:extLst>
              </p:cNvPr>
              <p:cNvSpPr/>
              <p:nvPr/>
            </p:nvSpPr>
            <p:spPr>
              <a:xfrm>
                <a:off x="2908444" y="276601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6" name="Google Shape;9702;p52">
                <a:extLst>
                  <a:ext uri="{FF2B5EF4-FFF2-40B4-BE49-F238E27FC236}">
                    <a16:creationId xmlns:a16="http://schemas.microsoft.com/office/drawing/2014/main" id="{B11FD9E3-E5AC-8C19-A2EC-FC0A6928C8FC}"/>
                  </a:ext>
                </a:extLst>
              </p:cNvPr>
              <p:cNvSpPr/>
              <p:nvPr/>
            </p:nvSpPr>
            <p:spPr>
              <a:xfrm>
                <a:off x="2908973" y="2766560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7" name="Google Shape;9703;p52">
                <a:extLst>
                  <a:ext uri="{FF2B5EF4-FFF2-40B4-BE49-F238E27FC236}">
                    <a16:creationId xmlns:a16="http://schemas.microsoft.com/office/drawing/2014/main" id="{F1FA8CA9-F358-1D32-CF95-93F7AA4FF072}"/>
                  </a:ext>
                </a:extLst>
              </p:cNvPr>
              <p:cNvSpPr/>
              <p:nvPr/>
            </p:nvSpPr>
            <p:spPr>
              <a:xfrm>
                <a:off x="2908444" y="2712328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8" name="Google Shape;9704;p52">
                <a:extLst>
                  <a:ext uri="{FF2B5EF4-FFF2-40B4-BE49-F238E27FC236}">
                    <a16:creationId xmlns:a16="http://schemas.microsoft.com/office/drawing/2014/main" id="{B6A82227-78CE-0590-4651-9DC18F4502A3}"/>
                  </a:ext>
                </a:extLst>
              </p:cNvPr>
              <p:cNvSpPr/>
              <p:nvPr/>
            </p:nvSpPr>
            <p:spPr>
              <a:xfrm>
                <a:off x="2908973" y="2712857"/>
                <a:ext cx="53780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9" name="Google Shape;9705;p52">
                <a:extLst>
                  <a:ext uri="{FF2B5EF4-FFF2-40B4-BE49-F238E27FC236}">
                    <a16:creationId xmlns:a16="http://schemas.microsoft.com/office/drawing/2014/main" id="{375ED890-3C6C-823B-8325-5D4877CC7651}"/>
                  </a:ext>
                </a:extLst>
              </p:cNvPr>
              <p:cNvSpPr/>
              <p:nvPr/>
            </p:nvSpPr>
            <p:spPr>
              <a:xfrm>
                <a:off x="2854710" y="319579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0" name="Google Shape;9706;p52">
                <a:extLst>
                  <a:ext uri="{FF2B5EF4-FFF2-40B4-BE49-F238E27FC236}">
                    <a16:creationId xmlns:a16="http://schemas.microsoft.com/office/drawing/2014/main" id="{331FC2C6-4191-E0B6-8C28-714EF500A46C}"/>
                  </a:ext>
                </a:extLst>
              </p:cNvPr>
              <p:cNvSpPr/>
              <p:nvPr/>
            </p:nvSpPr>
            <p:spPr>
              <a:xfrm>
                <a:off x="2855240" y="3196321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1" name="Google Shape;9707;p52">
                <a:extLst>
                  <a:ext uri="{FF2B5EF4-FFF2-40B4-BE49-F238E27FC236}">
                    <a16:creationId xmlns:a16="http://schemas.microsoft.com/office/drawing/2014/main" id="{23B6C18F-EB5C-8643-A8FB-C4B656B4B1C2}"/>
                  </a:ext>
                </a:extLst>
              </p:cNvPr>
              <p:cNvSpPr/>
              <p:nvPr/>
            </p:nvSpPr>
            <p:spPr>
              <a:xfrm>
                <a:off x="2855240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2" name="Google Shape;9708;p52">
                <a:extLst>
                  <a:ext uri="{FF2B5EF4-FFF2-40B4-BE49-F238E27FC236}">
                    <a16:creationId xmlns:a16="http://schemas.microsoft.com/office/drawing/2014/main" id="{03E7B02D-B4EE-02FB-CD17-A5D6740B0079}"/>
                  </a:ext>
                </a:extLst>
              </p:cNvPr>
              <p:cNvSpPr/>
              <p:nvPr/>
            </p:nvSpPr>
            <p:spPr>
              <a:xfrm>
                <a:off x="2855240" y="292773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3" name="Google Shape;9709;p52">
                <a:extLst>
                  <a:ext uri="{FF2B5EF4-FFF2-40B4-BE49-F238E27FC236}">
                    <a16:creationId xmlns:a16="http://schemas.microsoft.com/office/drawing/2014/main" id="{98D746E4-E5F3-79B7-2BCB-56573FE48A17}"/>
                  </a:ext>
                </a:extLst>
              </p:cNvPr>
              <p:cNvSpPr/>
              <p:nvPr/>
            </p:nvSpPr>
            <p:spPr>
              <a:xfrm>
                <a:off x="2855240" y="276656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4" name="Google Shape;9710;p52">
                <a:extLst>
                  <a:ext uri="{FF2B5EF4-FFF2-40B4-BE49-F238E27FC236}">
                    <a16:creationId xmlns:a16="http://schemas.microsoft.com/office/drawing/2014/main" id="{6F55C765-24E2-A3E6-6CEF-BDB8AC55ABCC}"/>
                  </a:ext>
                </a:extLst>
              </p:cNvPr>
              <p:cNvSpPr/>
              <p:nvPr/>
            </p:nvSpPr>
            <p:spPr>
              <a:xfrm>
                <a:off x="2854710" y="2658594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5" name="Google Shape;9711;p52">
                <a:extLst>
                  <a:ext uri="{FF2B5EF4-FFF2-40B4-BE49-F238E27FC236}">
                    <a16:creationId xmlns:a16="http://schemas.microsoft.com/office/drawing/2014/main" id="{66E1126A-9294-0945-A2B5-BCC630659EE7}"/>
                  </a:ext>
                </a:extLst>
              </p:cNvPr>
              <p:cNvSpPr/>
              <p:nvPr/>
            </p:nvSpPr>
            <p:spPr>
              <a:xfrm>
                <a:off x="2855240" y="2659124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6" name="Google Shape;9712;p52">
                <a:extLst>
                  <a:ext uri="{FF2B5EF4-FFF2-40B4-BE49-F238E27FC236}">
                    <a16:creationId xmlns:a16="http://schemas.microsoft.com/office/drawing/2014/main" id="{86A88207-087C-A495-45B5-94461F852A04}"/>
                  </a:ext>
                </a:extLst>
              </p:cNvPr>
              <p:cNvSpPr/>
              <p:nvPr/>
            </p:nvSpPr>
            <p:spPr>
              <a:xfrm>
                <a:off x="2801007" y="3195791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19" y="3521"/>
                    </a:lnTo>
                    <a:lnTo>
                      <a:pt x="3519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7" name="Google Shape;9713;p52">
                <a:extLst>
                  <a:ext uri="{FF2B5EF4-FFF2-40B4-BE49-F238E27FC236}">
                    <a16:creationId xmlns:a16="http://schemas.microsoft.com/office/drawing/2014/main" id="{D0C9CDDB-0C0B-0AE5-106C-E1F25B4A7596}"/>
                  </a:ext>
                </a:extLst>
              </p:cNvPr>
              <p:cNvSpPr/>
              <p:nvPr/>
            </p:nvSpPr>
            <p:spPr>
              <a:xfrm>
                <a:off x="2801568" y="3196321"/>
                <a:ext cx="53687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8" name="Google Shape;9714;p52">
                <a:extLst>
                  <a:ext uri="{FF2B5EF4-FFF2-40B4-BE49-F238E27FC236}">
                    <a16:creationId xmlns:a16="http://schemas.microsoft.com/office/drawing/2014/main" id="{A8199FCF-61B5-4F7C-F4D7-898FB7513E8A}"/>
                  </a:ext>
                </a:extLst>
              </p:cNvPr>
              <p:cNvSpPr/>
              <p:nvPr/>
            </p:nvSpPr>
            <p:spPr>
              <a:xfrm>
                <a:off x="2801568" y="308890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9" name="Google Shape;9715;p52">
                <a:extLst>
                  <a:ext uri="{FF2B5EF4-FFF2-40B4-BE49-F238E27FC236}">
                    <a16:creationId xmlns:a16="http://schemas.microsoft.com/office/drawing/2014/main" id="{2916AF39-0934-1A9F-8A07-CE88E4BE5E1D}"/>
                  </a:ext>
                </a:extLst>
              </p:cNvPr>
              <p:cNvSpPr/>
              <p:nvPr/>
            </p:nvSpPr>
            <p:spPr>
              <a:xfrm>
                <a:off x="2801568" y="2981479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0" name="Google Shape;9716;p52">
                <a:extLst>
                  <a:ext uri="{FF2B5EF4-FFF2-40B4-BE49-F238E27FC236}">
                    <a16:creationId xmlns:a16="http://schemas.microsoft.com/office/drawing/2014/main" id="{C729B05A-0C4F-7DAC-0414-AE1B04D1433D}"/>
                  </a:ext>
                </a:extLst>
              </p:cNvPr>
              <p:cNvSpPr/>
              <p:nvPr/>
            </p:nvSpPr>
            <p:spPr>
              <a:xfrm>
                <a:off x="2801568" y="2874059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47" y="3446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1" name="Google Shape;9717;p52">
                <a:extLst>
                  <a:ext uri="{FF2B5EF4-FFF2-40B4-BE49-F238E27FC236}">
                    <a16:creationId xmlns:a16="http://schemas.microsoft.com/office/drawing/2014/main" id="{16BC76D0-E04F-C58D-4D2E-EA9189EA1EB5}"/>
                  </a:ext>
                </a:extLst>
              </p:cNvPr>
              <p:cNvSpPr/>
              <p:nvPr/>
            </p:nvSpPr>
            <p:spPr>
              <a:xfrm>
                <a:off x="2801568" y="2766560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2" name="Google Shape;9718;p52">
                <a:extLst>
                  <a:ext uri="{FF2B5EF4-FFF2-40B4-BE49-F238E27FC236}">
                    <a16:creationId xmlns:a16="http://schemas.microsoft.com/office/drawing/2014/main" id="{7162FE30-F7F8-5E15-A6C2-D507BF4AAC3A}"/>
                  </a:ext>
                </a:extLst>
              </p:cNvPr>
              <p:cNvSpPr/>
              <p:nvPr/>
            </p:nvSpPr>
            <p:spPr>
              <a:xfrm>
                <a:off x="2801007" y="2658594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19" y="3521"/>
                    </a:lnTo>
                    <a:lnTo>
                      <a:pt x="3519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3" name="Google Shape;9719;p52">
                <a:extLst>
                  <a:ext uri="{FF2B5EF4-FFF2-40B4-BE49-F238E27FC236}">
                    <a16:creationId xmlns:a16="http://schemas.microsoft.com/office/drawing/2014/main" id="{2E8273A0-2A76-9340-C73C-2377EB6F5604}"/>
                  </a:ext>
                </a:extLst>
              </p:cNvPr>
              <p:cNvSpPr/>
              <p:nvPr/>
            </p:nvSpPr>
            <p:spPr>
              <a:xfrm>
                <a:off x="2801568" y="2659124"/>
                <a:ext cx="53687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4" name="Google Shape;9720;p52">
                <a:extLst>
                  <a:ext uri="{FF2B5EF4-FFF2-40B4-BE49-F238E27FC236}">
                    <a16:creationId xmlns:a16="http://schemas.microsoft.com/office/drawing/2014/main" id="{1A26C8DB-5671-B663-6834-AA05CACC9D8C}"/>
                  </a:ext>
                </a:extLst>
              </p:cNvPr>
              <p:cNvSpPr/>
              <p:nvPr/>
            </p:nvSpPr>
            <p:spPr>
              <a:xfrm>
                <a:off x="2747274" y="3249541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5" name="Google Shape;9721;p52">
                <a:extLst>
                  <a:ext uri="{FF2B5EF4-FFF2-40B4-BE49-F238E27FC236}">
                    <a16:creationId xmlns:a16="http://schemas.microsoft.com/office/drawing/2014/main" id="{EE4AC734-8EC0-02A5-B376-85E283B2D19F}"/>
                  </a:ext>
                </a:extLst>
              </p:cNvPr>
              <p:cNvSpPr/>
              <p:nvPr/>
            </p:nvSpPr>
            <p:spPr>
              <a:xfrm>
                <a:off x="2747819" y="325008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6" name="Google Shape;9722;p52">
                <a:extLst>
                  <a:ext uri="{FF2B5EF4-FFF2-40B4-BE49-F238E27FC236}">
                    <a16:creationId xmlns:a16="http://schemas.microsoft.com/office/drawing/2014/main" id="{AB828613-DBD8-7718-5D12-A1A8711EACBE}"/>
                  </a:ext>
                </a:extLst>
              </p:cNvPr>
              <p:cNvSpPr/>
              <p:nvPr/>
            </p:nvSpPr>
            <p:spPr>
              <a:xfrm>
                <a:off x="2747819" y="3142649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7" name="Google Shape;9723;p52">
                <a:extLst>
                  <a:ext uri="{FF2B5EF4-FFF2-40B4-BE49-F238E27FC236}">
                    <a16:creationId xmlns:a16="http://schemas.microsoft.com/office/drawing/2014/main" id="{25C4791E-6D1E-4264-2B11-9D7DC5B2431D}"/>
                  </a:ext>
                </a:extLst>
              </p:cNvPr>
              <p:cNvSpPr/>
              <p:nvPr/>
            </p:nvSpPr>
            <p:spPr>
              <a:xfrm>
                <a:off x="2747819" y="2927730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8" name="Google Shape;9724;p52">
                <a:extLst>
                  <a:ext uri="{FF2B5EF4-FFF2-40B4-BE49-F238E27FC236}">
                    <a16:creationId xmlns:a16="http://schemas.microsoft.com/office/drawing/2014/main" id="{C94ACDBE-7BD3-4880-6527-4B01DFD83BB3}"/>
                  </a:ext>
                </a:extLst>
              </p:cNvPr>
              <p:cNvSpPr/>
              <p:nvPr/>
            </p:nvSpPr>
            <p:spPr>
              <a:xfrm>
                <a:off x="2747819" y="2712857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9" name="Google Shape;9725;p52">
                <a:extLst>
                  <a:ext uri="{FF2B5EF4-FFF2-40B4-BE49-F238E27FC236}">
                    <a16:creationId xmlns:a16="http://schemas.microsoft.com/office/drawing/2014/main" id="{8F5D0ECB-D48D-3EE9-34FF-DF038D1F40B5}"/>
                  </a:ext>
                </a:extLst>
              </p:cNvPr>
              <p:cNvSpPr/>
              <p:nvPr/>
            </p:nvSpPr>
            <p:spPr>
              <a:xfrm>
                <a:off x="2747274" y="2604860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0" name="Google Shape;9726;p52">
                <a:extLst>
                  <a:ext uri="{FF2B5EF4-FFF2-40B4-BE49-F238E27FC236}">
                    <a16:creationId xmlns:a16="http://schemas.microsoft.com/office/drawing/2014/main" id="{56161233-4D2E-63AB-5A95-A23223185BA5}"/>
                  </a:ext>
                </a:extLst>
              </p:cNvPr>
              <p:cNvSpPr/>
              <p:nvPr/>
            </p:nvSpPr>
            <p:spPr>
              <a:xfrm>
                <a:off x="2747819" y="2605390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1" name="Google Shape;9727;p52">
                <a:extLst>
                  <a:ext uri="{FF2B5EF4-FFF2-40B4-BE49-F238E27FC236}">
                    <a16:creationId xmlns:a16="http://schemas.microsoft.com/office/drawing/2014/main" id="{353487E3-50A4-62E4-5A37-C05BC8F40545}"/>
                  </a:ext>
                </a:extLst>
              </p:cNvPr>
              <p:cNvSpPr/>
              <p:nvPr/>
            </p:nvSpPr>
            <p:spPr>
              <a:xfrm>
                <a:off x="2693540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2" name="Google Shape;9728;p52">
                <a:extLst>
                  <a:ext uri="{FF2B5EF4-FFF2-40B4-BE49-F238E27FC236}">
                    <a16:creationId xmlns:a16="http://schemas.microsoft.com/office/drawing/2014/main" id="{AC21B477-855E-25B8-90ED-9FE84BF211C9}"/>
                  </a:ext>
                </a:extLst>
              </p:cNvPr>
              <p:cNvSpPr/>
              <p:nvPr/>
            </p:nvSpPr>
            <p:spPr>
              <a:xfrm>
                <a:off x="2694069" y="325008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3" name="Google Shape;9729;p52">
                <a:extLst>
                  <a:ext uri="{FF2B5EF4-FFF2-40B4-BE49-F238E27FC236}">
                    <a16:creationId xmlns:a16="http://schemas.microsoft.com/office/drawing/2014/main" id="{443CB09F-609E-BA85-BBE4-CB6D3835329C}"/>
                  </a:ext>
                </a:extLst>
              </p:cNvPr>
              <p:cNvSpPr/>
              <p:nvPr/>
            </p:nvSpPr>
            <p:spPr>
              <a:xfrm>
                <a:off x="2694069" y="3196321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4" name="Google Shape;9730;p52">
                <a:extLst>
                  <a:ext uri="{FF2B5EF4-FFF2-40B4-BE49-F238E27FC236}">
                    <a16:creationId xmlns:a16="http://schemas.microsoft.com/office/drawing/2014/main" id="{4085A3FC-531C-5D66-CB91-FBEBF91A3BE4}"/>
                  </a:ext>
                </a:extLst>
              </p:cNvPr>
              <p:cNvSpPr/>
              <p:nvPr/>
            </p:nvSpPr>
            <p:spPr>
              <a:xfrm>
                <a:off x="2694069" y="2659124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5" name="Google Shape;9731;p52">
                <a:extLst>
                  <a:ext uri="{FF2B5EF4-FFF2-40B4-BE49-F238E27FC236}">
                    <a16:creationId xmlns:a16="http://schemas.microsoft.com/office/drawing/2014/main" id="{7D5C6276-580E-3C95-E99C-DC39C86F5417}"/>
                  </a:ext>
                </a:extLst>
              </p:cNvPr>
              <p:cNvSpPr/>
              <p:nvPr/>
            </p:nvSpPr>
            <p:spPr>
              <a:xfrm>
                <a:off x="2693540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6" name="Google Shape;9732;p52">
                <a:extLst>
                  <a:ext uri="{FF2B5EF4-FFF2-40B4-BE49-F238E27FC236}">
                    <a16:creationId xmlns:a16="http://schemas.microsoft.com/office/drawing/2014/main" id="{B42C1A9A-6C42-2CD0-DF4B-ED5A910132F2}"/>
                  </a:ext>
                </a:extLst>
              </p:cNvPr>
              <p:cNvSpPr/>
              <p:nvPr/>
            </p:nvSpPr>
            <p:spPr>
              <a:xfrm>
                <a:off x="2694069" y="2605390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7" name="Google Shape;9733;p52">
                <a:extLst>
                  <a:ext uri="{FF2B5EF4-FFF2-40B4-BE49-F238E27FC236}">
                    <a16:creationId xmlns:a16="http://schemas.microsoft.com/office/drawing/2014/main" id="{4BB85413-BB26-095E-5556-7026392053CF}"/>
                  </a:ext>
                </a:extLst>
              </p:cNvPr>
              <p:cNvSpPr/>
              <p:nvPr/>
            </p:nvSpPr>
            <p:spPr>
              <a:xfrm>
                <a:off x="2639853" y="3249541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16" y="3520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8" name="Google Shape;9734;p52">
                <a:extLst>
                  <a:ext uri="{FF2B5EF4-FFF2-40B4-BE49-F238E27FC236}">
                    <a16:creationId xmlns:a16="http://schemas.microsoft.com/office/drawing/2014/main" id="{577D398A-85DE-06B0-5955-EEA7AA85B685}"/>
                  </a:ext>
                </a:extLst>
              </p:cNvPr>
              <p:cNvSpPr/>
              <p:nvPr/>
            </p:nvSpPr>
            <p:spPr>
              <a:xfrm>
                <a:off x="2640382" y="325008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9" name="Google Shape;9735;p52">
                <a:extLst>
                  <a:ext uri="{FF2B5EF4-FFF2-40B4-BE49-F238E27FC236}">
                    <a16:creationId xmlns:a16="http://schemas.microsoft.com/office/drawing/2014/main" id="{EAFE737B-5E15-21AD-A7A0-87937211E10F}"/>
                  </a:ext>
                </a:extLst>
              </p:cNvPr>
              <p:cNvSpPr/>
              <p:nvPr/>
            </p:nvSpPr>
            <p:spPr>
              <a:xfrm>
                <a:off x="2640382" y="3035213"/>
                <a:ext cx="53703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8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0" name="Google Shape;9736;p52">
                <a:extLst>
                  <a:ext uri="{FF2B5EF4-FFF2-40B4-BE49-F238E27FC236}">
                    <a16:creationId xmlns:a16="http://schemas.microsoft.com/office/drawing/2014/main" id="{461BCC4B-4DBB-10FA-F4AD-728538A3C997}"/>
                  </a:ext>
                </a:extLst>
              </p:cNvPr>
              <p:cNvSpPr/>
              <p:nvPr/>
            </p:nvSpPr>
            <p:spPr>
              <a:xfrm>
                <a:off x="2640382" y="2981479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1" name="Google Shape;9737;p52">
                <a:extLst>
                  <a:ext uri="{FF2B5EF4-FFF2-40B4-BE49-F238E27FC236}">
                    <a16:creationId xmlns:a16="http://schemas.microsoft.com/office/drawing/2014/main" id="{553F4B1C-B8B4-7773-53DD-5C80D5820DF0}"/>
                  </a:ext>
                </a:extLst>
              </p:cNvPr>
              <p:cNvSpPr/>
              <p:nvPr/>
            </p:nvSpPr>
            <p:spPr>
              <a:xfrm>
                <a:off x="2640382" y="2927730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2" name="Google Shape;9738;p52">
                <a:extLst>
                  <a:ext uri="{FF2B5EF4-FFF2-40B4-BE49-F238E27FC236}">
                    <a16:creationId xmlns:a16="http://schemas.microsoft.com/office/drawing/2014/main" id="{11406AAB-5F7F-A371-7EA6-56BEA07127E0}"/>
                  </a:ext>
                </a:extLst>
              </p:cNvPr>
              <p:cNvSpPr/>
              <p:nvPr/>
            </p:nvSpPr>
            <p:spPr>
              <a:xfrm>
                <a:off x="2640382" y="2874059"/>
                <a:ext cx="53703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7" extrusionOk="0">
                    <a:moveTo>
                      <a:pt x="0" y="0"/>
                    </a:moveTo>
                    <a:lnTo>
                      <a:pt x="0" y="3446"/>
                    </a:lnTo>
                    <a:lnTo>
                      <a:pt x="3448" y="3446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3" name="Google Shape;9739;p52">
                <a:extLst>
                  <a:ext uri="{FF2B5EF4-FFF2-40B4-BE49-F238E27FC236}">
                    <a16:creationId xmlns:a16="http://schemas.microsoft.com/office/drawing/2014/main" id="{3CD770C2-D0F8-5B14-C975-0D79DA35C127}"/>
                  </a:ext>
                </a:extLst>
              </p:cNvPr>
              <p:cNvSpPr/>
              <p:nvPr/>
            </p:nvSpPr>
            <p:spPr>
              <a:xfrm>
                <a:off x="2640382" y="2820294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4" name="Google Shape;9740;p52">
                <a:extLst>
                  <a:ext uri="{FF2B5EF4-FFF2-40B4-BE49-F238E27FC236}">
                    <a16:creationId xmlns:a16="http://schemas.microsoft.com/office/drawing/2014/main" id="{417C9C6C-A5FD-4C37-AF7C-081766CE1382}"/>
                  </a:ext>
                </a:extLst>
              </p:cNvPr>
              <p:cNvSpPr/>
              <p:nvPr/>
            </p:nvSpPr>
            <p:spPr>
              <a:xfrm>
                <a:off x="2640382" y="2766560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5" name="Google Shape;9741;p52">
                <a:extLst>
                  <a:ext uri="{FF2B5EF4-FFF2-40B4-BE49-F238E27FC236}">
                    <a16:creationId xmlns:a16="http://schemas.microsoft.com/office/drawing/2014/main" id="{49B008D0-FCAE-F644-CB2C-D2EB3867AB54}"/>
                  </a:ext>
                </a:extLst>
              </p:cNvPr>
              <p:cNvSpPr/>
              <p:nvPr/>
            </p:nvSpPr>
            <p:spPr>
              <a:xfrm>
                <a:off x="2639853" y="260486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6" y="3520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6" name="Google Shape;9742;p52">
                <a:extLst>
                  <a:ext uri="{FF2B5EF4-FFF2-40B4-BE49-F238E27FC236}">
                    <a16:creationId xmlns:a16="http://schemas.microsoft.com/office/drawing/2014/main" id="{19A7271B-D3F8-3A3F-35F0-E009154BBF54}"/>
                  </a:ext>
                </a:extLst>
              </p:cNvPr>
              <p:cNvSpPr/>
              <p:nvPr/>
            </p:nvSpPr>
            <p:spPr>
              <a:xfrm>
                <a:off x="2640382" y="2605390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7" name="Google Shape;9743;p52">
                <a:extLst>
                  <a:ext uri="{FF2B5EF4-FFF2-40B4-BE49-F238E27FC236}">
                    <a16:creationId xmlns:a16="http://schemas.microsoft.com/office/drawing/2014/main" id="{1D6D8444-BF06-87D3-5B55-A423B2A6D34A}"/>
                  </a:ext>
                </a:extLst>
              </p:cNvPr>
              <p:cNvSpPr/>
              <p:nvPr/>
            </p:nvSpPr>
            <p:spPr>
              <a:xfrm>
                <a:off x="2586104" y="3249541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8" name="Google Shape;9744;p52">
                <a:extLst>
                  <a:ext uri="{FF2B5EF4-FFF2-40B4-BE49-F238E27FC236}">
                    <a16:creationId xmlns:a16="http://schemas.microsoft.com/office/drawing/2014/main" id="{C59BDBAE-C828-698D-9911-E3812C82D93E}"/>
                  </a:ext>
                </a:extLst>
              </p:cNvPr>
              <p:cNvSpPr/>
              <p:nvPr/>
            </p:nvSpPr>
            <p:spPr>
              <a:xfrm>
                <a:off x="2586649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9" name="Google Shape;9745;p52">
                <a:extLst>
                  <a:ext uri="{FF2B5EF4-FFF2-40B4-BE49-F238E27FC236}">
                    <a16:creationId xmlns:a16="http://schemas.microsoft.com/office/drawing/2014/main" id="{144C9643-9464-FE6A-C12F-EECD4360F7A1}"/>
                  </a:ext>
                </a:extLst>
              </p:cNvPr>
              <p:cNvSpPr/>
              <p:nvPr/>
            </p:nvSpPr>
            <p:spPr>
              <a:xfrm>
                <a:off x="2586649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0" name="Google Shape;9746;p52">
                <a:extLst>
                  <a:ext uri="{FF2B5EF4-FFF2-40B4-BE49-F238E27FC236}">
                    <a16:creationId xmlns:a16="http://schemas.microsoft.com/office/drawing/2014/main" id="{C987E302-63C8-8B7F-BF55-C22D0139512F}"/>
                  </a:ext>
                </a:extLst>
              </p:cNvPr>
              <p:cNvSpPr/>
              <p:nvPr/>
            </p:nvSpPr>
            <p:spPr>
              <a:xfrm>
                <a:off x="2586649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1" name="Google Shape;9747;p52">
                <a:extLst>
                  <a:ext uri="{FF2B5EF4-FFF2-40B4-BE49-F238E27FC236}">
                    <a16:creationId xmlns:a16="http://schemas.microsoft.com/office/drawing/2014/main" id="{439E9EE9-FC49-7D79-C741-24151A43505B}"/>
                  </a:ext>
                </a:extLst>
              </p:cNvPr>
              <p:cNvSpPr/>
              <p:nvPr/>
            </p:nvSpPr>
            <p:spPr>
              <a:xfrm>
                <a:off x="2586104" y="2604860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2" name="Google Shape;9748;p52">
                <a:extLst>
                  <a:ext uri="{FF2B5EF4-FFF2-40B4-BE49-F238E27FC236}">
                    <a16:creationId xmlns:a16="http://schemas.microsoft.com/office/drawing/2014/main" id="{6FBE6567-0420-6817-BC4F-87C3AA6DB13A}"/>
                  </a:ext>
                </a:extLst>
              </p:cNvPr>
              <p:cNvSpPr/>
              <p:nvPr/>
            </p:nvSpPr>
            <p:spPr>
              <a:xfrm>
                <a:off x="2586649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3" name="Google Shape;9749;p52">
                <a:extLst>
                  <a:ext uri="{FF2B5EF4-FFF2-40B4-BE49-F238E27FC236}">
                    <a16:creationId xmlns:a16="http://schemas.microsoft.com/office/drawing/2014/main" id="{50377825-C3C5-A725-098D-905EF64B286C}"/>
                  </a:ext>
                </a:extLst>
              </p:cNvPr>
              <p:cNvSpPr/>
              <p:nvPr/>
            </p:nvSpPr>
            <p:spPr>
              <a:xfrm>
                <a:off x="2532370" y="3249541"/>
                <a:ext cx="54824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0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0" y="3520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4" name="Google Shape;9750;p52">
                <a:extLst>
                  <a:ext uri="{FF2B5EF4-FFF2-40B4-BE49-F238E27FC236}">
                    <a16:creationId xmlns:a16="http://schemas.microsoft.com/office/drawing/2014/main" id="{B4E223E7-46DC-78B4-543E-F1D545AA65A7}"/>
                  </a:ext>
                </a:extLst>
              </p:cNvPr>
              <p:cNvSpPr/>
              <p:nvPr/>
            </p:nvSpPr>
            <p:spPr>
              <a:xfrm>
                <a:off x="2532915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5" name="Google Shape;9751;p52">
                <a:extLst>
                  <a:ext uri="{FF2B5EF4-FFF2-40B4-BE49-F238E27FC236}">
                    <a16:creationId xmlns:a16="http://schemas.microsoft.com/office/drawing/2014/main" id="{C915D513-6CFA-A684-7F0B-EC29805A300C}"/>
                  </a:ext>
                </a:extLst>
              </p:cNvPr>
              <p:cNvSpPr/>
              <p:nvPr/>
            </p:nvSpPr>
            <p:spPr>
              <a:xfrm>
                <a:off x="2532915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6" name="Google Shape;9752;p52">
                <a:extLst>
                  <a:ext uri="{FF2B5EF4-FFF2-40B4-BE49-F238E27FC236}">
                    <a16:creationId xmlns:a16="http://schemas.microsoft.com/office/drawing/2014/main" id="{74A7A244-733E-F0DA-25ED-78F6F1FFECC5}"/>
                  </a:ext>
                </a:extLst>
              </p:cNvPr>
              <p:cNvSpPr/>
              <p:nvPr/>
            </p:nvSpPr>
            <p:spPr>
              <a:xfrm>
                <a:off x="2532915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7" name="Google Shape;9753;p52">
                <a:extLst>
                  <a:ext uri="{FF2B5EF4-FFF2-40B4-BE49-F238E27FC236}">
                    <a16:creationId xmlns:a16="http://schemas.microsoft.com/office/drawing/2014/main" id="{C91C37E5-89BB-3211-5638-B16268C7D3AC}"/>
                  </a:ext>
                </a:extLst>
              </p:cNvPr>
              <p:cNvSpPr/>
              <p:nvPr/>
            </p:nvSpPr>
            <p:spPr>
              <a:xfrm>
                <a:off x="2532370" y="2604860"/>
                <a:ext cx="54824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0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0" y="3520"/>
                    </a:lnTo>
                    <a:lnTo>
                      <a:pt x="35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8" name="Google Shape;9754;p52">
                <a:extLst>
                  <a:ext uri="{FF2B5EF4-FFF2-40B4-BE49-F238E27FC236}">
                    <a16:creationId xmlns:a16="http://schemas.microsoft.com/office/drawing/2014/main" id="{57BB1DDC-DE73-9402-8ECA-3BF43C903A34}"/>
                  </a:ext>
                </a:extLst>
              </p:cNvPr>
              <p:cNvSpPr/>
              <p:nvPr/>
            </p:nvSpPr>
            <p:spPr>
              <a:xfrm>
                <a:off x="2532915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9" name="Google Shape;9755;p52">
                <a:extLst>
                  <a:ext uri="{FF2B5EF4-FFF2-40B4-BE49-F238E27FC236}">
                    <a16:creationId xmlns:a16="http://schemas.microsoft.com/office/drawing/2014/main" id="{B2C255C7-73E2-60EB-1CBA-2183646FC06B}"/>
                  </a:ext>
                </a:extLst>
              </p:cNvPr>
              <p:cNvSpPr/>
              <p:nvPr/>
            </p:nvSpPr>
            <p:spPr>
              <a:xfrm>
                <a:off x="2478683" y="3249541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0" name="Google Shape;9756;p52">
                <a:extLst>
                  <a:ext uri="{FF2B5EF4-FFF2-40B4-BE49-F238E27FC236}">
                    <a16:creationId xmlns:a16="http://schemas.microsoft.com/office/drawing/2014/main" id="{085E9B3C-5CDE-8FD8-8987-10579693AC9B}"/>
                  </a:ext>
                </a:extLst>
              </p:cNvPr>
              <p:cNvSpPr/>
              <p:nvPr/>
            </p:nvSpPr>
            <p:spPr>
              <a:xfrm>
                <a:off x="2479212" y="3250086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1" name="Google Shape;9757;p52">
                <a:extLst>
                  <a:ext uri="{FF2B5EF4-FFF2-40B4-BE49-F238E27FC236}">
                    <a16:creationId xmlns:a16="http://schemas.microsoft.com/office/drawing/2014/main" id="{CF47784A-68A1-B505-B594-D67842147A4F}"/>
                  </a:ext>
                </a:extLst>
              </p:cNvPr>
              <p:cNvSpPr/>
              <p:nvPr/>
            </p:nvSpPr>
            <p:spPr>
              <a:xfrm>
                <a:off x="2479212" y="3088900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2" name="Google Shape;9758;p52">
                <a:extLst>
                  <a:ext uri="{FF2B5EF4-FFF2-40B4-BE49-F238E27FC236}">
                    <a16:creationId xmlns:a16="http://schemas.microsoft.com/office/drawing/2014/main" id="{B249390C-9ED3-52C0-BAC4-7B5FAE5BCFB6}"/>
                  </a:ext>
                </a:extLst>
              </p:cNvPr>
              <p:cNvSpPr/>
              <p:nvPr/>
            </p:nvSpPr>
            <p:spPr>
              <a:xfrm>
                <a:off x="2479212" y="2712857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3" name="Google Shape;9759;p52">
                <a:extLst>
                  <a:ext uri="{FF2B5EF4-FFF2-40B4-BE49-F238E27FC236}">
                    <a16:creationId xmlns:a16="http://schemas.microsoft.com/office/drawing/2014/main" id="{B18D861F-B635-E988-07FE-301423F4F1E1}"/>
                  </a:ext>
                </a:extLst>
              </p:cNvPr>
              <p:cNvSpPr/>
              <p:nvPr/>
            </p:nvSpPr>
            <p:spPr>
              <a:xfrm>
                <a:off x="2478683" y="260486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4" name="Google Shape;9760;p52">
                <a:extLst>
                  <a:ext uri="{FF2B5EF4-FFF2-40B4-BE49-F238E27FC236}">
                    <a16:creationId xmlns:a16="http://schemas.microsoft.com/office/drawing/2014/main" id="{CAAC380E-857A-0D55-661D-2DDE14AEAFF4}"/>
                  </a:ext>
                </a:extLst>
              </p:cNvPr>
              <p:cNvSpPr/>
              <p:nvPr/>
            </p:nvSpPr>
            <p:spPr>
              <a:xfrm>
                <a:off x="2479212" y="2605390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5" name="Google Shape;9761;p52">
                <a:extLst>
                  <a:ext uri="{FF2B5EF4-FFF2-40B4-BE49-F238E27FC236}">
                    <a16:creationId xmlns:a16="http://schemas.microsoft.com/office/drawing/2014/main" id="{7E3413A1-3E9B-7CA5-9CA4-E5A9272D05D8}"/>
                  </a:ext>
                </a:extLst>
              </p:cNvPr>
              <p:cNvSpPr/>
              <p:nvPr/>
            </p:nvSpPr>
            <p:spPr>
              <a:xfrm>
                <a:off x="2424949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20" y="3520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6" name="Google Shape;9762;p52">
                <a:extLst>
                  <a:ext uri="{FF2B5EF4-FFF2-40B4-BE49-F238E27FC236}">
                    <a16:creationId xmlns:a16="http://schemas.microsoft.com/office/drawing/2014/main" id="{BD806E97-DB26-A236-B7D9-8AF9F666A5C7}"/>
                  </a:ext>
                </a:extLst>
              </p:cNvPr>
              <p:cNvSpPr/>
              <p:nvPr/>
            </p:nvSpPr>
            <p:spPr>
              <a:xfrm>
                <a:off x="2425479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7" name="Google Shape;9763;p52">
                <a:extLst>
                  <a:ext uri="{FF2B5EF4-FFF2-40B4-BE49-F238E27FC236}">
                    <a16:creationId xmlns:a16="http://schemas.microsoft.com/office/drawing/2014/main" id="{F61059C6-ED2A-E37C-D574-9379901BD470}"/>
                  </a:ext>
                </a:extLst>
              </p:cNvPr>
              <p:cNvSpPr/>
              <p:nvPr/>
            </p:nvSpPr>
            <p:spPr>
              <a:xfrm>
                <a:off x="2425479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8" name="Google Shape;9764;p52">
                <a:extLst>
                  <a:ext uri="{FF2B5EF4-FFF2-40B4-BE49-F238E27FC236}">
                    <a16:creationId xmlns:a16="http://schemas.microsoft.com/office/drawing/2014/main" id="{6FEE4C0E-2E9F-8574-BE57-2C65497B2677}"/>
                  </a:ext>
                </a:extLst>
              </p:cNvPr>
              <p:cNvSpPr/>
              <p:nvPr/>
            </p:nvSpPr>
            <p:spPr>
              <a:xfrm>
                <a:off x="2425479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9" name="Google Shape;9765;p52">
                <a:extLst>
                  <a:ext uri="{FF2B5EF4-FFF2-40B4-BE49-F238E27FC236}">
                    <a16:creationId xmlns:a16="http://schemas.microsoft.com/office/drawing/2014/main" id="{4AA1B34A-5FB6-8143-4106-B5344A07789D}"/>
                  </a:ext>
                </a:extLst>
              </p:cNvPr>
              <p:cNvSpPr/>
              <p:nvPr/>
            </p:nvSpPr>
            <p:spPr>
              <a:xfrm>
                <a:off x="2424949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20" y="3520"/>
                    </a:lnTo>
                    <a:lnTo>
                      <a:pt x="35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0" name="Google Shape;9766;p52">
                <a:extLst>
                  <a:ext uri="{FF2B5EF4-FFF2-40B4-BE49-F238E27FC236}">
                    <a16:creationId xmlns:a16="http://schemas.microsoft.com/office/drawing/2014/main" id="{C4033522-C0CF-48D3-540D-164DD9EF6D13}"/>
                  </a:ext>
                </a:extLst>
              </p:cNvPr>
              <p:cNvSpPr/>
              <p:nvPr/>
            </p:nvSpPr>
            <p:spPr>
              <a:xfrm>
                <a:off x="2425479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1" name="Google Shape;9767;p52">
                <a:extLst>
                  <a:ext uri="{FF2B5EF4-FFF2-40B4-BE49-F238E27FC236}">
                    <a16:creationId xmlns:a16="http://schemas.microsoft.com/office/drawing/2014/main" id="{4D1C2B77-46D0-A0B8-9DC7-89E18EFF505D}"/>
                  </a:ext>
                </a:extLst>
              </p:cNvPr>
              <p:cNvSpPr/>
              <p:nvPr/>
            </p:nvSpPr>
            <p:spPr>
              <a:xfrm>
                <a:off x="2371184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2" name="Google Shape;9768;p52">
                <a:extLst>
                  <a:ext uri="{FF2B5EF4-FFF2-40B4-BE49-F238E27FC236}">
                    <a16:creationId xmlns:a16="http://schemas.microsoft.com/office/drawing/2014/main" id="{0E962897-316F-F605-47B3-925D22065A4E}"/>
                  </a:ext>
                </a:extLst>
              </p:cNvPr>
              <p:cNvSpPr/>
              <p:nvPr/>
            </p:nvSpPr>
            <p:spPr>
              <a:xfrm>
                <a:off x="2371745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3" name="Google Shape;9769;p52">
                <a:extLst>
                  <a:ext uri="{FF2B5EF4-FFF2-40B4-BE49-F238E27FC236}">
                    <a16:creationId xmlns:a16="http://schemas.microsoft.com/office/drawing/2014/main" id="{C76656F1-8E42-29B0-E5CE-6FE1D9DB42D8}"/>
                  </a:ext>
                </a:extLst>
              </p:cNvPr>
              <p:cNvSpPr/>
              <p:nvPr/>
            </p:nvSpPr>
            <p:spPr>
              <a:xfrm>
                <a:off x="2371745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4" name="Google Shape;9770;p52">
                <a:extLst>
                  <a:ext uri="{FF2B5EF4-FFF2-40B4-BE49-F238E27FC236}">
                    <a16:creationId xmlns:a16="http://schemas.microsoft.com/office/drawing/2014/main" id="{F05C0925-5CF3-9B39-E6ED-378A0855435B}"/>
                  </a:ext>
                </a:extLst>
              </p:cNvPr>
              <p:cNvSpPr/>
              <p:nvPr/>
            </p:nvSpPr>
            <p:spPr>
              <a:xfrm>
                <a:off x="2371745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5" name="Google Shape;9771;p52">
                <a:extLst>
                  <a:ext uri="{FF2B5EF4-FFF2-40B4-BE49-F238E27FC236}">
                    <a16:creationId xmlns:a16="http://schemas.microsoft.com/office/drawing/2014/main" id="{89FDC4EA-3E52-70C7-849A-0E368D1896E2}"/>
                  </a:ext>
                </a:extLst>
              </p:cNvPr>
              <p:cNvSpPr/>
              <p:nvPr/>
            </p:nvSpPr>
            <p:spPr>
              <a:xfrm>
                <a:off x="2371184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6" name="Google Shape;9772;p52">
                <a:extLst>
                  <a:ext uri="{FF2B5EF4-FFF2-40B4-BE49-F238E27FC236}">
                    <a16:creationId xmlns:a16="http://schemas.microsoft.com/office/drawing/2014/main" id="{892837B7-80D7-7708-0929-E4F4A9239094}"/>
                  </a:ext>
                </a:extLst>
              </p:cNvPr>
              <p:cNvSpPr/>
              <p:nvPr/>
            </p:nvSpPr>
            <p:spPr>
              <a:xfrm>
                <a:off x="2371745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7" name="Google Shape;9773;p52">
                <a:extLst>
                  <a:ext uri="{FF2B5EF4-FFF2-40B4-BE49-F238E27FC236}">
                    <a16:creationId xmlns:a16="http://schemas.microsoft.com/office/drawing/2014/main" id="{903C3B5A-917A-86DB-C836-301A3BDE2855}"/>
                  </a:ext>
                </a:extLst>
              </p:cNvPr>
              <p:cNvSpPr/>
              <p:nvPr/>
            </p:nvSpPr>
            <p:spPr>
              <a:xfrm>
                <a:off x="2317513" y="3249541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8" name="Google Shape;9774;p52">
                <a:extLst>
                  <a:ext uri="{FF2B5EF4-FFF2-40B4-BE49-F238E27FC236}">
                    <a16:creationId xmlns:a16="http://schemas.microsoft.com/office/drawing/2014/main" id="{A84EC7E5-51EE-4D51-70FE-323866103B94}"/>
                  </a:ext>
                </a:extLst>
              </p:cNvPr>
              <p:cNvSpPr/>
              <p:nvPr/>
            </p:nvSpPr>
            <p:spPr>
              <a:xfrm>
                <a:off x="2318042" y="3250086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9" name="Google Shape;9775;p52">
                <a:extLst>
                  <a:ext uri="{FF2B5EF4-FFF2-40B4-BE49-F238E27FC236}">
                    <a16:creationId xmlns:a16="http://schemas.microsoft.com/office/drawing/2014/main" id="{5C6D5717-713C-E364-9E4F-29FC17892CE9}"/>
                  </a:ext>
                </a:extLst>
              </p:cNvPr>
              <p:cNvSpPr/>
              <p:nvPr/>
            </p:nvSpPr>
            <p:spPr>
              <a:xfrm>
                <a:off x="2318042" y="3088900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0" name="Google Shape;9776;p52">
                <a:extLst>
                  <a:ext uri="{FF2B5EF4-FFF2-40B4-BE49-F238E27FC236}">
                    <a16:creationId xmlns:a16="http://schemas.microsoft.com/office/drawing/2014/main" id="{C5DA1840-4314-FC82-0EEE-A16B2E3184C7}"/>
                  </a:ext>
                </a:extLst>
              </p:cNvPr>
              <p:cNvSpPr/>
              <p:nvPr/>
            </p:nvSpPr>
            <p:spPr>
              <a:xfrm>
                <a:off x="2318042" y="2712857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1" name="Google Shape;9777;p52">
                <a:extLst>
                  <a:ext uri="{FF2B5EF4-FFF2-40B4-BE49-F238E27FC236}">
                    <a16:creationId xmlns:a16="http://schemas.microsoft.com/office/drawing/2014/main" id="{56228322-9D8D-0158-36A5-D87D55058476}"/>
                  </a:ext>
                </a:extLst>
              </p:cNvPr>
              <p:cNvSpPr/>
              <p:nvPr/>
            </p:nvSpPr>
            <p:spPr>
              <a:xfrm>
                <a:off x="2317513" y="260486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2" name="Google Shape;9778;p52">
                <a:extLst>
                  <a:ext uri="{FF2B5EF4-FFF2-40B4-BE49-F238E27FC236}">
                    <a16:creationId xmlns:a16="http://schemas.microsoft.com/office/drawing/2014/main" id="{3F735959-5BE5-F196-5D04-B94D953DB782}"/>
                  </a:ext>
                </a:extLst>
              </p:cNvPr>
              <p:cNvSpPr/>
              <p:nvPr/>
            </p:nvSpPr>
            <p:spPr>
              <a:xfrm>
                <a:off x="2318042" y="2605390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3" name="Google Shape;9779;p52">
                <a:extLst>
                  <a:ext uri="{FF2B5EF4-FFF2-40B4-BE49-F238E27FC236}">
                    <a16:creationId xmlns:a16="http://schemas.microsoft.com/office/drawing/2014/main" id="{E121643C-2176-9089-F035-95FFBB1C8BD2}"/>
                  </a:ext>
                </a:extLst>
              </p:cNvPr>
              <p:cNvSpPr/>
              <p:nvPr/>
            </p:nvSpPr>
            <p:spPr>
              <a:xfrm>
                <a:off x="2263748" y="3249541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4" name="Google Shape;9780;p52">
                <a:extLst>
                  <a:ext uri="{FF2B5EF4-FFF2-40B4-BE49-F238E27FC236}">
                    <a16:creationId xmlns:a16="http://schemas.microsoft.com/office/drawing/2014/main" id="{8109741C-8028-AE72-E8A5-E377831B387C}"/>
                  </a:ext>
                </a:extLst>
              </p:cNvPr>
              <p:cNvSpPr/>
              <p:nvPr/>
            </p:nvSpPr>
            <p:spPr>
              <a:xfrm>
                <a:off x="2264308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5" name="Google Shape;9781;p52">
                <a:extLst>
                  <a:ext uri="{FF2B5EF4-FFF2-40B4-BE49-F238E27FC236}">
                    <a16:creationId xmlns:a16="http://schemas.microsoft.com/office/drawing/2014/main" id="{A055D96C-903F-9FC3-9A9C-C8100267E222}"/>
                  </a:ext>
                </a:extLst>
              </p:cNvPr>
              <p:cNvSpPr/>
              <p:nvPr/>
            </p:nvSpPr>
            <p:spPr>
              <a:xfrm>
                <a:off x="2264308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6" name="Google Shape;9782;p52">
                <a:extLst>
                  <a:ext uri="{FF2B5EF4-FFF2-40B4-BE49-F238E27FC236}">
                    <a16:creationId xmlns:a16="http://schemas.microsoft.com/office/drawing/2014/main" id="{435CBC37-774B-46CB-A2CE-7339D66A95AD}"/>
                  </a:ext>
                </a:extLst>
              </p:cNvPr>
              <p:cNvSpPr/>
              <p:nvPr/>
            </p:nvSpPr>
            <p:spPr>
              <a:xfrm>
                <a:off x="2264308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7" name="Google Shape;9783;p52">
                <a:extLst>
                  <a:ext uri="{FF2B5EF4-FFF2-40B4-BE49-F238E27FC236}">
                    <a16:creationId xmlns:a16="http://schemas.microsoft.com/office/drawing/2014/main" id="{D92A7138-6E3E-6988-6259-A52BFB8EE109}"/>
                  </a:ext>
                </a:extLst>
              </p:cNvPr>
              <p:cNvSpPr/>
              <p:nvPr/>
            </p:nvSpPr>
            <p:spPr>
              <a:xfrm>
                <a:off x="2263748" y="2604860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8" name="Google Shape;9784;p52">
                <a:extLst>
                  <a:ext uri="{FF2B5EF4-FFF2-40B4-BE49-F238E27FC236}">
                    <a16:creationId xmlns:a16="http://schemas.microsoft.com/office/drawing/2014/main" id="{5F213DC0-2130-6413-C9C2-4C607E36217E}"/>
                  </a:ext>
                </a:extLst>
              </p:cNvPr>
              <p:cNvSpPr/>
              <p:nvPr/>
            </p:nvSpPr>
            <p:spPr>
              <a:xfrm>
                <a:off x="2264308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9" name="Google Shape;9785;p52">
                <a:extLst>
                  <a:ext uri="{FF2B5EF4-FFF2-40B4-BE49-F238E27FC236}">
                    <a16:creationId xmlns:a16="http://schemas.microsoft.com/office/drawing/2014/main" id="{C594FB6D-5D3C-0E00-3F65-114111C85004}"/>
                  </a:ext>
                </a:extLst>
              </p:cNvPr>
              <p:cNvSpPr/>
              <p:nvPr/>
            </p:nvSpPr>
            <p:spPr>
              <a:xfrm>
                <a:off x="2210076" y="3249541"/>
                <a:ext cx="54793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17" y="3520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0" name="Google Shape;9786;p52">
                <a:extLst>
                  <a:ext uri="{FF2B5EF4-FFF2-40B4-BE49-F238E27FC236}">
                    <a16:creationId xmlns:a16="http://schemas.microsoft.com/office/drawing/2014/main" id="{2F8DBCE0-B4F9-0B6B-C795-C2D89B30E9A6}"/>
                  </a:ext>
                </a:extLst>
              </p:cNvPr>
              <p:cNvSpPr/>
              <p:nvPr/>
            </p:nvSpPr>
            <p:spPr>
              <a:xfrm>
                <a:off x="2210621" y="325008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1" name="Google Shape;9787;p52">
                <a:extLst>
                  <a:ext uri="{FF2B5EF4-FFF2-40B4-BE49-F238E27FC236}">
                    <a16:creationId xmlns:a16="http://schemas.microsoft.com/office/drawing/2014/main" id="{3052A8B3-1185-1E62-074B-3FFE5F735982}"/>
                  </a:ext>
                </a:extLst>
              </p:cNvPr>
              <p:cNvSpPr/>
              <p:nvPr/>
            </p:nvSpPr>
            <p:spPr>
              <a:xfrm>
                <a:off x="2210621" y="3088900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2" name="Google Shape;9788;p52">
                <a:extLst>
                  <a:ext uri="{FF2B5EF4-FFF2-40B4-BE49-F238E27FC236}">
                    <a16:creationId xmlns:a16="http://schemas.microsoft.com/office/drawing/2014/main" id="{4A2AE0DF-0B70-C743-78BA-248C621CAB18}"/>
                  </a:ext>
                </a:extLst>
              </p:cNvPr>
              <p:cNvSpPr/>
              <p:nvPr/>
            </p:nvSpPr>
            <p:spPr>
              <a:xfrm>
                <a:off x="2210621" y="2712857"/>
                <a:ext cx="53703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3" name="Google Shape;9789;p52">
                <a:extLst>
                  <a:ext uri="{FF2B5EF4-FFF2-40B4-BE49-F238E27FC236}">
                    <a16:creationId xmlns:a16="http://schemas.microsoft.com/office/drawing/2014/main" id="{0B9D60FF-26CF-70EF-C534-ADE3A7452127}"/>
                  </a:ext>
                </a:extLst>
              </p:cNvPr>
              <p:cNvSpPr/>
              <p:nvPr/>
            </p:nvSpPr>
            <p:spPr>
              <a:xfrm>
                <a:off x="2210076" y="2604860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4" name="Google Shape;9790;p52">
                <a:extLst>
                  <a:ext uri="{FF2B5EF4-FFF2-40B4-BE49-F238E27FC236}">
                    <a16:creationId xmlns:a16="http://schemas.microsoft.com/office/drawing/2014/main" id="{1924E546-98AB-6AF5-B85F-ECBECA25C85A}"/>
                  </a:ext>
                </a:extLst>
              </p:cNvPr>
              <p:cNvSpPr/>
              <p:nvPr/>
            </p:nvSpPr>
            <p:spPr>
              <a:xfrm>
                <a:off x="2210621" y="2605390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5" name="Google Shape;9791;p52">
                <a:extLst>
                  <a:ext uri="{FF2B5EF4-FFF2-40B4-BE49-F238E27FC236}">
                    <a16:creationId xmlns:a16="http://schemas.microsoft.com/office/drawing/2014/main" id="{B1343E40-11F3-9441-09FA-ADC8D6B53BF7}"/>
                  </a:ext>
                </a:extLst>
              </p:cNvPr>
              <p:cNvSpPr/>
              <p:nvPr/>
            </p:nvSpPr>
            <p:spPr>
              <a:xfrm>
                <a:off x="2156343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6" name="Google Shape;9792;p52">
                <a:extLst>
                  <a:ext uri="{FF2B5EF4-FFF2-40B4-BE49-F238E27FC236}">
                    <a16:creationId xmlns:a16="http://schemas.microsoft.com/office/drawing/2014/main" id="{E16AB366-673D-5026-39A4-C1B3F498EA68}"/>
                  </a:ext>
                </a:extLst>
              </p:cNvPr>
              <p:cNvSpPr/>
              <p:nvPr/>
            </p:nvSpPr>
            <p:spPr>
              <a:xfrm>
                <a:off x="2156872" y="325008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7" name="Google Shape;9793;p52">
                <a:extLst>
                  <a:ext uri="{FF2B5EF4-FFF2-40B4-BE49-F238E27FC236}">
                    <a16:creationId xmlns:a16="http://schemas.microsoft.com/office/drawing/2014/main" id="{33A1AEE4-A4E7-EFB1-3CD0-6D1026F9D9FC}"/>
                  </a:ext>
                </a:extLst>
              </p:cNvPr>
              <p:cNvSpPr/>
              <p:nvPr/>
            </p:nvSpPr>
            <p:spPr>
              <a:xfrm>
                <a:off x="2156872" y="3035213"/>
                <a:ext cx="53765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8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8" name="Google Shape;9794;p52">
                <a:extLst>
                  <a:ext uri="{FF2B5EF4-FFF2-40B4-BE49-F238E27FC236}">
                    <a16:creationId xmlns:a16="http://schemas.microsoft.com/office/drawing/2014/main" id="{02C4C2A4-C5E8-2AAE-8233-9C2365048DA5}"/>
                  </a:ext>
                </a:extLst>
              </p:cNvPr>
              <p:cNvSpPr/>
              <p:nvPr/>
            </p:nvSpPr>
            <p:spPr>
              <a:xfrm>
                <a:off x="2156872" y="298147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9" name="Google Shape;9795;p52">
                <a:extLst>
                  <a:ext uri="{FF2B5EF4-FFF2-40B4-BE49-F238E27FC236}">
                    <a16:creationId xmlns:a16="http://schemas.microsoft.com/office/drawing/2014/main" id="{E3941231-912A-6D02-7386-F925FAAD1DA7}"/>
                  </a:ext>
                </a:extLst>
              </p:cNvPr>
              <p:cNvSpPr/>
              <p:nvPr/>
            </p:nvSpPr>
            <p:spPr>
              <a:xfrm>
                <a:off x="2156872" y="2927730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0" name="Google Shape;9796;p52">
                <a:extLst>
                  <a:ext uri="{FF2B5EF4-FFF2-40B4-BE49-F238E27FC236}">
                    <a16:creationId xmlns:a16="http://schemas.microsoft.com/office/drawing/2014/main" id="{64EC1C71-89E0-BB5E-A0CC-F5A178AB2B73}"/>
                  </a:ext>
                </a:extLst>
              </p:cNvPr>
              <p:cNvSpPr/>
              <p:nvPr/>
            </p:nvSpPr>
            <p:spPr>
              <a:xfrm>
                <a:off x="2156872" y="2874059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51" y="3446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1" name="Google Shape;9797;p52">
                <a:extLst>
                  <a:ext uri="{FF2B5EF4-FFF2-40B4-BE49-F238E27FC236}">
                    <a16:creationId xmlns:a16="http://schemas.microsoft.com/office/drawing/2014/main" id="{ACCE2B23-9D05-B204-8675-AFD3B938AC9B}"/>
                  </a:ext>
                </a:extLst>
              </p:cNvPr>
              <p:cNvSpPr/>
              <p:nvPr/>
            </p:nvSpPr>
            <p:spPr>
              <a:xfrm>
                <a:off x="2156872" y="2820294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2" name="Google Shape;9798;p52">
                <a:extLst>
                  <a:ext uri="{FF2B5EF4-FFF2-40B4-BE49-F238E27FC236}">
                    <a16:creationId xmlns:a16="http://schemas.microsoft.com/office/drawing/2014/main" id="{DB450E30-9596-E8BB-328E-D4CFD1517C6F}"/>
                  </a:ext>
                </a:extLst>
              </p:cNvPr>
              <p:cNvSpPr/>
              <p:nvPr/>
            </p:nvSpPr>
            <p:spPr>
              <a:xfrm>
                <a:off x="2156872" y="2766560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3" name="Google Shape;9799;p52">
                <a:extLst>
                  <a:ext uri="{FF2B5EF4-FFF2-40B4-BE49-F238E27FC236}">
                    <a16:creationId xmlns:a16="http://schemas.microsoft.com/office/drawing/2014/main" id="{E366EEC1-AC2D-C413-DF28-4FC7C345BF71}"/>
                  </a:ext>
                </a:extLst>
              </p:cNvPr>
              <p:cNvSpPr/>
              <p:nvPr/>
            </p:nvSpPr>
            <p:spPr>
              <a:xfrm>
                <a:off x="2156343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4" name="Google Shape;9800;p52">
                <a:extLst>
                  <a:ext uri="{FF2B5EF4-FFF2-40B4-BE49-F238E27FC236}">
                    <a16:creationId xmlns:a16="http://schemas.microsoft.com/office/drawing/2014/main" id="{914587B3-A55D-9F8C-B479-76F6AA7C0CBE}"/>
                  </a:ext>
                </a:extLst>
              </p:cNvPr>
              <p:cNvSpPr/>
              <p:nvPr/>
            </p:nvSpPr>
            <p:spPr>
              <a:xfrm>
                <a:off x="2156872" y="2605390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5" name="Google Shape;9801;p52">
                <a:extLst>
                  <a:ext uri="{FF2B5EF4-FFF2-40B4-BE49-F238E27FC236}">
                    <a16:creationId xmlns:a16="http://schemas.microsoft.com/office/drawing/2014/main" id="{871ECC4E-F6E3-DE9E-F4EF-C246CE22AA42}"/>
                  </a:ext>
                </a:extLst>
              </p:cNvPr>
              <p:cNvSpPr/>
              <p:nvPr/>
            </p:nvSpPr>
            <p:spPr>
              <a:xfrm>
                <a:off x="2102593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20" y="3520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6" name="Google Shape;9802;p52">
                <a:extLst>
                  <a:ext uri="{FF2B5EF4-FFF2-40B4-BE49-F238E27FC236}">
                    <a16:creationId xmlns:a16="http://schemas.microsoft.com/office/drawing/2014/main" id="{ECCCCEBE-B361-0C42-35A6-9910A06E18C4}"/>
                  </a:ext>
                </a:extLst>
              </p:cNvPr>
              <p:cNvSpPr/>
              <p:nvPr/>
            </p:nvSpPr>
            <p:spPr>
              <a:xfrm>
                <a:off x="2103138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7" name="Google Shape;9803;p52">
                <a:extLst>
                  <a:ext uri="{FF2B5EF4-FFF2-40B4-BE49-F238E27FC236}">
                    <a16:creationId xmlns:a16="http://schemas.microsoft.com/office/drawing/2014/main" id="{A48CC248-E3A9-E713-AFBC-EE948D69BB02}"/>
                  </a:ext>
                </a:extLst>
              </p:cNvPr>
              <p:cNvSpPr/>
              <p:nvPr/>
            </p:nvSpPr>
            <p:spPr>
              <a:xfrm>
                <a:off x="2103138" y="3196321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8" name="Google Shape;9804;p52">
                <a:extLst>
                  <a:ext uri="{FF2B5EF4-FFF2-40B4-BE49-F238E27FC236}">
                    <a16:creationId xmlns:a16="http://schemas.microsoft.com/office/drawing/2014/main" id="{002D50F5-279A-FA11-E790-DF39FD18E9EF}"/>
                  </a:ext>
                </a:extLst>
              </p:cNvPr>
              <p:cNvSpPr/>
              <p:nvPr/>
            </p:nvSpPr>
            <p:spPr>
              <a:xfrm>
                <a:off x="2103138" y="2659124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9" name="Google Shape;9805;p52">
                <a:extLst>
                  <a:ext uri="{FF2B5EF4-FFF2-40B4-BE49-F238E27FC236}">
                    <a16:creationId xmlns:a16="http://schemas.microsoft.com/office/drawing/2014/main" id="{A2D336B3-57D3-D265-9BD0-59DD1E248D70}"/>
                  </a:ext>
                </a:extLst>
              </p:cNvPr>
              <p:cNvSpPr/>
              <p:nvPr/>
            </p:nvSpPr>
            <p:spPr>
              <a:xfrm>
                <a:off x="2102593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20" y="3520"/>
                    </a:lnTo>
                    <a:lnTo>
                      <a:pt x="35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0" name="Google Shape;9806;p52">
                <a:extLst>
                  <a:ext uri="{FF2B5EF4-FFF2-40B4-BE49-F238E27FC236}">
                    <a16:creationId xmlns:a16="http://schemas.microsoft.com/office/drawing/2014/main" id="{760F3576-C1AD-0863-40AD-A0ACC1CBEAF0}"/>
                  </a:ext>
                </a:extLst>
              </p:cNvPr>
              <p:cNvSpPr/>
              <p:nvPr/>
            </p:nvSpPr>
            <p:spPr>
              <a:xfrm>
                <a:off x="2103138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1" name="Google Shape;9807;p52">
                <a:extLst>
                  <a:ext uri="{FF2B5EF4-FFF2-40B4-BE49-F238E27FC236}">
                    <a16:creationId xmlns:a16="http://schemas.microsoft.com/office/drawing/2014/main" id="{CE84C2E5-E07F-2C12-B841-4323D04269F1}"/>
                  </a:ext>
                </a:extLst>
              </p:cNvPr>
              <p:cNvSpPr/>
              <p:nvPr/>
            </p:nvSpPr>
            <p:spPr>
              <a:xfrm>
                <a:off x="2048906" y="3249541"/>
                <a:ext cx="54793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17" y="3520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2" name="Google Shape;9808;p52">
                <a:extLst>
                  <a:ext uri="{FF2B5EF4-FFF2-40B4-BE49-F238E27FC236}">
                    <a16:creationId xmlns:a16="http://schemas.microsoft.com/office/drawing/2014/main" id="{B2D1A4C4-B5BB-4CB5-9735-90AEF7E7EC96}"/>
                  </a:ext>
                </a:extLst>
              </p:cNvPr>
              <p:cNvSpPr/>
              <p:nvPr/>
            </p:nvSpPr>
            <p:spPr>
              <a:xfrm>
                <a:off x="2049451" y="325008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3" name="Google Shape;9809;p52">
                <a:extLst>
                  <a:ext uri="{FF2B5EF4-FFF2-40B4-BE49-F238E27FC236}">
                    <a16:creationId xmlns:a16="http://schemas.microsoft.com/office/drawing/2014/main" id="{D4536213-F5E1-63AB-3140-9341B2C7EF67}"/>
                  </a:ext>
                </a:extLst>
              </p:cNvPr>
              <p:cNvSpPr/>
              <p:nvPr/>
            </p:nvSpPr>
            <p:spPr>
              <a:xfrm>
                <a:off x="2049451" y="3142649"/>
                <a:ext cx="53703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4" name="Google Shape;9810;p52">
                <a:extLst>
                  <a:ext uri="{FF2B5EF4-FFF2-40B4-BE49-F238E27FC236}">
                    <a16:creationId xmlns:a16="http://schemas.microsoft.com/office/drawing/2014/main" id="{9BE75DD3-09A7-BA03-FF35-9BC1D0986D13}"/>
                  </a:ext>
                </a:extLst>
              </p:cNvPr>
              <p:cNvSpPr/>
              <p:nvPr/>
            </p:nvSpPr>
            <p:spPr>
              <a:xfrm>
                <a:off x="2049451" y="2927730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5" name="Google Shape;9811;p52">
                <a:extLst>
                  <a:ext uri="{FF2B5EF4-FFF2-40B4-BE49-F238E27FC236}">
                    <a16:creationId xmlns:a16="http://schemas.microsoft.com/office/drawing/2014/main" id="{5E7F404D-DB3C-DBBC-2A6E-35A674CFCFDC}"/>
                  </a:ext>
                </a:extLst>
              </p:cNvPr>
              <p:cNvSpPr/>
              <p:nvPr/>
            </p:nvSpPr>
            <p:spPr>
              <a:xfrm>
                <a:off x="2049451" y="2712857"/>
                <a:ext cx="53703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6" name="Google Shape;9812;p52">
                <a:extLst>
                  <a:ext uri="{FF2B5EF4-FFF2-40B4-BE49-F238E27FC236}">
                    <a16:creationId xmlns:a16="http://schemas.microsoft.com/office/drawing/2014/main" id="{1DE500D3-2D06-80CF-273F-B3736946CA9F}"/>
                  </a:ext>
                </a:extLst>
              </p:cNvPr>
              <p:cNvSpPr/>
              <p:nvPr/>
            </p:nvSpPr>
            <p:spPr>
              <a:xfrm>
                <a:off x="2048906" y="2604860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7" name="Google Shape;9813;p52">
                <a:extLst>
                  <a:ext uri="{FF2B5EF4-FFF2-40B4-BE49-F238E27FC236}">
                    <a16:creationId xmlns:a16="http://schemas.microsoft.com/office/drawing/2014/main" id="{EDEDF5FB-DFB5-CCFE-7384-9FDF95103BD2}"/>
                  </a:ext>
                </a:extLst>
              </p:cNvPr>
              <p:cNvSpPr/>
              <p:nvPr/>
            </p:nvSpPr>
            <p:spPr>
              <a:xfrm>
                <a:off x="2049451" y="2605390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8" name="Google Shape;9814;p52">
                <a:extLst>
                  <a:ext uri="{FF2B5EF4-FFF2-40B4-BE49-F238E27FC236}">
                    <a16:creationId xmlns:a16="http://schemas.microsoft.com/office/drawing/2014/main" id="{A0876FD7-1B2B-28A9-B187-E9C07F5B683D}"/>
                  </a:ext>
                </a:extLst>
              </p:cNvPr>
              <p:cNvSpPr/>
              <p:nvPr/>
            </p:nvSpPr>
            <p:spPr>
              <a:xfrm>
                <a:off x="1995157" y="319579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9" name="Google Shape;9815;p52">
                <a:extLst>
                  <a:ext uri="{FF2B5EF4-FFF2-40B4-BE49-F238E27FC236}">
                    <a16:creationId xmlns:a16="http://schemas.microsoft.com/office/drawing/2014/main" id="{8D7CA5CB-D186-42E8-D810-E0113FB10685}"/>
                  </a:ext>
                </a:extLst>
              </p:cNvPr>
              <p:cNvSpPr/>
              <p:nvPr/>
            </p:nvSpPr>
            <p:spPr>
              <a:xfrm>
                <a:off x="1995718" y="3196321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0" name="Google Shape;9816;p52">
                <a:extLst>
                  <a:ext uri="{FF2B5EF4-FFF2-40B4-BE49-F238E27FC236}">
                    <a16:creationId xmlns:a16="http://schemas.microsoft.com/office/drawing/2014/main" id="{7B557113-F522-ACFC-5AAD-30C3C785B638}"/>
                  </a:ext>
                </a:extLst>
              </p:cNvPr>
              <p:cNvSpPr/>
              <p:nvPr/>
            </p:nvSpPr>
            <p:spPr>
              <a:xfrm>
                <a:off x="1995157" y="3088355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1" name="Google Shape;9817;p52">
                <a:extLst>
                  <a:ext uri="{FF2B5EF4-FFF2-40B4-BE49-F238E27FC236}">
                    <a16:creationId xmlns:a16="http://schemas.microsoft.com/office/drawing/2014/main" id="{9ED1DEFE-2955-AA67-97DC-8FD5DFD50962}"/>
                  </a:ext>
                </a:extLst>
              </p:cNvPr>
              <p:cNvSpPr/>
              <p:nvPr/>
            </p:nvSpPr>
            <p:spPr>
              <a:xfrm>
                <a:off x="1995718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2" name="Google Shape;9818;p52">
                <a:extLst>
                  <a:ext uri="{FF2B5EF4-FFF2-40B4-BE49-F238E27FC236}">
                    <a16:creationId xmlns:a16="http://schemas.microsoft.com/office/drawing/2014/main" id="{071D18DF-1A19-CC87-3BB4-9CC3F1EA6CE3}"/>
                  </a:ext>
                </a:extLst>
              </p:cNvPr>
              <p:cNvSpPr/>
              <p:nvPr/>
            </p:nvSpPr>
            <p:spPr>
              <a:xfrm>
                <a:off x="1995718" y="298147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3" name="Google Shape;9819;p52">
                <a:extLst>
                  <a:ext uri="{FF2B5EF4-FFF2-40B4-BE49-F238E27FC236}">
                    <a16:creationId xmlns:a16="http://schemas.microsoft.com/office/drawing/2014/main" id="{C64DFB46-D2F7-C8F2-90EA-D10A07004E5D}"/>
                  </a:ext>
                </a:extLst>
              </p:cNvPr>
              <p:cNvSpPr/>
              <p:nvPr/>
            </p:nvSpPr>
            <p:spPr>
              <a:xfrm>
                <a:off x="1995718" y="292773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4" name="Google Shape;9820;p52">
                <a:extLst>
                  <a:ext uri="{FF2B5EF4-FFF2-40B4-BE49-F238E27FC236}">
                    <a16:creationId xmlns:a16="http://schemas.microsoft.com/office/drawing/2014/main" id="{9A8388DE-56D1-3E8C-1790-6F673563924D}"/>
                  </a:ext>
                </a:extLst>
              </p:cNvPr>
              <p:cNvSpPr/>
              <p:nvPr/>
            </p:nvSpPr>
            <p:spPr>
              <a:xfrm>
                <a:off x="1995718" y="2874059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0"/>
                    </a:moveTo>
                    <a:lnTo>
                      <a:pt x="0" y="3446"/>
                    </a:lnTo>
                    <a:lnTo>
                      <a:pt x="3450" y="3446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5" name="Google Shape;9821;p52">
                <a:extLst>
                  <a:ext uri="{FF2B5EF4-FFF2-40B4-BE49-F238E27FC236}">
                    <a16:creationId xmlns:a16="http://schemas.microsoft.com/office/drawing/2014/main" id="{7F07E408-4468-454D-C003-8510AED0876C}"/>
                  </a:ext>
                </a:extLst>
              </p:cNvPr>
              <p:cNvSpPr/>
              <p:nvPr/>
            </p:nvSpPr>
            <p:spPr>
              <a:xfrm>
                <a:off x="1995718" y="276656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6" name="Google Shape;9822;p52">
                <a:extLst>
                  <a:ext uri="{FF2B5EF4-FFF2-40B4-BE49-F238E27FC236}">
                    <a16:creationId xmlns:a16="http://schemas.microsoft.com/office/drawing/2014/main" id="{A3D7E970-4838-09A0-C969-6A205DC7D173}"/>
                  </a:ext>
                </a:extLst>
              </p:cNvPr>
              <p:cNvSpPr/>
              <p:nvPr/>
            </p:nvSpPr>
            <p:spPr>
              <a:xfrm>
                <a:off x="1995718" y="2659124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7" name="Google Shape;9823;p52">
                <a:extLst>
                  <a:ext uri="{FF2B5EF4-FFF2-40B4-BE49-F238E27FC236}">
                    <a16:creationId xmlns:a16="http://schemas.microsoft.com/office/drawing/2014/main" id="{6EDCAD36-D82C-6AF5-7048-42137560B50D}"/>
                  </a:ext>
                </a:extLst>
              </p:cNvPr>
              <p:cNvSpPr/>
              <p:nvPr/>
            </p:nvSpPr>
            <p:spPr>
              <a:xfrm>
                <a:off x="1941423" y="319579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8" name="Google Shape;9824;p52">
                <a:extLst>
                  <a:ext uri="{FF2B5EF4-FFF2-40B4-BE49-F238E27FC236}">
                    <a16:creationId xmlns:a16="http://schemas.microsoft.com/office/drawing/2014/main" id="{7F00F49B-6175-9FE1-2B89-6C59B386C797}"/>
                  </a:ext>
                </a:extLst>
              </p:cNvPr>
              <p:cNvSpPr/>
              <p:nvPr/>
            </p:nvSpPr>
            <p:spPr>
              <a:xfrm>
                <a:off x="1941953" y="3196321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9" name="Google Shape;9825;p52">
                <a:extLst>
                  <a:ext uri="{FF2B5EF4-FFF2-40B4-BE49-F238E27FC236}">
                    <a16:creationId xmlns:a16="http://schemas.microsoft.com/office/drawing/2014/main" id="{6C6E9B2D-B795-ECE4-678C-541447183777}"/>
                  </a:ext>
                </a:extLst>
              </p:cNvPr>
              <p:cNvSpPr/>
              <p:nvPr/>
            </p:nvSpPr>
            <p:spPr>
              <a:xfrm>
                <a:off x="1941423" y="3088355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0" name="Google Shape;9826;p52">
                <a:extLst>
                  <a:ext uri="{FF2B5EF4-FFF2-40B4-BE49-F238E27FC236}">
                    <a16:creationId xmlns:a16="http://schemas.microsoft.com/office/drawing/2014/main" id="{707DDBBC-C28C-8474-A452-2424057E94EE}"/>
                  </a:ext>
                </a:extLst>
              </p:cNvPr>
              <p:cNvSpPr/>
              <p:nvPr/>
            </p:nvSpPr>
            <p:spPr>
              <a:xfrm>
                <a:off x="1941953" y="3088900"/>
                <a:ext cx="53780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1" name="Google Shape;9827;p52">
                <a:extLst>
                  <a:ext uri="{FF2B5EF4-FFF2-40B4-BE49-F238E27FC236}">
                    <a16:creationId xmlns:a16="http://schemas.microsoft.com/office/drawing/2014/main" id="{AE5F1CA4-1B70-B952-E148-C22633F69356}"/>
                  </a:ext>
                </a:extLst>
              </p:cNvPr>
              <p:cNvSpPr/>
              <p:nvPr/>
            </p:nvSpPr>
            <p:spPr>
              <a:xfrm>
                <a:off x="1941953" y="2927730"/>
                <a:ext cx="53780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2" name="Google Shape;9828;p52">
                <a:extLst>
                  <a:ext uri="{FF2B5EF4-FFF2-40B4-BE49-F238E27FC236}">
                    <a16:creationId xmlns:a16="http://schemas.microsoft.com/office/drawing/2014/main" id="{7673A3FC-1827-F3E8-AF61-12676FE4066B}"/>
                  </a:ext>
                </a:extLst>
              </p:cNvPr>
              <p:cNvSpPr/>
              <p:nvPr/>
            </p:nvSpPr>
            <p:spPr>
              <a:xfrm>
                <a:off x="1941953" y="2766560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3" name="Google Shape;9829;p52">
                <a:extLst>
                  <a:ext uri="{FF2B5EF4-FFF2-40B4-BE49-F238E27FC236}">
                    <a16:creationId xmlns:a16="http://schemas.microsoft.com/office/drawing/2014/main" id="{423D919C-FFC7-2EA8-BF16-753D0F91942A}"/>
                  </a:ext>
                </a:extLst>
              </p:cNvPr>
              <p:cNvSpPr/>
              <p:nvPr/>
            </p:nvSpPr>
            <p:spPr>
              <a:xfrm>
                <a:off x="1941953" y="2659124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4" name="Google Shape;9830;p52">
                <a:extLst>
                  <a:ext uri="{FF2B5EF4-FFF2-40B4-BE49-F238E27FC236}">
                    <a16:creationId xmlns:a16="http://schemas.microsoft.com/office/drawing/2014/main" id="{74B09CFE-B331-6D5A-D36F-6A71CEA85A54}"/>
                  </a:ext>
                </a:extLst>
              </p:cNvPr>
              <p:cNvSpPr/>
              <p:nvPr/>
            </p:nvSpPr>
            <p:spPr>
              <a:xfrm>
                <a:off x="1888281" y="3142649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5" name="Google Shape;9831;p52">
                <a:extLst>
                  <a:ext uri="{FF2B5EF4-FFF2-40B4-BE49-F238E27FC236}">
                    <a16:creationId xmlns:a16="http://schemas.microsoft.com/office/drawing/2014/main" id="{BAC8F804-05D8-B78F-1944-51E38F6BE5DE}"/>
                  </a:ext>
                </a:extLst>
              </p:cNvPr>
              <p:cNvSpPr/>
              <p:nvPr/>
            </p:nvSpPr>
            <p:spPr>
              <a:xfrm>
                <a:off x="1887752" y="3088355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6" name="Google Shape;9832;p52">
                <a:extLst>
                  <a:ext uri="{FF2B5EF4-FFF2-40B4-BE49-F238E27FC236}">
                    <a16:creationId xmlns:a16="http://schemas.microsoft.com/office/drawing/2014/main" id="{1FF26641-A54E-29D5-61E2-79F290BE3924}"/>
                  </a:ext>
                </a:extLst>
              </p:cNvPr>
              <p:cNvSpPr/>
              <p:nvPr/>
            </p:nvSpPr>
            <p:spPr>
              <a:xfrm>
                <a:off x="1888281" y="308890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7" name="Google Shape;9833;p52">
                <a:extLst>
                  <a:ext uri="{FF2B5EF4-FFF2-40B4-BE49-F238E27FC236}">
                    <a16:creationId xmlns:a16="http://schemas.microsoft.com/office/drawing/2014/main" id="{8FE8FC2B-DC97-F2C6-D037-73EE82CF4A98}"/>
                  </a:ext>
                </a:extLst>
              </p:cNvPr>
              <p:cNvSpPr/>
              <p:nvPr/>
            </p:nvSpPr>
            <p:spPr>
              <a:xfrm>
                <a:off x="1888281" y="2766560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8" name="Google Shape;9834;p52">
                <a:extLst>
                  <a:ext uri="{FF2B5EF4-FFF2-40B4-BE49-F238E27FC236}">
                    <a16:creationId xmlns:a16="http://schemas.microsoft.com/office/drawing/2014/main" id="{51ACAE22-D24D-095A-3FAB-0C73E28A31FD}"/>
                  </a:ext>
                </a:extLst>
              </p:cNvPr>
              <p:cNvSpPr/>
              <p:nvPr/>
            </p:nvSpPr>
            <p:spPr>
              <a:xfrm>
                <a:off x="1888281" y="2712857"/>
                <a:ext cx="53687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7" y="3448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9" name="Google Shape;9835;p52">
                <a:extLst>
                  <a:ext uri="{FF2B5EF4-FFF2-40B4-BE49-F238E27FC236}">
                    <a16:creationId xmlns:a16="http://schemas.microsoft.com/office/drawing/2014/main" id="{517CE6F4-82D4-0833-6B6C-C0AA6EDDC145}"/>
                  </a:ext>
                </a:extLst>
              </p:cNvPr>
              <p:cNvSpPr/>
              <p:nvPr/>
            </p:nvSpPr>
            <p:spPr>
              <a:xfrm>
                <a:off x="1833987" y="3088355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0" name="Google Shape;9836;p52">
                <a:extLst>
                  <a:ext uri="{FF2B5EF4-FFF2-40B4-BE49-F238E27FC236}">
                    <a16:creationId xmlns:a16="http://schemas.microsoft.com/office/drawing/2014/main" id="{DD7E48D7-D5CD-5547-AEAC-BB7263E9B1BC}"/>
                  </a:ext>
                </a:extLst>
              </p:cNvPr>
              <p:cNvSpPr/>
              <p:nvPr/>
            </p:nvSpPr>
            <p:spPr>
              <a:xfrm>
                <a:off x="1834548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1" name="Google Shape;9837;p52">
                <a:extLst>
                  <a:ext uri="{FF2B5EF4-FFF2-40B4-BE49-F238E27FC236}">
                    <a16:creationId xmlns:a16="http://schemas.microsoft.com/office/drawing/2014/main" id="{EF9893B3-805A-7083-58EB-929698F9FB8E}"/>
                  </a:ext>
                </a:extLst>
              </p:cNvPr>
              <p:cNvSpPr/>
              <p:nvPr/>
            </p:nvSpPr>
            <p:spPr>
              <a:xfrm>
                <a:off x="1833987" y="3034684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2" name="Google Shape;9838;p52">
                <a:extLst>
                  <a:ext uri="{FF2B5EF4-FFF2-40B4-BE49-F238E27FC236}">
                    <a16:creationId xmlns:a16="http://schemas.microsoft.com/office/drawing/2014/main" id="{DAE98B4B-F887-48AB-1077-B85B65AD373F}"/>
                  </a:ext>
                </a:extLst>
              </p:cNvPr>
              <p:cNvSpPr/>
              <p:nvPr/>
            </p:nvSpPr>
            <p:spPr>
              <a:xfrm>
                <a:off x="1834548" y="3035213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3" name="Google Shape;9839;p52">
                <a:extLst>
                  <a:ext uri="{FF2B5EF4-FFF2-40B4-BE49-F238E27FC236}">
                    <a16:creationId xmlns:a16="http://schemas.microsoft.com/office/drawing/2014/main" id="{47F81D67-431D-2518-35B7-526064414657}"/>
                  </a:ext>
                </a:extLst>
              </p:cNvPr>
              <p:cNvSpPr/>
              <p:nvPr/>
            </p:nvSpPr>
            <p:spPr>
              <a:xfrm>
                <a:off x="1833987" y="2980919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4" name="Google Shape;9840;p52">
                <a:extLst>
                  <a:ext uri="{FF2B5EF4-FFF2-40B4-BE49-F238E27FC236}">
                    <a16:creationId xmlns:a16="http://schemas.microsoft.com/office/drawing/2014/main" id="{A6186C3B-686B-3FA2-BD98-8840B41C082E}"/>
                  </a:ext>
                </a:extLst>
              </p:cNvPr>
              <p:cNvSpPr/>
              <p:nvPr/>
            </p:nvSpPr>
            <p:spPr>
              <a:xfrm>
                <a:off x="1834548" y="298147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5" name="Google Shape;9841;p52">
                <a:extLst>
                  <a:ext uri="{FF2B5EF4-FFF2-40B4-BE49-F238E27FC236}">
                    <a16:creationId xmlns:a16="http://schemas.microsoft.com/office/drawing/2014/main" id="{6A4DA74E-97A3-3380-0ACA-7BB6B7AC2CA6}"/>
                  </a:ext>
                </a:extLst>
              </p:cNvPr>
              <p:cNvSpPr/>
              <p:nvPr/>
            </p:nvSpPr>
            <p:spPr>
              <a:xfrm>
                <a:off x="1833987" y="292718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6" name="Google Shape;9842;p52">
                <a:extLst>
                  <a:ext uri="{FF2B5EF4-FFF2-40B4-BE49-F238E27FC236}">
                    <a16:creationId xmlns:a16="http://schemas.microsoft.com/office/drawing/2014/main" id="{E469191A-05D3-21E8-122B-37087E65F5D4}"/>
                  </a:ext>
                </a:extLst>
              </p:cNvPr>
              <p:cNvSpPr/>
              <p:nvPr/>
            </p:nvSpPr>
            <p:spPr>
              <a:xfrm>
                <a:off x="1834548" y="292773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7" name="Google Shape;9843;p52">
                <a:extLst>
                  <a:ext uri="{FF2B5EF4-FFF2-40B4-BE49-F238E27FC236}">
                    <a16:creationId xmlns:a16="http://schemas.microsoft.com/office/drawing/2014/main" id="{8B6C92E3-B11C-5635-E740-4C14C062EF12}"/>
                  </a:ext>
                </a:extLst>
              </p:cNvPr>
              <p:cNvSpPr/>
              <p:nvPr/>
            </p:nvSpPr>
            <p:spPr>
              <a:xfrm>
                <a:off x="1833987" y="2873498"/>
                <a:ext cx="54840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8" name="Google Shape;9844;p52">
                <a:extLst>
                  <a:ext uri="{FF2B5EF4-FFF2-40B4-BE49-F238E27FC236}">
                    <a16:creationId xmlns:a16="http://schemas.microsoft.com/office/drawing/2014/main" id="{2DA79F62-A1E2-F0CB-5599-2B4B05146FDA}"/>
                  </a:ext>
                </a:extLst>
              </p:cNvPr>
              <p:cNvSpPr/>
              <p:nvPr/>
            </p:nvSpPr>
            <p:spPr>
              <a:xfrm>
                <a:off x="1834548" y="2874059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0"/>
                    </a:moveTo>
                    <a:lnTo>
                      <a:pt x="0" y="3446"/>
                    </a:lnTo>
                    <a:lnTo>
                      <a:pt x="3450" y="3446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9" name="Google Shape;9845;p52">
                <a:extLst>
                  <a:ext uri="{FF2B5EF4-FFF2-40B4-BE49-F238E27FC236}">
                    <a16:creationId xmlns:a16="http://schemas.microsoft.com/office/drawing/2014/main" id="{56D00DAA-10C8-50A4-5F2A-BE6953D747C8}"/>
                  </a:ext>
                </a:extLst>
              </p:cNvPr>
              <p:cNvSpPr/>
              <p:nvPr/>
            </p:nvSpPr>
            <p:spPr>
              <a:xfrm>
                <a:off x="1833987" y="2819764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0" name="Google Shape;9846;p52">
                <a:extLst>
                  <a:ext uri="{FF2B5EF4-FFF2-40B4-BE49-F238E27FC236}">
                    <a16:creationId xmlns:a16="http://schemas.microsoft.com/office/drawing/2014/main" id="{C5C89363-CF57-1907-9BEF-2386D29E9A69}"/>
                  </a:ext>
                </a:extLst>
              </p:cNvPr>
              <p:cNvSpPr/>
              <p:nvPr/>
            </p:nvSpPr>
            <p:spPr>
              <a:xfrm>
                <a:off x="1834548" y="2820294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1" name="Google Shape;9847;p52">
                <a:extLst>
                  <a:ext uri="{FF2B5EF4-FFF2-40B4-BE49-F238E27FC236}">
                    <a16:creationId xmlns:a16="http://schemas.microsoft.com/office/drawing/2014/main" id="{0852FB14-44AF-4060-0A29-A1102DAC5529}"/>
                  </a:ext>
                </a:extLst>
              </p:cNvPr>
              <p:cNvSpPr/>
              <p:nvPr/>
            </p:nvSpPr>
            <p:spPr>
              <a:xfrm>
                <a:off x="1833987" y="276601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2" name="Google Shape;9848;p52">
                <a:extLst>
                  <a:ext uri="{FF2B5EF4-FFF2-40B4-BE49-F238E27FC236}">
                    <a16:creationId xmlns:a16="http://schemas.microsoft.com/office/drawing/2014/main" id="{98B442D1-6094-AAE5-0621-DFE733E6D579}"/>
                  </a:ext>
                </a:extLst>
              </p:cNvPr>
              <p:cNvSpPr/>
              <p:nvPr/>
            </p:nvSpPr>
            <p:spPr>
              <a:xfrm>
                <a:off x="1834548" y="276656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Retro Video Games Newsletter Purple Variant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B8FF66"/>
      </a:accent1>
      <a:accent2>
        <a:srgbClr val="67C91B"/>
      </a:accent2>
      <a:accent3>
        <a:srgbClr val="ACF132"/>
      </a:accent3>
      <a:accent4>
        <a:srgbClr val="C6FF99"/>
      </a:accent4>
      <a:accent5>
        <a:srgbClr val="00BF20"/>
      </a:accent5>
      <a:accent6>
        <a:srgbClr val="871C68"/>
      </a:accent6>
      <a:hlink>
        <a:srgbClr val="B8FF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133</Words>
  <Application>Microsoft Office PowerPoint</Application>
  <PresentationFormat>Apresentação na tela (16:9)</PresentationFormat>
  <Paragraphs>36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Advent Pro Medium</vt:lpstr>
      <vt:lpstr>Advent Pro</vt:lpstr>
      <vt:lpstr>Arial</vt:lpstr>
      <vt:lpstr>Lato Black</vt:lpstr>
      <vt:lpstr>Orbitron ExtraBold</vt:lpstr>
      <vt:lpstr>Lato</vt:lpstr>
      <vt:lpstr>Retro Video Games Newsletter Purple Variant by Slidesgo</vt:lpstr>
      <vt:lpstr>PAINEL DE ADMINISTRAÇÃO</vt:lpstr>
      <vt:lpstr>CONTEÚDO</vt:lpstr>
      <vt:lpstr>01</vt:lpstr>
      <vt:lpstr>ESCOPO</vt:lpstr>
      <vt:lpstr>02</vt:lpstr>
      <vt:lpstr>Apresentação do PowerPoint</vt:lpstr>
      <vt:lpstr>03</vt:lpstr>
      <vt:lpstr>Apresentação do PowerPoint</vt:lpstr>
      <vt:lpstr>04</vt:lpstr>
      <vt:lpstr>Apresentação do PowerPoint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Juliano Aleixo</dc:creator>
  <cp:lastModifiedBy>Juliano Aleixo</cp:lastModifiedBy>
  <cp:revision>2</cp:revision>
  <dcterms:modified xsi:type="dcterms:W3CDTF">2026-03-31T19:33:28Z</dcterms:modified>
</cp:coreProperties>
</file>